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5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0CF9D36-46C9-40FE-84C7-699B512BA515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46389F-7BF7-4504-8D36-7C81B9CE50E6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8CF4989-0F4E-48C8-BE23-F9F7309383A2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80394E-326F-4C8E-B945-6BEC892156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4D9275-728B-4383-81AA-7E2C17F962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BC0BE5A-E3E0-4719-BAAB-2DC66C4148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64D9AD-095B-4F95-9D04-C3E32F2C95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6708B4-C241-47D1-9576-791A864B83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6920" cy="829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F81677-9BF8-4884-BDCA-44E0E87B79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6E79C0-A65F-44E8-B455-5903D4607D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E0A3DD-304C-41E3-8941-05938E84A1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8484DE-1779-49F0-9388-6F5DDD6C01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52F6DD-7E7A-4E70-91E0-969DFED77C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B5B0B9-CECD-4021-A931-BFCC0E8D509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AF2646-C817-40F6-A05D-E47BF84640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99B930B-0938-424C-89C3-F0FFE39C1735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49" name="Рисунок 3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  <p:sp>
        <p:nvSpPr>
          <p:cNvPr id="51" name="Овал 1"/>
          <p:cNvSpPr/>
          <p:nvPr/>
        </p:nvSpPr>
        <p:spPr>
          <a:xfrm>
            <a:off x="18576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Овал 23"/>
          <p:cNvSpPr/>
          <p:nvPr/>
        </p:nvSpPr>
        <p:spPr>
          <a:xfrm>
            <a:off x="185760" y="238140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Овал 29"/>
          <p:cNvSpPr/>
          <p:nvPr/>
        </p:nvSpPr>
        <p:spPr>
          <a:xfrm>
            <a:off x="185760" y="38606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96768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96768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4080" y="22924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4080" y="282528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37778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431064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Прямоугольник со скругленными углами 3"/>
          <p:cNvSpPr/>
          <p:nvPr/>
        </p:nvSpPr>
        <p:spPr>
          <a:xfrm>
            <a:off x="5084640" y="987840"/>
            <a:ext cx="3687120" cy="349632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21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: скругленные углы 20"/>
          <p:cNvSpPr/>
          <p:nvPr/>
        </p:nvSpPr>
        <p:spPr>
          <a:xfrm>
            <a:off x="506520" y="14846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4" name="TextBox 10"/>
          <p:cNvSpPr/>
          <p:nvPr/>
        </p:nvSpPr>
        <p:spPr>
          <a:xfrm>
            <a:off x="624240" y="16167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624240" y="24004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Прямоугольник: скругленные углы 29"/>
          <p:cNvSpPr/>
          <p:nvPr/>
        </p:nvSpPr>
        <p:spPr>
          <a:xfrm>
            <a:off x="3309120" y="20660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" name="TextBox 10"/>
          <p:cNvSpPr/>
          <p:nvPr/>
        </p:nvSpPr>
        <p:spPr>
          <a:xfrm>
            <a:off x="3426840" y="21981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426840" y="29818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9" name="Прямоугольник: скругленные углы 36"/>
          <p:cNvSpPr/>
          <p:nvPr/>
        </p:nvSpPr>
        <p:spPr>
          <a:xfrm>
            <a:off x="6111720" y="265932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0" name="TextBox 10"/>
          <p:cNvSpPr/>
          <p:nvPr/>
        </p:nvSpPr>
        <p:spPr>
          <a:xfrm>
            <a:off x="6229440" y="279144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6229440" y="357480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2" name="TextBox 39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57200" y="2286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: скругленные углы 12"/>
          <p:cNvSpPr/>
          <p:nvPr/>
        </p:nvSpPr>
        <p:spPr>
          <a:xfrm>
            <a:off x="3601800" y="3271680"/>
            <a:ext cx="5235840" cy="132048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Прямоугольник: скругленные углы 11"/>
          <p:cNvSpPr/>
          <p:nvPr/>
        </p:nvSpPr>
        <p:spPr>
          <a:xfrm>
            <a:off x="6308640" y="1028880"/>
            <a:ext cx="2532600" cy="205632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" name="Прямоугольник: скругленные углы 2"/>
          <p:cNvSpPr/>
          <p:nvPr/>
        </p:nvSpPr>
        <p:spPr>
          <a:xfrm>
            <a:off x="3604320" y="1014480"/>
            <a:ext cx="2532600" cy="205632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TextBox 10"/>
          <p:cNvSpPr/>
          <p:nvPr/>
        </p:nvSpPr>
        <p:spPr>
          <a:xfrm>
            <a:off x="3696480" y="1059120"/>
            <a:ext cx="23428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3696480" y="1843560"/>
            <a:ext cx="234288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6400080" y="1059120"/>
            <a:ext cx="233964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6400080" y="1843560"/>
            <a:ext cx="233964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3696480" y="3362040"/>
            <a:ext cx="5235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3696480" y="3713400"/>
            <a:ext cx="51462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Прямоугольник со скругленными углами 3"/>
          <p:cNvSpPr/>
          <p:nvPr/>
        </p:nvSpPr>
        <p:spPr>
          <a:xfrm>
            <a:off x="384840" y="1028880"/>
            <a:ext cx="3002040" cy="356364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4" name="TextBox 15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13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88" name="Рисунок 11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2306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2025-09-17T11:47:51Z</dcterms:modified>
  <cp:revision>64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