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2FDD764-B971-49C2-B653-9F981A44F14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654462F-7F64-430C-BFE4-F0D858455454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4FC7053-901E-47D6-A5DF-FEEDACC50ED6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C5121D-19B4-4A31-8450-E4AC65C33F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B9847C-DB11-41CA-B024-2CBF083D00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2713E5-B7A1-4B64-9B95-EB7F63ED09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D47EFA-F038-483F-AD03-5A24CFC1B1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590229-8125-42A8-BFA2-918C7B1209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7C3ABF-2F00-431D-93F2-6C2405E99E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FF43F4-EE5C-4858-9934-0FFF53C3B4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E68E4A-EEC8-480D-9561-A380C82B42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751110-E7E1-4540-AB60-52F866D9A0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B96030-C807-4D46-AAF7-A43F939D28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008CF3-9E69-4C04-B7D3-AFFC907A58C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B6F392-97B0-4F2F-B6DC-75DD4E004C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</a:t>
            </a:r>
            <a:r>
              <a:rPr b="0" lang="en-US" sz="1800" spc="-1" strike="noStrike">
                <a:latin typeface="Arial"/>
              </a:rPr>
              <a:t>ck </a:t>
            </a:r>
            <a:r>
              <a:rPr b="0" lang="en-US" sz="1800" spc="-1" strike="noStrike">
                <a:latin typeface="Arial"/>
              </a:rPr>
              <a:t>to </a:t>
            </a:r>
            <a:r>
              <a:rPr b="0" lang="en-US" sz="1800" spc="-1" strike="noStrike">
                <a:latin typeface="Arial"/>
              </a:rPr>
              <a:t>edi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th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titl</a:t>
            </a:r>
            <a:r>
              <a:rPr b="0" lang="en-US" sz="1800" spc="-1" strike="noStrike">
                <a:latin typeface="Arial"/>
              </a:rPr>
              <a:t>e </a:t>
            </a:r>
            <a:r>
              <a:rPr b="0" lang="en-US" sz="1800" spc="-1" strike="noStrike">
                <a:latin typeface="Arial"/>
              </a:rPr>
              <a:t>tex</a:t>
            </a:r>
            <a:r>
              <a:rPr b="0" lang="en-US" sz="1800" spc="-1" strike="noStrike">
                <a:latin typeface="Arial"/>
              </a:rPr>
              <a:t>t </a:t>
            </a:r>
            <a:r>
              <a:rPr b="0" lang="en-US" sz="1800" spc="-1" strike="noStrike">
                <a:latin typeface="Arial"/>
              </a:rPr>
              <a:t>for</a:t>
            </a:r>
            <a:r>
              <a:rPr b="0" lang="en-US" sz="1800" spc="-1" strike="noStrike">
                <a:latin typeface="Arial"/>
              </a:rPr>
              <a:t>m</a:t>
            </a:r>
            <a:r>
              <a:rPr b="0" lang="en-US" sz="1800" spc="-1" strike="noStrike">
                <a:latin typeface="Arial"/>
              </a:rPr>
              <a:t>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C3130C-204D-4F39-AC8A-5C25AAFEE22F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88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2306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2025-06-19T14:54:01Z</dcterms:modified>
  <cp:revision>63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