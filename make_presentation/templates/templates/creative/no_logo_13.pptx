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5"/>
  </p:notesMasterIdLst>
  <p:sldIdLst>
    <p:sldId id="263" r:id="rId2"/>
    <p:sldId id="282" r:id="rId3"/>
    <p:sldId id="273" r:id="rId4"/>
    <p:sldId id="283" r:id="rId5"/>
    <p:sldId id="276" r:id="rId6"/>
    <p:sldId id="277" r:id="rId7"/>
    <p:sldId id="274" r:id="rId8"/>
    <p:sldId id="278" r:id="rId9"/>
    <p:sldId id="269" r:id="rId10"/>
    <p:sldId id="279" r:id="rId11"/>
    <p:sldId id="272" r:id="rId12"/>
    <p:sldId id="284" r:id="rId13"/>
    <p:sldId id="280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43E"/>
    <a:srgbClr val="142111"/>
    <a:srgbClr val="FFFEF3"/>
    <a:srgbClr val="000000"/>
    <a:srgbClr val="BBDC52"/>
    <a:srgbClr val="FCFEF8"/>
    <a:srgbClr val="FBFDF5"/>
    <a:srgbClr val="F7FBEB"/>
    <a:srgbClr val="D9D9D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40"/>
  </p:normalViewPr>
  <p:slideViewPr>
    <p:cSldViewPr snapToGrid="0">
      <p:cViewPr varScale="1">
        <p:scale>
          <a:sx n="149" d="100"/>
          <a:sy n="149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351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62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476B3B-ED2D-438A-B7D3-1518F71C5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EEF8C44-AE39-4B74-A96F-ACEE8D895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12668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506370" y="148478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624164" y="161689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624164" y="240037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2066176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2198289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2981766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11556" y="2659214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29350" y="2791327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29350" y="3574804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E0365B-F4FB-485A-81B0-0C3081D5841D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8395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1739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08629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4479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6513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6513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0067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0067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6512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6511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384926" y="1028718"/>
            <a:ext cx="3002992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4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97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03237A-E3AF-45AB-A4B7-EB5CA162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7515" y="2245457"/>
            <a:ext cx="4613696" cy="3605273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57659" y="631046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57659" y="2127661"/>
            <a:ext cx="900112" cy="888177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57659" y="3612342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46488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46488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42877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42877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42877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42877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20912-74E2-4447-85E5-459CB45DE80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5</a:t>
            </a:r>
            <a:endParaRPr lang="ru-RU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A3BF97-9290-4856-8EE2-D135CFD1D84A}"/>
              </a:ext>
            </a:extLst>
          </p:cNvPr>
          <p:cNvSpPr txBox="1"/>
          <p:nvPr/>
        </p:nvSpPr>
        <p:spPr>
          <a:xfrm>
            <a:off x="384926" y="233219"/>
            <a:ext cx="3351255" cy="189444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7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384926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6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08811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3075313"/>
            <a:ext cx="9144000" cy="2495471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474982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4311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92776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92776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42944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60738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60738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29647-CA59-4CFF-BA1E-216C1B6C284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7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04119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5013960" y="250030"/>
            <a:ext cx="3820890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8" y="250030"/>
            <a:ext cx="4425351" cy="4625578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902535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902535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902535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38149"/>
            <a:ext cx="4018373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A3001-2BD3-4CD7-9DE6-B116F4E66D51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8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78652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6AD567DC-17A7-47D2-B25C-E46A5CDEE66F}"/>
              </a:ext>
            </a:extLst>
          </p:cNvPr>
          <p:cNvSpPr/>
          <p:nvPr/>
        </p:nvSpPr>
        <p:spPr>
          <a:xfrm>
            <a:off x="0" y="-478632"/>
            <a:ext cx="9144000" cy="2328619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277CAE-C93A-4AC3-918E-EB7012CB5026}"/>
              </a:ext>
            </a:extLst>
          </p:cNvPr>
          <p:cNvSpPr txBox="1"/>
          <p:nvPr/>
        </p:nvSpPr>
        <p:spPr>
          <a:xfrm>
            <a:off x="384926" y="1984233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2C5BD3-83F5-4D65-9189-1B79B6D2D56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9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A6F17409-1302-462E-8AA7-C8C50E7485BF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60CEAC-931B-4FC8-B5BF-0C01EC78C222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4C200-60F6-4BAA-9726-36A61C91FDE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10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84926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3091816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87666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479700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479700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3183254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3183254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79699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79698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5808225" y="1028718"/>
            <a:ext cx="3128606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11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E115-BF95-70BF-4C6E-6924C838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7634D3-B352-FE5D-F236-D4BC0DF09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A3EF87B7-746B-2E1E-5A45-D5182F2782E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FFD3ABC2-FC9A-E592-1DA3-28B628B8EB65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C6A959F-7887-876E-FC3D-84FEAE2C24EC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1A862D8-1933-8F2D-3ED1-50085525E92D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B694CD6-3492-BE7D-2D35-4D45B659D852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480382B-515F-B2C2-E707-E8C6A9A54141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B78357D-725F-A323-70B0-FAC5670EB6BE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9195E03F-255D-4D5C-ABBF-7E9D341DE365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2BADB61E-856C-4F3A-DD99-C30DA5B03C2E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AAD663EB-3742-A1DE-FDD3-5327E4BCE6CD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30E13-5D21-9433-5DFB-FEA119E78EE6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FE9DA-0979-DD17-AEF7-898E03BD7D3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3189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Прямоугольник 10">
            <a:extLst>
              <a:ext uri="{FF2B5EF4-FFF2-40B4-BE49-F238E27FC236}">
                <a16:creationId xmlns:a16="http://schemas.microsoft.com/office/drawing/2014/main" id="{259E3DE5-5614-4998-A3C4-E222A7EB69E2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A9CF7F-F6E2-436D-B271-584625D3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72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2317</TotalTime>
  <Words>156</Words>
  <Application>Microsoft Macintosh PowerPoint</Application>
  <PresentationFormat>Экран (16:9)</PresentationFormat>
  <Paragraphs>117</Paragraphs>
  <Slides>13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58</cp:revision>
  <dcterms:created xsi:type="dcterms:W3CDTF">2024-04-17T19:56:02Z</dcterms:created>
  <dcterms:modified xsi:type="dcterms:W3CDTF">2026-07-16T09:03:31Z</dcterms:modified>
</cp:coreProperties>
</file>