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8AF74D8-193C-4B9F-8E38-5702489E4F6B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4E589ED-3D28-4F1D-9F53-BEDA4C4D68F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8D35A8-684F-43E1-BBFE-6A5991347528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943925-FAB9-45EB-A187-255F8B4555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6AEE24-3E09-48F5-B103-A8391BE348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903A93-7D7E-4E4A-BB3D-A82BBF6C7E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D0F511-FA4A-4650-81FC-BAFBB51976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F2B2BE-33C7-44BC-A508-863EAEE0D4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6920" cy="82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1375E9-1C3A-4BFF-90B2-9AD288C700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2CC5441-C707-4BDC-8DC8-CBF47EAFFA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CD73BA-EA8E-4A2E-9925-54876138B0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CD587B-20C5-47EF-8786-A44387CFD4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B2D06A-813A-4FFA-A7BA-715A6509D0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649633-8448-4481-B946-738BFC5F56D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AD9D31-8CF0-47F6-9C25-6B61EAC234E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77AD99-92A9-43D4-9698-0A444B438F75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5"/>
          <p:cNvSpPr/>
          <p:nvPr/>
        </p:nvSpPr>
        <p:spPr>
          <a:xfrm>
            <a:off x="460080" y="444564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" name="Рисунок 5" descr=""/>
          <p:cNvPicPr/>
          <p:nvPr/>
        </p:nvPicPr>
        <p:blipFill>
          <a:blip r:embed="rId1"/>
          <a:stretch/>
        </p:blipFill>
        <p:spPr>
          <a:xfrm>
            <a:off x="2423160" y="444636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51" name="Рисунок 3" descr=""/>
          <p:cNvPicPr/>
          <p:nvPr/>
        </p:nvPicPr>
        <p:blipFill>
          <a:blip r:embed="rId2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  <p:sp>
        <p:nvSpPr>
          <p:cNvPr id="53" name="Овал 1"/>
          <p:cNvSpPr/>
          <p:nvPr/>
        </p:nvSpPr>
        <p:spPr>
          <a:xfrm>
            <a:off x="18576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185760" y="238140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185760" y="38606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768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768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22924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282528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964080" y="37778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964080" y="431064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Прямоугольник со скругленными углами 3"/>
          <p:cNvSpPr/>
          <p:nvPr/>
        </p:nvSpPr>
        <p:spPr>
          <a:xfrm>
            <a:off x="5084640" y="987840"/>
            <a:ext cx="3687120" cy="349632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21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: скругленные углы 20"/>
          <p:cNvSpPr/>
          <p:nvPr/>
        </p:nvSpPr>
        <p:spPr>
          <a:xfrm>
            <a:off x="506520" y="14846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" name="TextBox 10"/>
          <p:cNvSpPr/>
          <p:nvPr/>
        </p:nvSpPr>
        <p:spPr>
          <a:xfrm>
            <a:off x="624240" y="16167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24240" y="24004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Прямоугольник: скругленные углы 29"/>
          <p:cNvSpPr/>
          <p:nvPr/>
        </p:nvSpPr>
        <p:spPr>
          <a:xfrm>
            <a:off x="3309120" y="20660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" name="TextBox 10"/>
          <p:cNvSpPr/>
          <p:nvPr/>
        </p:nvSpPr>
        <p:spPr>
          <a:xfrm>
            <a:off x="3426840" y="21981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426840" y="29818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1" name="Прямоугольник: скругленные углы 36"/>
          <p:cNvSpPr/>
          <p:nvPr/>
        </p:nvSpPr>
        <p:spPr>
          <a:xfrm>
            <a:off x="6111720" y="265932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10"/>
          <p:cNvSpPr/>
          <p:nvPr/>
        </p:nvSpPr>
        <p:spPr>
          <a:xfrm>
            <a:off x="6229440" y="279144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229440" y="357480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TextBox 39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2286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: скругленные углы 12"/>
          <p:cNvSpPr/>
          <p:nvPr/>
        </p:nvSpPr>
        <p:spPr>
          <a:xfrm>
            <a:off x="3601800" y="3271680"/>
            <a:ext cx="5235840" cy="132048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Прямоугольник: скругленные углы 11"/>
          <p:cNvSpPr/>
          <p:nvPr/>
        </p:nvSpPr>
        <p:spPr>
          <a:xfrm>
            <a:off x="6308640" y="1028880"/>
            <a:ext cx="2532600" cy="205632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Прямоугольник: скругленные углы 2"/>
          <p:cNvSpPr/>
          <p:nvPr/>
        </p:nvSpPr>
        <p:spPr>
          <a:xfrm>
            <a:off x="3604320" y="1014480"/>
            <a:ext cx="2532600" cy="205632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TextBox 10"/>
          <p:cNvSpPr/>
          <p:nvPr/>
        </p:nvSpPr>
        <p:spPr>
          <a:xfrm>
            <a:off x="3696480" y="1059120"/>
            <a:ext cx="23428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3696480" y="1843560"/>
            <a:ext cx="23428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00080" y="1059120"/>
            <a:ext cx="233964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6400080" y="1843560"/>
            <a:ext cx="233964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696480" y="3362040"/>
            <a:ext cx="5235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696480" y="3713400"/>
            <a:ext cx="51462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 со скругленными углами 3"/>
          <p:cNvSpPr/>
          <p:nvPr/>
        </p:nvSpPr>
        <p:spPr>
          <a:xfrm>
            <a:off x="384840" y="1028880"/>
            <a:ext cx="3002040" cy="356364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13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2680" cy="3604320"/>
          </a:xfrm>
          <a:prstGeom prst="rect">
            <a:avLst/>
          </a:prstGeom>
          <a:ln w="0">
            <a:noFill/>
          </a:ln>
        </p:spPr>
      </p:pic>
      <p:sp>
        <p:nvSpPr>
          <p:cNvPr id="89" name="Овал 1"/>
          <p:cNvSpPr/>
          <p:nvPr/>
        </p:nvSpPr>
        <p:spPr>
          <a:xfrm>
            <a:off x="4157640" y="63108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Овал 23"/>
          <p:cNvSpPr/>
          <p:nvPr/>
        </p:nvSpPr>
        <p:spPr>
          <a:xfrm>
            <a:off x="4157640" y="2127600"/>
            <a:ext cx="898920" cy="88704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" name="Овал 29"/>
          <p:cNvSpPr/>
          <p:nvPr/>
        </p:nvSpPr>
        <p:spPr>
          <a:xfrm>
            <a:off x="4157640" y="361224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6560" y="4896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6560" y="1025280"/>
            <a:ext cx="357840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19854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2517840"/>
            <a:ext cx="35784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142960" y="347076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142960" y="4003560"/>
            <a:ext cx="357840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64600" y="228600"/>
            <a:ext cx="3656880" cy="20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Овал 1"/>
          <p:cNvSpPr/>
          <p:nvPr/>
        </p:nvSpPr>
        <p:spPr>
          <a:xfrm>
            <a:off x="423864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Овал 23"/>
          <p:cNvSpPr/>
          <p:nvPr/>
        </p:nvSpPr>
        <p:spPr>
          <a:xfrm>
            <a:off x="4238640" y="224388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2" name="Овал 29"/>
          <p:cNvSpPr/>
          <p:nvPr/>
        </p:nvSpPr>
        <p:spPr>
          <a:xfrm>
            <a:off x="4238640" y="366732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2020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2020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215532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268776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5016600" y="35848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5016600" y="411732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9" name="Прямоугольник со скругленными углами 3"/>
          <p:cNvSpPr/>
          <p:nvPr/>
        </p:nvSpPr>
        <p:spPr>
          <a:xfrm>
            <a:off x="384840" y="987840"/>
            <a:ext cx="3687120" cy="349632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00600" y="228600"/>
            <a:ext cx="8614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" name="Прямоугольник 5"/>
          <p:cNvSpPr/>
          <p:nvPr/>
        </p:nvSpPr>
        <p:spPr>
          <a:xfrm>
            <a:off x="1640880" y="448992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4" name="Изображение 40"/>
          <p:cNvSpPr/>
          <p:nvPr/>
        </p:nvSpPr>
        <p:spPr>
          <a:xfrm>
            <a:off x="867240" y="3488040"/>
            <a:ext cx="256320" cy="2563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5" name="Рисунок 10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1440"/>
            <a:ext cx="1288800" cy="1132920"/>
          </a:xfrm>
          <a:prstGeom prst="rect">
            <a:avLst/>
          </a:prstGeom>
          <a:ln w="0">
            <a:noFill/>
          </a:ln>
        </p:spPr>
      </p:pic>
      <p:sp>
        <p:nvSpPr>
          <p:cNvPr id="116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17" name="Рисунок 11" descr=""/>
          <p:cNvPicPr/>
          <p:nvPr/>
        </p:nvPicPr>
        <p:blipFill>
          <a:blip r:embed="rId3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2305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2025-09-17T11:45:08Z</dcterms:modified>
  <cp:revision>61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