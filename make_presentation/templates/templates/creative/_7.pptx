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</a:t>
            </a:r>
            <a:r>
              <a:rPr b="0" lang="en-US" sz="4400" spc="-1" strike="noStrike">
                <a:latin typeface="Arial"/>
              </a:rPr>
              <a:t>move </a:t>
            </a:r>
            <a:r>
              <a:rPr b="0" lang="en-US" sz="4400" spc="-1" strike="noStrike">
                <a:latin typeface="Arial"/>
              </a:rPr>
              <a:t>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</a:t>
            </a:r>
            <a:r>
              <a:rPr b="0" lang="en-US" sz="2000" spc="-1" strike="noStrike">
                <a:latin typeface="Arial"/>
              </a:rPr>
              <a:t>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A6D514AF-DFDB-4E23-ADFD-36E269CC37FF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2B2B6DF-5907-4326-ABAD-E6D50CC44C78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D4F75AB-37B0-41F0-8E6A-40C4743F3A43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7980A3-6230-4D98-8A45-874FC8BBA4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B913A4D-D21A-4ECA-9AFE-78D3240206C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828B30-BE86-46B9-9F1D-9FBF5E0106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B67357-BD04-466A-8574-8DA3444CDDB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D3FAB7-7877-4E35-9513-9B5CCF930B0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75661C-68D3-4D9C-882E-302AB22FAF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D02878-C3EF-4C19-AEAF-00EFCA524C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62182B-AF2B-49BE-BA56-BF387B1ED1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CD5585-3BFB-4D46-A089-C823343CEF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239496-FF5B-45AD-8DEA-DDC187EEFDB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3EE9B8-0348-4CCB-85E8-E1D20DA44CF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6321D1-2C35-44B1-8979-1B72F3ECEFE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</a:t>
            </a:r>
            <a:r>
              <a:rPr b="0" lang="en-US" sz="1800" spc="-1" strike="noStrike">
                <a:latin typeface="Arial"/>
              </a:rPr>
              <a:t>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A08229-9ACE-42BD-89EA-D84D668DFD73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5"/>
          <p:cNvSpPr/>
          <p:nvPr/>
        </p:nvSpPr>
        <p:spPr>
          <a:xfrm>
            <a:off x="460080" y="444564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49" name="Рисунок 5" descr=""/>
          <p:cNvPicPr/>
          <p:nvPr/>
        </p:nvPicPr>
        <p:blipFill>
          <a:blip r:embed="rId1"/>
          <a:stretch/>
        </p:blipFill>
        <p:spPr>
          <a:xfrm>
            <a:off x="2423160" y="444636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50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51" name="Рисунок 3" descr=""/>
          <p:cNvPicPr/>
          <p:nvPr/>
        </p:nvPicPr>
        <p:blipFill>
          <a:blip r:embed="rId2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  <p:sp>
        <p:nvSpPr>
          <p:cNvPr id="53" name="Овал 1"/>
          <p:cNvSpPr/>
          <p:nvPr/>
        </p:nvSpPr>
        <p:spPr>
          <a:xfrm>
            <a:off x="18576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Овал 23"/>
          <p:cNvSpPr/>
          <p:nvPr/>
        </p:nvSpPr>
        <p:spPr>
          <a:xfrm>
            <a:off x="185760" y="238140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Овал 29"/>
          <p:cNvSpPr/>
          <p:nvPr/>
        </p:nvSpPr>
        <p:spPr>
          <a:xfrm>
            <a:off x="185760" y="38606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768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768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22924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282528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964080" y="37778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" name="TextBox 10"/>
          <p:cNvSpPr/>
          <p:nvPr/>
        </p:nvSpPr>
        <p:spPr>
          <a:xfrm>
            <a:off x="964080" y="431064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Прямоугольник со скругленными углами 3"/>
          <p:cNvSpPr/>
          <p:nvPr/>
        </p:nvSpPr>
        <p:spPr>
          <a:xfrm>
            <a:off x="50846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21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: скругленные углы 20"/>
          <p:cNvSpPr/>
          <p:nvPr/>
        </p:nvSpPr>
        <p:spPr>
          <a:xfrm>
            <a:off x="506520" y="14846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" name="TextBox 10"/>
          <p:cNvSpPr/>
          <p:nvPr/>
        </p:nvSpPr>
        <p:spPr>
          <a:xfrm>
            <a:off x="624240" y="16167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24240" y="24004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Прямоугольник: скругленные углы 29"/>
          <p:cNvSpPr/>
          <p:nvPr/>
        </p:nvSpPr>
        <p:spPr>
          <a:xfrm>
            <a:off x="3309120" y="20660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9" name="TextBox 10"/>
          <p:cNvSpPr/>
          <p:nvPr/>
        </p:nvSpPr>
        <p:spPr>
          <a:xfrm>
            <a:off x="3426840" y="21981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426840" y="29818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1" name="Прямоугольник: скругленные углы 36"/>
          <p:cNvSpPr/>
          <p:nvPr/>
        </p:nvSpPr>
        <p:spPr>
          <a:xfrm>
            <a:off x="6111720" y="265932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6229440" y="279144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6229440" y="357480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39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57200" y="22860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: скругленные углы 12"/>
          <p:cNvSpPr/>
          <p:nvPr/>
        </p:nvSpPr>
        <p:spPr>
          <a:xfrm>
            <a:off x="3601800" y="3271680"/>
            <a:ext cx="5236200" cy="132084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Прямоугольник: скругленные углы 11"/>
          <p:cNvSpPr/>
          <p:nvPr/>
        </p:nvSpPr>
        <p:spPr>
          <a:xfrm>
            <a:off x="6308640" y="1028880"/>
            <a:ext cx="2532960" cy="205668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8" name="Прямоугольник: скругленные углы 2"/>
          <p:cNvSpPr/>
          <p:nvPr/>
        </p:nvSpPr>
        <p:spPr>
          <a:xfrm>
            <a:off x="3604320" y="1014480"/>
            <a:ext cx="2532960" cy="205668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9" name="TextBox 10"/>
          <p:cNvSpPr/>
          <p:nvPr/>
        </p:nvSpPr>
        <p:spPr>
          <a:xfrm>
            <a:off x="3696480" y="1059120"/>
            <a:ext cx="23432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696480" y="1843560"/>
            <a:ext cx="23432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6400080" y="1059120"/>
            <a:ext cx="234000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400080" y="1843560"/>
            <a:ext cx="23400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696480" y="3362040"/>
            <a:ext cx="5236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3696480" y="3713400"/>
            <a:ext cx="51465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Прямоугольник со скругленными углами 3"/>
          <p:cNvSpPr/>
          <p:nvPr/>
        </p:nvSpPr>
        <p:spPr>
          <a:xfrm>
            <a:off x="384840" y="1028880"/>
            <a:ext cx="3002400" cy="35640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13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3040" cy="3604680"/>
          </a:xfrm>
          <a:prstGeom prst="rect">
            <a:avLst/>
          </a:prstGeom>
          <a:ln w="0">
            <a:noFill/>
          </a:ln>
        </p:spPr>
      </p:pic>
      <p:sp>
        <p:nvSpPr>
          <p:cNvPr id="89" name="Овал 1"/>
          <p:cNvSpPr/>
          <p:nvPr/>
        </p:nvSpPr>
        <p:spPr>
          <a:xfrm>
            <a:off x="4157640" y="63108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Овал 23"/>
          <p:cNvSpPr/>
          <p:nvPr/>
        </p:nvSpPr>
        <p:spPr>
          <a:xfrm>
            <a:off x="4157640" y="2127600"/>
            <a:ext cx="899280" cy="88740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" name="Овал 29"/>
          <p:cNvSpPr/>
          <p:nvPr/>
        </p:nvSpPr>
        <p:spPr>
          <a:xfrm>
            <a:off x="4157640" y="361224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656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656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514296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514296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264600" y="228600"/>
            <a:ext cx="3657240" cy="20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Овал 1"/>
          <p:cNvSpPr/>
          <p:nvPr/>
        </p:nvSpPr>
        <p:spPr>
          <a:xfrm>
            <a:off x="423864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Овал 23"/>
          <p:cNvSpPr/>
          <p:nvPr/>
        </p:nvSpPr>
        <p:spPr>
          <a:xfrm>
            <a:off x="4238640" y="224388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Овал 29"/>
          <p:cNvSpPr/>
          <p:nvPr/>
        </p:nvSpPr>
        <p:spPr>
          <a:xfrm>
            <a:off x="4238640" y="366732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2020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2020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215532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268776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5016600" y="35848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8" name="TextBox 10"/>
          <p:cNvSpPr/>
          <p:nvPr/>
        </p:nvSpPr>
        <p:spPr>
          <a:xfrm>
            <a:off x="5016600" y="411732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9" name="Прямоугольник со скругленными углами 3"/>
          <p:cNvSpPr/>
          <p:nvPr/>
        </p:nvSpPr>
        <p:spPr>
          <a:xfrm>
            <a:off x="3848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300600" y="228600"/>
            <a:ext cx="8614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3" name="Прямоугольник 5"/>
          <p:cNvSpPr/>
          <p:nvPr/>
        </p:nvSpPr>
        <p:spPr>
          <a:xfrm>
            <a:off x="1640880" y="448992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4" name="Изображение 40"/>
          <p:cNvSpPr/>
          <p:nvPr/>
        </p:nvSpPr>
        <p:spPr>
          <a:xfrm>
            <a:off x="867240" y="3488040"/>
            <a:ext cx="256680" cy="25668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15" name="Рисунок 10" descr=""/>
          <p:cNvPicPr/>
          <p:nvPr/>
        </p:nvPicPr>
        <p:blipFill>
          <a:blip r:embed="rId2"/>
          <a:srcRect l="0" t="30398" r="0" b="28998"/>
          <a:stretch/>
        </p:blipFill>
        <p:spPr>
          <a:xfrm>
            <a:off x="351000" y="3691440"/>
            <a:ext cx="1289160" cy="1133280"/>
          </a:xfrm>
          <a:prstGeom prst="rect">
            <a:avLst/>
          </a:prstGeom>
          <a:ln w="0">
            <a:noFill/>
          </a:ln>
        </p:spPr>
      </p:pic>
      <p:sp>
        <p:nvSpPr>
          <p:cNvPr id="116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17" name="Рисунок 11" descr=""/>
          <p:cNvPicPr/>
          <p:nvPr/>
        </p:nvPicPr>
        <p:blipFill>
          <a:blip r:embed="rId3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2025-06-19T14:48:57Z</dcterms:modified>
  <cp:revision>60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