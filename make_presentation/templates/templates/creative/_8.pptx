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8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</a:t>
            </a:r>
            <a:r>
              <a:rPr b="0" lang="en-US" sz="4400" spc="-1" strike="noStrike">
                <a:latin typeface="Arial"/>
              </a:rPr>
              <a:t>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D5F6FE6-931E-480F-A94C-67A2C8942F0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54684D-7A25-431C-8677-F7BC25A97357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3E7746A-E089-4852-952E-49C38FF2422F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2C55CF-1504-4FD4-A746-5134D6FFBA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1D6F74-7953-4181-B9B6-A7DCDB03C1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2C004A-8859-4107-99A2-99362FBFF4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4245AD-955A-4646-8359-938354BB6DD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C8001F-F1EE-4CD6-AE0E-270CC350EC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9DD867-37F5-454D-B935-1407CC43F71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069B22-317C-4DD8-B4F6-4537913028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74F4FC-8BFA-455B-98DD-791818F030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53480C-4707-4208-94CD-CDE0A5D12B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181CB1-9282-457F-B8F5-C8170685D3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792444-073C-4EC4-81E6-AD6FD87396B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418E0D-3C2F-44F1-BB66-8A161F281A7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E820384-58CC-4FAB-B679-42A9DF6070D4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6200" cy="132084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2960" cy="205668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2960" cy="205668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400" cy="35640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13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3040" cy="3604680"/>
          </a:xfrm>
          <a:prstGeom prst="rect">
            <a:avLst/>
          </a:prstGeom>
          <a:ln w="0">
            <a:noFill/>
          </a:ln>
        </p:spPr>
      </p:pic>
      <p:sp>
        <p:nvSpPr>
          <p:cNvPr id="89" name="Овал 1"/>
          <p:cNvSpPr/>
          <p:nvPr/>
        </p:nvSpPr>
        <p:spPr>
          <a:xfrm>
            <a:off x="4157640" y="63108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Овал 23"/>
          <p:cNvSpPr/>
          <p:nvPr/>
        </p:nvSpPr>
        <p:spPr>
          <a:xfrm>
            <a:off x="4157640" y="2127600"/>
            <a:ext cx="899280" cy="88740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" name="Овал 29"/>
          <p:cNvSpPr/>
          <p:nvPr/>
        </p:nvSpPr>
        <p:spPr>
          <a:xfrm>
            <a:off x="4157640" y="361224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656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656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14296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514296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64600" y="228600"/>
            <a:ext cx="3657240" cy="20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Овал 1"/>
          <p:cNvSpPr/>
          <p:nvPr/>
        </p:nvSpPr>
        <p:spPr>
          <a:xfrm>
            <a:off x="423864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Овал 23"/>
          <p:cNvSpPr/>
          <p:nvPr/>
        </p:nvSpPr>
        <p:spPr>
          <a:xfrm>
            <a:off x="4238640" y="224388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Овал 29"/>
          <p:cNvSpPr/>
          <p:nvPr/>
        </p:nvSpPr>
        <p:spPr>
          <a:xfrm>
            <a:off x="4238640" y="366732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2020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2020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215532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268776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016600" y="35848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5016600" y="411732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Прямоугольник со скругленными углами 3"/>
          <p:cNvSpPr/>
          <p:nvPr/>
        </p:nvSpPr>
        <p:spPr>
          <a:xfrm>
            <a:off x="3848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300600" y="228600"/>
            <a:ext cx="8614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Прямоугольник со скругленными углами 3"/>
          <p:cNvSpPr/>
          <p:nvPr/>
        </p:nvSpPr>
        <p:spPr>
          <a:xfrm>
            <a:off x="0" y="3075480"/>
            <a:ext cx="9143280" cy="24948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0"/>
          <p:cNvSpPr/>
          <p:nvPr/>
        </p:nvSpPr>
        <p:spPr>
          <a:xfrm>
            <a:off x="4748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59292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59292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29"/>
          <p:cNvSpPr/>
          <p:nvPr/>
        </p:nvSpPr>
        <p:spPr>
          <a:xfrm>
            <a:off x="330912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342684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8" name="TextBox 10"/>
          <p:cNvSpPr/>
          <p:nvPr/>
        </p:nvSpPr>
        <p:spPr>
          <a:xfrm>
            <a:off x="342684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9" name="Прямоугольник: скругленные углы 36"/>
          <p:cNvSpPr/>
          <p:nvPr/>
        </p:nvSpPr>
        <p:spPr>
          <a:xfrm>
            <a:off x="61430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TextBox 10"/>
          <p:cNvSpPr/>
          <p:nvPr/>
        </p:nvSpPr>
        <p:spPr>
          <a:xfrm>
            <a:off x="626076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1" name="TextBox 10"/>
          <p:cNvSpPr/>
          <p:nvPr/>
        </p:nvSpPr>
        <p:spPr>
          <a:xfrm>
            <a:off x="626076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2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57200" y="349200"/>
            <a:ext cx="8457840" cy="10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5" name="Прямоугольник 5"/>
          <p:cNvSpPr/>
          <p:nvPr/>
        </p:nvSpPr>
        <p:spPr>
          <a:xfrm>
            <a:off x="1640880" y="448992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6" name="Изображение 40"/>
          <p:cNvSpPr/>
          <p:nvPr/>
        </p:nvSpPr>
        <p:spPr>
          <a:xfrm>
            <a:off x="867240" y="3488040"/>
            <a:ext cx="256680" cy="2566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7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9160" cy="1133280"/>
          </a:xfrm>
          <a:prstGeom prst="rect">
            <a:avLst/>
          </a:prstGeom>
          <a:ln w="0">
            <a:noFill/>
          </a:ln>
        </p:spPr>
      </p:pic>
      <p:sp>
        <p:nvSpPr>
          <p:cNvPr id="128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29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2025-06-19T14:48:41Z</dcterms:modified>
  <cp:revision>59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