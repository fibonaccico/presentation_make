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24556F4-C83D-452F-B143-7D8C0CC4563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57BFAF-7A44-4CAA-B1E3-99A354F59B5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56D302-C089-4801-9970-8B5A84B51F2D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A1DD18-733B-4DC7-8B22-C2AEFFE962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4A30C2-2E85-4D7C-9FED-B3906ECBB8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6A9826-E744-47E8-8319-73601E459B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8BDDC4-A2F5-4439-865C-D3CA21D535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0C4F91-B722-4E54-94D7-1B39850CBF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517340-0E36-45DF-B63C-3569F20C7E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F70A07-8387-40EB-98AE-1A9019AEF9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9379FF-043C-4CF8-A7FF-B8A5479A87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69874E-0D0A-427C-92AD-B8AA2D6019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682E0C-9125-48D1-AA7A-52C128FE24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7E0611-B4E6-4924-A783-C37E176688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5872F2-F14E-4C27-91D2-401CC72575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BB907C-921C-483D-A6D1-E7429DC8B58E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 со скругленными углами 3"/>
          <p:cNvSpPr/>
          <p:nvPr/>
        </p:nvSpPr>
        <p:spPr>
          <a:xfrm>
            <a:off x="384840" y="1028880"/>
            <a:ext cx="3002040" cy="35636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2680" cy="360432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8920" cy="88704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688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Овал 1"/>
          <p:cNvSpPr/>
          <p:nvPr/>
        </p:nvSpPr>
        <p:spPr>
          <a:xfrm>
            <a:off x="423864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Овал 23"/>
          <p:cNvSpPr/>
          <p:nvPr/>
        </p:nvSpPr>
        <p:spPr>
          <a:xfrm>
            <a:off x="4238640" y="224388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Овал 29"/>
          <p:cNvSpPr/>
          <p:nvPr/>
        </p:nvSpPr>
        <p:spPr>
          <a:xfrm>
            <a:off x="4238640" y="366732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2020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2020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215532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268776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016600" y="35848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5016600" y="411732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" name="Прямоугольник со скругленными углами 3"/>
          <p:cNvSpPr/>
          <p:nvPr/>
        </p:nvSpPr>
        <p:spPr>
          <a:xfrm>
            <a:off x="3848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0600" y="228600"/>
            <a:ext cx="86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Прямоугольник со скругленными углами 3"/>
          <p:cNvSpPr/>
          <p:nvPr/>
        </p:nvSpPr>
        <p:spPr>
          <a:xfrm>
            <a:off x="0" y="3075480"/>
            <a:ext cx="9142920" cy="24944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Прямоугольник: скругленные углы 20"/>
          <p:cNvSpPr/>
          <p:nvPr/>
        </p:nvSpPr>
        <p:spPr>
          <a:xfrm>
            <a:off x="4748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TextBox 10"/>
          <p:cNvSpPr/>
          <p:nvPr/>
        </p:nvSpPr>
        <p:spPr>
          <a:xfrm>
            <a:off x="59292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59292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6" name="Прямоугольник: скругленные углы 29"/>
          <p:cNvSpPr/>
          <p:nvPr/>
        </p:nvSpPr>
        <p:spPr>
          <a:xfrm>
            <a:off x="330912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TextBox 10"/>
          <p:cNvSpPr/>
          <p:nvPr/>
        </p:nvSpPr>
        <p:spPr>
          <a:xfrm>
            <a:off x="342684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42684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" name="Прямоугольник: скругленные углы 36"/>
          <p:cNvSpPr/>
          <p:nvPr/>
        </p:nvSpPr>
        <p:spPr>
          <a:xfrm>
            <a:off x="61430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Box 10"/>
          <p:cNvSpPr/>
          <p:nvPr/>
        </p:nvSpPr>
        <p:spPr>
          <a:xfrm>
            <a:off x="626076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26076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57200" y="349200"/>
            <a:ext cx="8457480" cy="10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Прямоугольник 5"/>
          <p:cNvSpPr/>
          <p:nvPr/>
        </p:nvSpPr>
        <p:spPr>
          <a:xfrm>
            <a:off x="1640880" y="448992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6" name="Изображение 40"/>
          <p:cNvSpPr/>
          <p:nvPr/>
        </p:nvSpPr>
        <p:spPr>
          <a:xfrm>
            <a:off x="867240" y="3488040"/>
            <a:ext cx="256320" cy="2563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7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8800" cy="1132920"/>
          </a:xfrm>
          <a:prstGeom prst="rect">
            <a:avLst/>
          </a:prstGeom>
          <a:ln w="0">
            <a:noFill/>
          </a:ln>
        </p:spPr>
      </p:pic>
      <p:sp>
        <p:nvSpPr>
          <p:cNvPr id="128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29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2025-09-17T11:45:32Z</dcterms:modified>
  <cp:revision>60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