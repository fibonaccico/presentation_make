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5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EFB18E3-FBFF-44F6-A28C-BC3E0ACB7526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40F5E46-570A-4A76-B5C3-26C5EB1EB731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FDD5FB-D86D-4FAB-9344-8329F370F79C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CD9A98-D302-418E-92E2-89DF8AF3DC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C65F96-D650-4EA5-9229-175E4975B4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FECBDA-28DD-49B3-AA6B-3A78996AE7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11C0DD-AEEF-42C2-9E8A-9B4333C5D8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30CC26-F3BF-4C6A-A343-21A59BE154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1C9532-1C2A-432D-B041-24E5FA003F8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1BDA73-E935-4364-9108-E35A16E196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FCA437-4724-4338-844D-30F566EC50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52FA5F-7CDA-4D3F-953A-EAEF72760D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D49C9A3-303A-4397-8E53-083182F3D5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CCE5EC-1FDC-47FF-8C56-6506A5BE514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8970E32-7AC2-441B-BD34-7210FEFFBBC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123E16D-2FAE-49AD-9D7F-CEBFDC3DA3F7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8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0520" cy="29052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: скругленные углы 12"/>
          <p:cNvSpPr/>
          <p:nvPr/>
        </p:nvSpPr>
        <p:spPr>
          <a:xfrm>
            <a:off x="360180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: скругленные углы 11"/>
          <p:cNvSpPr/>
          <p:nvPr/>
        </p:nvSpPr>
        <p:spPr>
          <a:xfrm>
            <a:off x="630864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8" name="Прямоугольник: скругленные углы 2"/>
          <p:cNvSpPr/>
          <p:nvPr/>
        </p:nvSpPr>
        <p:spPr>
          <a:xfrm>
            <a:off x="36043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TextBox 10"/>
          <p:cNvSpPr/>
          <p:nvPr/>
        </p:nvSpPr>
        <p:spPr>
          <a:xfrm>
            <a:off x="36964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6964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640008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40008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69648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369648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Прямоугольник со скругленными углами 3"/>
          <p:cNvSpPr/>
          <p:nvPr/>
        </p:nvSpPr>
        <p:spPr>
          <a:xfrm>
            <a:off x="384840" y="1028880"/>
            <a:ext cx="300204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13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Прямоугольник 5"/>
          <p:cNvSpPr/>
          <p:nvPr/>
        </p:nvSpPr>
        <p:spPr>
          <a:xfrm>
            <a:off x="1640880" y="4489920"/>
            <a:ext cx="2998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0" name="Изображение 40"/>
          <p:cNvSpPr/>
          <p:nvPr/>
        </p:nvSpPr>
        <p:spPr>
          <a:xfrm>
            <a:off x="867240" y="3488040"/>
            <a:ext cx="256320" cy="25632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91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8800" cy="1132920"/>
          </a:xfrm>
          <a:prstGeom prst="rect">
            <a:avLst/>
          </a:prstGeom>
          <a:ln w="0">
            <a:noFill/>
          </a:ln>
        </p:spPr>
      </p:pic>
      <p:sp>
        <p:nvSpPr>
          <p:cNvPr id="92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93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2025-09-17T11:43:23Z</dcterms:modified>
  <cp:revision>63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