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BCF2C81-7038-481C-8936-765721627B0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606388-8C10-4FB5-BBF8-C1960694CB4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4BF6B6-8382-4CF8-87BC-B3FD29B47A9E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335168-931D-4890-B392-8C55BD23F9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95F764-9840-47D8-8984-E6E209C45E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52752D-30C5-44F8-9013-D9112A5F1F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82DA7C-89E8-4711-A4B6-5BE2ADF795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63CEFF-886F-4C35-A018-2AEE242170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5F36C5-C174-47CC-A143-B6978F95E5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E0F44D-05A1-4F39-853D-64B7995F14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CBA9E3-FFAD-440E-AFA9-B73BED7831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013901-B2F1-4263-9127-CD8C54601E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964918-2EEF-4640-8162-FAFD7C42C8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31F9ED-7719-4601-8943-EAC0D3F8BD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D59971-5046-4A16-92FF-FC0B2C054B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153CB6-A109-4801-8DD2-30EE758F9AD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5"/>
          <p:cNvSpPr/>
          <p:nvPr/>
        </p:nvSpPr>
        <p:spPr>
          <a:xfrm>
            <a:off x="1640880" y="448992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0" name="Изображение 40"/>
          <p:cNvSpPr/>
          <p:nvPr/>
        </p:nvSpPr>
        <p:spPr>
          <a:xfrm>
            <a:off x="867240" y="348804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1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9160" cy="1133280"/>
          </a:xfrm>
          <a:prstGeom prst="rect">
            <a:avLst/>
          </a:prstGeom>
          <a:ln w="0">
            <a:noFill/>
          </a:ln>
        </p:spPr>
      </p:pic>
      <p:sp>
        <p:nvSpPr>
          <p:cNvPr id="92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93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2025-06-19T14:49:24Z</dcterms:modified>
  <cp:revision>62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