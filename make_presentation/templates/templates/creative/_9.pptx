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25F2B1D-73C4-4271-BE39-5E0978A0A4A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8EED494-EF5B-44B3-B38B-228C6BCE45B3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7D9457-AB96-45F6-A8E6-32913FF20AFA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7C79E4-1528-4258-B11E-3FC8299300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1E6F70-7E63-4CCE-82EA-C43390D829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6AE938A-AD72-442D-BCF1-DB47816E6F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3EC562-955F-4E2A-AAE7-97DEFDEDA9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8FB1F5-41B1-4A1B-9AC0-5688484551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C40B1C-B0FF-4634-A257-F613B957CB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4E5665-7A25-47E6-BE0F-F9CA163093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92D345-8A3D-424C-B569-C3EB1E01C1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921C78-7F5D-4E28-BE1D-4B73258389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F955DD-2501-4418-A0AC-FE7C0EC3AE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44D489-0A59-4AB1-9799-67F1B92440C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CEBDAB-9E3C-48BF-8537-36E06B3A5B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AD8681-9EEE-4C5B-B7A7-ECF8594CFF1E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Прямоугольник со скругленными углами 3"/>
          <p:cNvSpPr/>
          <p:nvPr/>
        </p:nvSpPr>
        <p:spPr>
          <a:xfrm>
            <a:off x="50846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: скругленные углы 20"/>
          <p:cNvSpPr/>
          <p:nvPr/>
        </p:nvSpPr>
        <p:spPr>
          <a:xfrm>
            <a:off x="506520" y="14846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" name="TextBox 10"/>
          <p:cNvSpPr/>
          <p:nvPr/>
        </p:nvSpPr>
        <p:spPr>
          <a:xfrm>
            <a:off x="624240" y="16167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24240" y="24004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Прямоугольник: скругленные углы 29"/>
          <p:cNvSpPr/>
          <p:nvPr/>
        </p:nvSpPr>
        <p:spPr>
          <a:xfrm>
            <a:off x="3309120" y="20660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" name="TextBox 10"/>
          <p:cNvSpPr/>
          <p:nvPr/>
        </p:nvSpPr>
        <p:spPr>
          <a:xfrm>
            <a:off x="3426840" y="21981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426840" y="29818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Прямоугольник: скругленные углы 36"/>
          <p:cNvSpPr/>
          <p:nvPr/>
        </p:nvSpPr>
        <p:spPr>
          <a:xfrm>
            <a:off x="6111720" y="265932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6229440" y="279144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229440" y="357480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39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6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: скругленные углы 12"/>
          <p:cNvSpPr/>
          <p:nvPr/>
        </p:nvSpPr>
        <p:spPr>
          <a:xfrm>
            <a:off x="3601800" y="3271680"/>
            <a:ext cx="5235840" cy="132048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Прямоугольник: скругленные углы 11"/>
          <p:cNvSpPr/>
          <p:nvPr/>
        </p:nvSpPr>
        <p:spPr>
          <a:xfrm>
            <a:off x="6308640" y="1028880"/>
            <a:ext cx="2532600" cy="205632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Прямоугольник: скругленные углы 2"/>
          <p:cNvSpPr/>
          <p:nvPr/>
        </p:nvSpPr>
        <p:spPr>
          <a:xfrm>
            <a:off x="3604320" y="1014480"/>
            <a:ext cx="2532600" cy="205632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TextBox 10"/>
          <p:cNvSpPr/>
          <p:nvPr/>
        </p:nvSpPr>
        <p:spPr>
          <a:xfrm>
            <a:off x="3696480" y="1059120"/>
            <a:ext cx="23428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696480" y="1843560"/>
            <a:ext cx="2342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00080" y="1059120"/>
            <a:ext cx="233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6400080" y="1843560"/>
            <a:ext cx="23396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696480" y="3362040"/>
            <a:ext cx="5235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696480" y="3713400"/>
            <a:ext cx="51462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 со скругленными углами 3"/>
          <p:cNvSpPr/>
          <p:nvPr/>
        </p:nvSpPr>
        <p:spPr>
          <a:xfrm>
            <a:off x="384840" y="1028880"/>
            <a:ext cx="3002040" cy="356364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13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2680" cy="3604320"/>
          </a:xfrm>
          <a:prstGeom prst="rect">
            <a:avLst/>
          </a:prstGeom>
          <a:ln w="0">
            <a:noFill/>
          </a:ln>
        </p:spPr>
      </p:pic>
      <p:sp>
        <p:nvSpPr>
          <p:cNvPr id="89" name="Овал 1"/>
          <p:cNvSpPr/>
          <p:nvPr/>
        </p:nvSpPr>
        <p:spPr>
          <a:xfrm>
            <a:off x="4157640" y="63108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Овал 23"/>
          <p:cNvSpPr/>
          <p:nvPr/>
        </p:nvSpPr>
        <p:spPr>
          <a:xfrm>
            <a:off x="4157640" y="2127600"/>
            <a:ext cx="898920" cy="88704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Овал 29"/>
          <p:cNvSpPr/>
          <p:nvPr/>
        </p:nvSpPr>
        <p:spPr>
          <a:xfrm>
            <a:off x="4157640" y="361224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6560" y="4896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6560" y="1025280"/>
            <a:ext cx="357840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19854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2517840"/>
            <a:ext cx="35784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142960" y="347076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142960" y="4003560"/>
            <a:ext cx="357840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64600" y="228600"/>
            <a:ext cx="3656880" cy="20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Овал 1"/>
          <p:cNvSpPr/>
          <p:nvPr/>
        </p:nvSpPr>
        <p:spPr>
          <a:xfrm>
            <a:off x="423864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Овал 23"/>
          <p:cNvSpPr/>
          <p:nvPr/>
        </p:nvSpPr>
        <p:spPr>
          <a:xfrm>
            <a:off x="4238640" y="224388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" name="Овал 29"/>
          <p:cNvSpPr/>
          <p:nvPr/>
        </p:nvSpPr>
        <p:spPr>
          <a:xfrm>
            <a:off x="4238640" y="366732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2020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2020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215532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268776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5016600" y="35848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5016600" y="411732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9" name="Прямоугольник со скругленными углами 3"/>
          <p:cNvSpPr/>
          <p:nvPr/>
        </p:nvSpPr>
        <p:spPr>
          <a:xfrm>
            <a:off x="3848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00600" y="228600"/>
            <a:ext cx="8614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Прямоугольник со скругленными углами 3"/>
          <p:cNvSpPr/>
          <p:nvPr/>
        </p:nvSpPr>
        <p:spPr>
          <a:xfrm>
            <a:off x="0" y="3075480"/>
            <a:ext cx="9142920" cy="249444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3" name="Прямоугольник: скругленные углы 20"/>
          <p:cNvSpPr/>
          <p:nvPr/>
        </p:nvSpPr>
        <p:spPr>
          <a:xfrm>
            <a:off x="4748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" name="TextBox 10"/>
          <p:cNvSpPr/>
          <p:nvPr/>
        </p:nvSpPr>
        <p:spPr>
          <a:xfrm>
            <a:off x="59292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59292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6" name="Прямоугольник: скругленные углы 29"/>
          <p:cNvSpPr/>
          <p:nvPr/>
        </p:nvSpPr>
        <p:spPr>
          <a:xfrm>
            <a:off x="330912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TextBox 10"/>
          <p:cNvSpPr/>
          <p:nvPr/>
        </p:nvSpPr>
        <p:spPr>
          <a:xfrm>
            <a:off x="342684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42684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9" name="Прямоугольник: скругленные углы 36"/>
          <p:cNvSpPr/>
          <p:nvPr/>
        </p:nvSpPr>
        <p:spPr>
          <a:xfrm>
            <a:off x="61430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TextBox 10"/>
          <p:cNvSpPr/>
          <p:nvPr/>
        </p:nvSpPr>
        <p:spPr>
          <a:xfrm>
            <a:off x="626076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626076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2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57200" y="349200"/>
            <a:ext cx="8457480" cy="10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Прямоугольник: скругленные углы 15"/>
          <p:cNvSpPr/>
          <p:nvPr/>
        </p:nvSpPr>
        <p:spPr>
          <a:xfrm>
            <a:off x="5014080" y="250200"/>
            <a:ext cx="3819960" cy="462456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5" name="Прямоугольник: скругленные углы 16"/>
          <p:cNvSpPr/>
          <p:nvPr/>
        </p:nvSpPr>
        <p:spPr>
          <a:xfrm>
            <a:off x="329400" y="250200"/>
            <a:ext cx="4424400" cy="4624560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" name="TextBox 10"/>
          <p:cNvSpPr/>
          <p:nvPr/>
        </p:nvSpPr>
        <p:spPr>
          <a:xfrm>
            <a:off x="581760" y="82872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581760" y="1364400"/>
            <a:ext cx="390132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578160" y="215460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578160" y="2687040"/>
            <a:ext cx="390132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578160" y="348228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578160" y="4015080"/>
            <a:ext cx="390132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93200" y="300600"/>
            <a:ext cx="4078080" cy="8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" name="Прямоугольник 5"/>
          <p:cNvSpPr/>
          <p:nvPr/>
        </p:nvSpPr>
        <p:spPr>
          <a:xfrm>
            <a:off x="1640880" y="448992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6" name="Изображение 40"/>
          <p:cNvSpPr/>
          <p:nvPr/>
        </p:nvSpPr>
        <p:spPr>
          <a:xfrm>
            <a:off x="867240" y="3488040"/>
            <a:ext cx="256320" cy="2563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7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8800" cy="1132920"/>
          </a:xfrm>
          <a:prstGeom prst="rect">
            <a:avLst/>
          </a:prstGeom>
          <a:ln w="0">
            <a:noFill/>
          </a:ln>
        </p:spPr>
      </p:pic>
      <p:sp>
        <p:nvSpPr>
          <p:cNvPr id="138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39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2305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2025-09-17T11:45:58Z</dcterms:modified>
  <cp:revision>59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