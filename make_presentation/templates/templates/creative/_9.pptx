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</a:t>
            </a:r>
            <a:r>
              <a:rPr b="0" lang="en-US" sz="4400" spc="-1" strike="noStrike">
                <a:latin typeface="Arial"/>
              </a:rPr>
              <a:t>move </a:t>
            </a:r>
            <a:r>
              <a:rPr b="0" lang="en-US" sz="4400" spc="-1" strike="noStrike">
                <a:latin typeface="Arial"/>
              </a:rPr>
              <a:t>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</a:t>
            </a:r>
            <a:r>
              <a:rPr b="0" lang="en-US" sz="2000" spc="-1" strike="noStrike">
                <a:latin typeface="Arial"/>
              </a:rPr>
              <a:t>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38DEE30-6679-435D-A912-0823CBF648CC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7830BB6-EA92-44E6-91E1-419BEA4C112F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FE05610-7AE7-4F64-B85F-687EA9299AE3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1BFAFD-E12B-4873-8C47-20A2A31994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65E5AE6-6683-4367-82D3-30D7536DD6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6EB095-346B-494B-9003-FF1D18CD6BD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46B4233-B021-45EB-81D0-4DFCDB6C866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0F2B5D-CDF0-4896-8C4C-AB23392D61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19C6228-C4E3-4D8B-857D-47A36E1BC17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D00512-D7FC-4978-A511-031D3BAF29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42169A-C615-459B-B251-4563E04F36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5A6DA5F-67A6-423A-98BF-E1E02F34F37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CEB650-AFE9-470F-BA7A-A1C0F0883D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67933A7-5018-49A1-B9D9-AAE5BCC08A5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E5CE28-8C22-4F40-BD03-B7E3704F577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cfe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58E2905-4017-47F7-A52B-32C851710922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5"/>
          <p:cNvSpPr/>
          <p:nvPr/>
        </p:nvSpPr>
        <p:spPr>
          <a:xfrm>
            <a:off x="460080" y="444564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pic>
        <p:nvPicPr>
          <p:cNvPr id="49" name="Рисунок 5" descr=""/>
          <p:cNvPicPr/>
          <p:nvPr/>
        </p:nvPicPr>
        <p:blipFill>
          <a:blip r:embed="rId1"/>
          <a:stretch/>
        </p:blipFill>
        <p:spPr>
          <a:xfrm>
            <a:off x="2423160" y="4446360"/>
            <a:ext cx="290880" cy="290880"/>
          </a:xfrm>
          <a:prstGeom prst="rect">
            <a:avLst/>
          </a:prstGeom>
          <a:ln w="0">
            <a:noFill/>
          </a:ln>
        </p:spPr>
      </p:pic>
      <p:sp>
        <p:nvSpPr>
          <p:cNvPr id="50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51" name="Рисунок 3" descr=""/>
          <p:cNvPicPr/>
          <p:nvPr/>
        </p:nvPicPr>
        <p:blipFill>
          <a:blip r:embed="rId2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Рисунок 17" descr=""/>
          <p:cNvPicPr/>
          <p:nvPr/>
        </p:nvPicPr>
        <p:blipFill>
          <a:blip r:embed="rId1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  <p:sp>
        <p:nvSpPr>
          <p:cNvPr id="53" name="Овал 1"/>
          <p:cNvSpPr/>
          <p:nvPr/>
        </p:nvSpPr>
        <p:spPr>
          <a:xfrm>
            <a:off x="18576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Овал 23"/>
          <p:cNvSpPr/>
          <p:nvPr/>
        </p:nvSpPr>
        <p:spPr>
          <a:xfrm>
            <a:off x="185760" y="238140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5" name="Овал 29"/>
          <p:cNvSpPr/>
          <p:nvPr/>
        </p:nvSpPr>
        <p:spPr>
          <a:xfrm>
            <a:off x="185760" y="38606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96768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96768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964080" y="22924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964080" y="282528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0"/>
          <p:cNvSpPr/>
          <p:nvPr/>
        </p:nvSpPr>
        <p:spPr>
          <a:xfrm>
            <a:off x="964080" y="37778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" name="TextBox 10"/>
          <p:cNvSpPr/>
          <p:nvPr/>
        </p:nvSpPr>
        <p:spPr>
          <a:xfrm>
            <a:off x="964080" y="431064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2" name="Прямоугольник со скругленными углами 3"/>
          <p:cNvSpPr/>
          <p:nvPr/>
        </p:nvSpPr>
        <p:spPr>
          <a:xfrm>
            <a:off x="50846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3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421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Прямоугольник: скругленные углы 20"/>
          <p:cNvSpPr/>
          <p:nvPr/>
        </p:nvSpPr>
        <p:spPr>
          <a:xfrm>
            <a:off x="506520" y="14846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6" name="TextBox 10"/>
          <p:cNvSpPr/>
          <p:nvPr/>
        </p:nvSpPr>
        <p:spPr>
          <a:xfrm>
            <a:off x="624240" y="16167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24240" y="24004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Прямоугольник: скругленные углы 29"/>
          <p:cNvSpPr/>
          <p:nvPr/>
        </p:nvSpPr>
        <p:spPr>
          <a:xfrm>
            <a:off x="3309120" y="206604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9" name="TextBox 10"/>
          <p:cNvSpPr/>
          <p:nvPr/>
        </p:nvSpPr>
        <p:spPr>
          <a:xfrm>
            <a:off x="3426840" y="219816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0" name="TextBox 10"/>
          <p:cNvSpPr/>
          <p:nvPr/>
        </p:nvSpPr>
        <p:spPr>
          <a:xfrm>
            <a:off x="3426840" y="298188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1" name="Прямоугольник: скругленные углы 36"/>
          <p:cNvSpPr/>
          <p:nvPr/>
        </p:nvSpPr>
        <p:spPr>
          <a:xfrm>
            <a:off x="6111720" y="265932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6229440" y="279144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6229440" y="357480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39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57200" y="228600"/>
            <a:ext cx="8229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Прямоугольник: скругленные углы 12"/>
          <p:cNvSpPr/>
          <p:nvPr/>
        </p:nvSpPr>
        <p:spPr>
          <a:xfrm>
            <a:off x="3601800" y="3271680"/>
            <a:ext cx="5236200" cy="1320840"/>
          </a:xfrm>
          <a:prstGeom prst="roundRect">
            <a:avLst>
              <a:gd name="adj" fmla="val 12711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7" name="Прямоугольник: скругленные углы 11"/>
          <p:cNvSpPr/>
          <p:nvPr/>
        </p:nvSpPr>
        <p:spPr>
          <a:xfrm>
            <a:off x="6308640" y="1028880"/>
            <a:ext cx="2532960" cy="2056680"/>
          </a:xfrm>
          <a:prstGeom prst="roundRect">
            <a:avLst>
              <a:gd name="adj" fmla="val 1027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8" name="Прямоугольник: скругленные углы 2"/>
          <p:cNvSpPr/>
          <p:nvPr/>
        </p:nvSpPr>
        <p:spPr>
          <a:xfrm>
            <a:off x="3604320" y="1014480"/>
            <a:ext cx="2532960" cy="2056680"/>
          </a:xfrm>
          <a:prstGeom prst="roundRect">
            <a:avLst>
              <a:gd name="adj" fmla="val 10649"/>
            </a:avLst>
          </a:prstGeom>
          <a:noFill/>
          <a:ln w="1905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TextBox 10"/>
          <p:cNvSpPr/>
          <p:nvPr/>
        </p:nvSpPr>
        <p:spPr>
          <a:xfrm>
            <a:off x="3696480" y="1059120"/>
            <a:ext cx="234324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0" name="TextBox 10"/>
          <p:cNvSpPr/>
          <p:nvPr/>
        </p:nvSpPr>
        <p:spPr>
          <a:xfrm>
            <a:off x="3696480" y="1843560"/>
            <a:ext cx="234324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1" name="TextBox 10"/>
          <p:cNvSpPr/>
          <p:nvPr/>
        </p:nvSpPr>
        <p:spPr>
          <a:xfrm>
            <a:off x="6400080" y="1059120"/>
            <a:ext cx="234000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2" name="TextBox 10"/>
          <p:cNvSpPr/>
          <p:nvPr/>
        </p:nvSpPr>
        <p:spPr>
          <a:xfrm>
            <a:off x="6400080" y="1843560"/>
            <a:ext cx="2340000" cy="11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3" name="TextBox 10"/>
          <p:cNvSpPr/>
          <p:nvPr/>
        </p:nvSpPr>
        <p:spPr>
          <a:xfrm>
            <a:off x="3696480" y="3362040"/>
            <a:ext cx="523620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84" name="TextBox 10"/>
          <p:cNvSpPr/>
          <p:nvPr/>
        </p:nvSpPr>
        <p:spPr>
          <a:xfrm>
            <a:off x="3696480" y="3713400"/>
            <a:ext cx="514656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Прямоугольник со скругленными углами 3"/>
          <p:cNvSpPr/>
          <p:nvPr/>
        </p:nvSpPr>
        <p:spPr>
          <a:xfrm>
            <a:off x="384840" y="1028880"/>
            <a:ext cx="3002400" cy="35640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6" name="TextBox 15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4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13200" y="228600"/>
            <a:ext cx="84578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15" descr=""/>
          <p:cNvPicPr/>
          <p:nvPr/>
        </p:nvPicPr>
        <p:blipFill>
          <a:blip r:embed="rId1"/>
          <a:stretch/>
        </p:blipFill>
        <p:spPr>
          <a:xfrm>
            <a:off x="-877680" y="2245320"/>
            <a:ext cx="4613040" cy="3604680"/>
          </a:xfrm>
          <a:prstGeom prst="rect">
            <a:avLst/>
          </a:prstGeom>
          <a:ln w="0">
            <a:noFill/>
          </a:ln>
        </p:spPr>
      </p:pic>
      <p:sp>
        <p:nvSpPr>
          <p:cNvPr id="89" name="Овал 1"/>
          <p:cNvSpPr/>
          <p:nvPr/>
        </p:nvSpPr>
        <p:spPr>
          <a:xfrm>
            <a:off x="4157640" y="63108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Овал 23"/>
          <p:cNvSpPr/>
          <p:nvPr/>
        </p:nvSpPr>
        <p:spPr>
          <a:xfrm>
            <a:off x="4157640" y="2127600"/>
            <a:ext cx="899280" cy="88740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1" name="Овал 29"/>
          <p:cNvSpPr/>
          <p:nvPr/>
        </p:nvSpPr>
        <p:spPr>
          <a:xfrm>
            <a:off x="4157640" y="3612240"/>
            <a:ext cx="899280" cy="899280"/>
          </a:xfrm>
          <a:prstGeom prst="ellipse">
            <a:avLst/>
          </a:prstGeom>
          <a:noFill/>
          <a:ln>
            <a:solidFill>
              <a:srgbClr val="3e443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3e443e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2" name="TextBox 10"/>
          <p:cNvSpPr/>
          <p:nvPr/>
        </p:nvSpPr>
        <p:spPr>
          <a:xfrm>
            <a:off x="514656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3" name="TextBox 10"/>
          <p:cNvSpPr/>
          <p:nvPr/>
        </p:nvSpPr>
        <p:spPr>
          <a:xfrm>
            <a:off x="514656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4" name="TextBox 10"/>
          <p:cNvSpPr/>
          <p:nvPr/>
        </p:nvSpPr>
        <p:spPr>
          <a:xfrm>
            <a:off x="514296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5" name="TextBox 10"/>
          <p:cNvSpPr/>
          <p:nvPr/>
        </p:nvSpPr>
        <p:spPr>
          <a:xfrm>
            <a:off x="514296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6" name="TextBox 10"/>
          <p:cNvSpPr/>
          <p:nvPr/>
        </p:nvSpPr>
        <p:spPr>
          <a:xfrm>
            <a:off x="514296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97" name="TextBox 10"/>
          <p:cNvSpPr/>
          <p:nvPr/>
        </p:nvSpPr>
        <p:spPr>
          <a:xfrm>
            <a:off x="514296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TextBox 14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5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264600" y="228600"/>
            <a:ext cx="3657240" cy="20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Овал 1"/>
          <p:cNvSpPr/>
          <p:nvPr/>
        </p:nvSpPr>
        <p:spPr>
          <a:xfrm>
            <a:off x="4238640" y="83124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1" name="Овал 23"/>
          <p:cNvSpPr/>
          <p:nvPr/>
        </p:nvSpPr>
        <p:spPr>
          <a:xfrm>
            <a:off x="4238640" y="2243880"/>
            <a:ext cx="899280" cy="8874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2" name="Овал 29"/>
          <p:cNvSpPr/>
          <p:nvPr/>
        </p:nvSpPr>
        <p:spPr>
          <a:xfrm>
            <a:off x="4238640" y="3667320"/>
            <a:ext cx="899280" cy="89928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142111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03" name="TextBox 10"/>
          <p:cNvSpPr/>
          <p:nvPr/>
        </p:nvSpPr>
        <p:spPr>
          <a:xfrm>
            <a:off x="5020200" y="79704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4" name="TextBox 10"/>
          <p:cNvSpPr/>
          <p:nvPr/>
        </p:nvSpPr>
        <p:spPr>
          <a:xfrm>
            <a:off x="5020200" y="1332720"/>
            <a:ext cx="376452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0"/>
          <p:cNvSpPr/>
          <p:nvPr/>
        </p:nvSpPr>
        <p:spPr>
          <a:xfrm>
            <a:off x="5016600" y="215532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5016600" y="2687760"/>
            <a:ext cx="376452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TextBox 10"/>
          <p:cNvSpPr/>
          <p:nvPr/>
        </p:nvSpPr>
        <p:spPr>
          <a:xfrm>
            <a:off x="5016600" y="3584880"/>
            <a:ext cx="376452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8" name="TextBox 10"/>
          <p:cNvSpPr/>
          <p:nvPr/>
        </p:nvSpPr>
        <p:spPr>
          <a:xfrm>
            <a:off x="5016600" y="4117320"/>
            <a:ext cx="376452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9" name="Прямоугольник со скругленными углами 3"/>
          <p:cNvSpPr/>
          <p:nvPr/>
        </p:nvSpPr>
        <p:spPr>
          <a:xfrm>
            <a:off x="384840" y="987840"/>
            <a:ext cx="3687480" cy="349668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0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6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300600" y="228600"/>
            <a:ext cx="86144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Прямоугольник со скругленными углами 3"/>
          <p:cNvSpPr/>
          <p:nvPr/>
        </p:nvSpPr>
        <p:spPr>
          <a:xfrm>
            <a:off x="0" y="3075480"/>
            <a:ext cx="9143280" cy="2494800"/>
          </a:xfrm>
          <a:prstGeom prst="roundRect">
            <a:avLst>
              <a:gd name="adj" fmla="val 12297"/>
            </a:avLst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3" name="Прямоугольник: скругленные углы 20"/>
          <p:cNvSpPr/>
          <p:nvPr/>
        </p:nvSpPr>
        <p:spPr>
          <a:xfrm>
            <a:off x="47484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4" name="TextBox 10"/>
          <p:cNvSpPr/>
          <p:nvPr/>
        </p:nvSpPr>
        <p:spPr>
          <a:xfrm>
            <a:off x="59292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59292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6" name="Прямоугольник: скругленные углы 29"/>
          <p:cNvSpPr/>
          <p:nvPr/>
        </p:nvSpPr>
        <p:spPr>
          <a:xfrm>
            <a:off x="330912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7" name="TextBox 10"/>
          <p:cNvSpPr/>
          <p:nvPr/>
        </p:nvSpPr>
        <p:spPr>
          <a:xfrm>
            <a:off x="342684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8" name="TextBox 10"/>
          <p:cNvSpPr/>
          <p:nvPr/>
        </p:nvSpPr>
        <p:spPr>
          <a:xfrm>
            <a:off x="342684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9" name="Прямоугольник: скругленные углы 36"/>
          <p:cNvSpPr/>
          <p:nvPr/>
        </p:nvSpPr>
        <p:spPr>
          <a:xfrm>
            <a:off x="6143040" y="841680"/>
            <a:ext cx="2556720" cy="2055240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0" name="TextBox 10"/>
          <p:cNvSpPr/>
          <p:nvPr/>
        </p:nvSpPr>
        <p:spPr>
          <a:xfrm>
            <a:off x="6260760" y="973800"/>
            <a:ext cx="2289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1" name="TextBox 10"/>
          <p:cNvSpPr/>
          <p:nvPr/>
        </p:nvSpPr>
        <p:spPr>
          <a:xfrm>
            <a:off x="6260760" y="1757520"/>
            <a:ext cx="2289600" cy="11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2" name="TextBox 13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7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57200" y="349200"/>
            <a:ext cx="8457840" cy="10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c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Прямоугольник: скругленные углы 15"/>
          <p:cNvSpPr/>
          <p:nvPr/>
        </p:nvSpPr>
        <p:spPr>
          <a:xfrm>
            <a:off x="5014080" y="250200"/>
            <a:ext cx="3820320" cy="462492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5" name="Прямоугольник: скругленные углы 16"/>
          <p:cNvSpPr/>
          <p:nvPr/>
        </p:nvSpPr>
        <p:spPr>
          <a:xfrm>
            <a:off x="329400" y="250200"/>
            <a:ext cx="4424760" cy="4624920"/>
          </a:xfrm>
          <a:prstGeom prst="roundRect">
            <a:avLst>
              <a:gd name="adj" fmla="val 6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6" name="TextBox 10"/>
          <p:cNvSpPr/>
          <p:nvPr/>
        </p:nvSpPr>
        <p:spPr>
          <a:xfrm>
            <a:off x="581760" y="828720"/>
            <a:ext cx="390168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142111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7" name="TextBox 10"/>
          <p:cNvSpPr/>
          <p:nvPr/>
        </p:nvSpPr>
        <p:spPr>
          <a:xfrm>
            <a:off x="581760" y="1364400"/>
            <a:ext cx="390168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578160" y="2154600"/>
            <a:ext cx="390168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9" name="TextBox 10"/>
          <p:cNvSpPr/>
          <p:nvPr/>
        </p:nvSpPr>
        <p:spPr>
          <a:xfrm>
            <a:off x="578160" y="2687040"/>
            <a:ext cx="390168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10"/>
          <p:cNvSpPr/>
          <p:nvPr/>
        </p:nvSpPr>
        <p:spPr>
          <a:xfrm>
            <a:off x="578160" y="3482280"/>
            <a:ext cx="390168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142111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31" name="TextBox 10"/>
          <p:cNvSpPr/>
          <p:nvPr/>
        </p:nvSpPr>
        <p:spPr>
          <a:xfrm>
            <a:off x="578160" y="4015080"/>
            <a:ext cx="390168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3e443e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3e443e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2" name="TextBox 10"/>
          <p:cNvSpPr/>
          <p:nvPr/>
        </p:nvSpPr>
        <p:spPr>
          <a:xfrm>
            <a:off x="8519760" y="4831560"/>
            <a:ext cx="48456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ru-RU" sz="900" spc="-1" strike="noStrike">
                <a:solidFill>
                  <a:srgbClr val="3e443e"/>
                </a:solidFill>
                <a:latin typeface="Arial"/>
                <a:ea typeface="DejaVu Sans"/>
              </a:rPr>
              <a:t>8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493200" y="300600"/>
            <a:ext cx="4078440" cy="84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800" spc="-1" strike="noStrike">
                <a:latin typeface="Arial"/>
              </a:rPr>
              <a:t>TITLE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Прямоугольник со скругленными углами 3"/>
          <p:cNvSpPr/>
          <p:nvPr/>
        </p:nvSpPr>
        <p:spPr>
          <a:xfrm>
            <a:off x="186840" y="1782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5" name="Прямоугольник 5"/>
          <p:cNvSpPr/>
          <p:nvPr/>
        </p:nvSpPr>
        <p:spPr>
          <a:xfrm>
            <a:off x="1640880" y="4489920"/>
            <a:ext cx="299880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ts val="1650"/>
              </a:lnSpc>
              <a:buNone/>
            </a:pPr>
            <a:r>
              <a:rPr b="0" lang="ru-RU" sz="900" spc="-1" strike="noStrike">
                <a:solidFill>
                  <a:srgbClr val="f2f2f2"/>
                </a:solidFill>
                <a:latin typeface="Arial"/>
                <a:ea typeface="DejaVu Sans"/>
              </a:rPr>
              <a:t>Презентация создана в </a:t>
            </a:r>
            <a:r>
              <a:rPr b="0" lang="en-US" sz="900" spc="-1" strike="noStrike">
                <a:solidFill>
                  <a:srgbClr val="f2f2f2"/>
                </a:solidFill>
                <a:latin typeface="Arial"/>
                <a:ea typeface="DejaVu Sans"/>
              </a:rPr>
              <a:t>Fibonacci</a:t>
            </a:r>
            <a:endParaRPr b="0" lang="en-US" sz="900" spc="-1" strike="noStrike">
              <a:latin typeface="Arial"/>
            </a:endParaRPr>
          </a:p>
        </p:txBody>
      </p:sp>
      <p:sp>
        <p:nvSpPr>
          <p:cNvPr id="136" name="Изображение 40"/>
          <p:cNvSpPr/>
          <p:nvPr/>
        </p:nvSpPr>
        <p:spPr>
          <a:xfrm>
            <a:off x="867240" y="3488040"/>
            <a:ext cx="256680" cy="25668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7" name="Рисунок 10" descr=""/>
          <p:cNvPicPr/>
          <p:nvPr/>
        </p:nvPicPr>
        <p:blipFill>
          <a:blip r:embed="rId2"/>
          <a:srcRect l="0" t="30398" r="0" b="28998"/>
          <a:stretch/>
        </p:blipFill>
        <p:spPr>
          <a:xfrm>
            <a:off x="351000" y="3691440"/>
            <a:ext cx="1289160" cy="1133280"/>
          </a:xfrm>
          <a:prstGeom prst="rect">
            <a:avLst/>
          </a:prstGeom>
          <a:ln w="0">
            <a:noFill/>
          </a:ln>
        </p:spPr>
      </p:pic>
      <p:sp>
        <p:nvSpPr>
          <p:cNvPr id="138" name="Прямоугольник 10"/>
          <p:cNvSpPr/>
          <p:nvPr/>
        </p:nvSpPr>
        <p:spPr>
          <a:xfrm>
            <a:off x="460080" y="622080"/>
            <a:ext cx="692568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1" lang="en-US" sz="6600" spc="-1" strike="noStrike">
                <a:solidFill>
                  <a:srgbClr val="ffc000"/>
                </a:solidFill>
                <a:latin typeface="Arial"/>
                <a:ea typeface="DejaVu Sans"/>
              </a:rPr>
              <a:t>TITLE</a:t>
            </a:r>
            <a:endParaRPr b="0" lang="en-US" sz="6600" spc="-1" strike="noStrike">
              <a:latin typeface="Arial"/>
            </a:endParaRPr>
          </a:p>
        </p:txBody>
      </p:sp>
      <p:pic>
        <p:nvPicPr>
          <p:cNvPr id="139" name="Рисунок 11" descr=""/>
          <p:cNvPicPr/>
          <p:nvPr/>
        </p:nvPicPr>
        <p:blipFill>
          <a:blip r:embed="rId3"/>
          <a:stretch/>
        </p:blipFill>
        <p:spPr>
          <a:xfrm>
            <a:off x="5753880" y="2557440"/>
            <a:ext cx="4009680" cy="3133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Application>LibreOffice/7.3.7.2$Linux_X86_64 LibreOffice_project/30$Build-2</Application>
  <AppVersion>15.0000</AppVersion>
  <Words>148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en-US</dc:language>
  <cp:lastModifiedBy/>
  <dcterms:modified xsi:type="dcterms:W3CDTF">2025-06-19T14:48:27Z</dcterms:modified>
  <cp:revision>58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Экран (16:9)</vt:lpwstr>
  </property>
  <property fmtid="{D5CDD505-2E9C-101B-9397-08002B2CF9AE}" pid="4" name="Slides">
    <vt:i4>12</vt:i4>
  </property>
</Properties>
</file>