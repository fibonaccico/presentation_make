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move </a:t>
            </a:r>
            <a:r>
              <a:rPr b="0" lang="en-US" sz="4400" spc="-1" strike="noStrike">
                <a:latin typeface="Arial"/>
              </a:rPr>
              <a:t>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</a:t>
            </a:r>
            <a:r>
              <a:rPr b="0" lang="en-US" sz="2000" spc="-1" strike="noStrike">
                <a:latin typeface="Arial"/>
              </a:rPr>
              <a:t>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473A42A-49F4-4D15-BC44-661DAD12453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397199-CC1E-4B23-B2C1-E20EB73866CB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30E52A-7AB1-4A52-8652-0A317BEB8F42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F68FAE-1B6E-49B2-83FA-610FCBA003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546FFFD-374E-44EB-B241-ECDCB65047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96F02D-202C-4DC6-904F-AEEA5F51B4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03F9DA-FB8A-47B7-A0CF-B451028C1A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2D8E33-6045-4ED0-B2B5-DF53A31208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240ECCC-5A16-41D7-998A-FD06CABC0E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6635DF-CAC4-429D-B328-A190FAD88B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BD9FF0-EB52-4849-A120-2547FFE5D8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65154D-1DE1-4F84-95DE-83B94254E3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77DD03-ADD7-4F3E-92D0-3006541B40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3C2BC7-002B-4475-8C2B-63505D5E6E3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D29673-EC2C-4BC6-B1AF-F688D3D7EEC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</a:t>
            </a:r>
            <a:r>
              <a:rPr b="0" lang="en-US" sz="1800" spc="-1" strike="noStrike">
                <a:latin typeface="Arial"/>
              </a:rPr>
              <a:t>ck </a:t>
            </a:r>
            <a:r>
              <a:rPr b="0" lang="en-US" sz="1800" spc="-1" strike="noStrike">
                <a:latin typeface="Arial"/>
              </a:rPr>
              <a:t>to </a:t>
            </a:r>
            <a:r>
              <a:rPr b="0" lang="en-US" sz="1800" spc="-1" strike="noStrike">
                <a:latin typeface="Arial"/>
              </a:rPr>
              <a:t>edi</a:t>
            </a:r>
            <a:r>
              <a:rPr b="0" lang="en-US" sz="1800" spc="-1" strike="noStrike">
                <a:latin typeface="Arial"/>
              </a:rPr>
              <a:t>t </a:t>
            </a:r>
            <a:r>
              <a:rPr b="0" lang="en-US" sz="1800" spc="-1" strike="noStrike">
                <a:latin typeface="Arial"/>
              </a:rPr>
              <a:t>th</a:t>
            </a:r>
            <a:r>
              <a:rPr b="0" lang="en-US" sz="1800" spc="-1" strike="noStrike">
                <a:latin typeface="Arial"/>
              </a:rPr>
              <a:t>e </a:t>
            </a:r>
            <a:r>
              <a:rPr b="0" lang="en-US" sz="1800" spc="-1" strike="noStrike">
                <a:latin typeface="Arial"/>
              </a:rPr>
              <a:t>titl</a:t>
            </a:r>
            <a:r>
              <a:rPr b="0" lang="en-US" sz="1800" spc="-1" strike="noStrike">
                <a:latin typeface="Arial"/>
              </a:rPr>
              <a:t>e </a:t>
            </a:r>
            <a:r>
              <a:rPr b="0" lang="en-US" sz="1800" spc="-1" strike="noStrike">
                <a:latin typeface="Arial"/>
              </a:rPr>
              <a:t>tex</a:t>
            </a:r>
            <a:r>
              <a:rPr b="0" lang="en-US" sz="1800" spc="-1" strike="noStrike">
                <a:latin typeface="Arial"/>
              </a:rPr>
              <a:t>t </a:t>
            </a:r>
            <a:r>
              <a:rPr b="0" lang="en-US" sz="1800" spc="-1" strike="noStrike">
                <a:latin typeface="Arial"/>
              </a:rPr>
              <a:t>for</a:t>
            </a:r>
            <a:r>
              <a:rPr b="0" lang="en-US" sz="1800" spc="-1" strike="noStrike">
                <a:latin typeface="Arial"/>
              </a:rPr>
              <a:t>m</a:t>
            </a:r>
            <a:r>
              <a:rPr b="0" lang="en-US" sz="1800" spc="-1" strike="noStrike">
                <a:latin typeface="Arial"/>
              </a:rPr>
              <a:t>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37135E7-7F0B-4DE0-AB0F-5C1074AE21D6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49" name="Рисунок 3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  <p:sp>
        <p:nvSpPr>
          <p:cNvPr id="51" name="Овал 1"/>
          <p:cNvSpPr/>
          <p:nvPr/>
        </p:nvSpPr>
        <p:spPr>
          <a:xfrm>
            <a:off x="18576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Овал 23"/>
          <p:cNvSpPr/>
          <p:nvPr/>
        </p:nvSpPr>
        <p:spPr>
          <a:xfrm>
            <a:off x="185760" y="238140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Овал 29"/>
          <p:cNvSpPr/>
          <p:nvPr/>
        </p:nvSpPr>
        <p:spPr>
          <a:xfrm>
            <a:off x="185760" y="38606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96768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96768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4080" y="22924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4080" y="282528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37778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431064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Прямоугольник со скругленными углами 3"/>
          <p:cNvSpPr/>
          <p:nvPr/>
        </p:nvSpPr>
        <p:spPr>
          <a:xfrm>
            <a:off x="50846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21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: скругленные углы 20"/>
          <p:cNvSpPr/>
          <p:nvPr/>
        </p:nvSpPr>
        <p:spPr>
          <a:xfrm>
            <a:off x="506520" y="14846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4" name="TextBox 10"/>
          <p:cNvSpPr/>
          <p:nvPr/>
        </p:nvSpPr>
        <p:spPr>
          <a:xfrm>
            <a:off x="624240" y="16167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624240" y="24004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Прямоугольник: скругленные углы 29"/>
          <p:cNvSpPr/>
          <p:nvPr/>
        </p:nvSpPr>
        <p:spPr>
          <a:xfrm>
            <a:off x="3309120" y="20660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" name="TextBox 10"/>
          <p:cNvSpPr/>
          <p:nvPr/>
        </p:nvSpPr>
        <p:spPr>
          <a:xfrm>
            <a:off x="3426840" y="21981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426840" y="29818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9" name="Прямоугольник: скругленные углы 36"/>
          <p:cNvSpPr/>
          <p:nvPr/>
        </p:nvSpPr>
        <p:spPr>
          <a:xfrm>
            <a:off x="6111720" y="265932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0" name="TextBox 10"/>
          <p:cNvSpPr/>
          <p:nvPr/>
        </p:nvSpPr>
        <p:spPr>
          <a:xfrm>
            <a:off x="6229440" y="279144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6229440" y="357480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2" name="TextBox 39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57200" y="22860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: скругленные углы 12"/>
          <p:cNvSpPr/>
          <p:nvPr/>
        </p:nvSpPr>
        <p:spPr>
          <a:xfrm>
            <a:off x="3601800" y="3271680"/>
            <a:ext cx="5236200" cy="132084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Прямоугольник: скругленные углы 11"/>
          <p:cNvSpPr/>
          <p:nvPr/>
        </p:nvSpPr>
        <p:spPr>
          <a:xfrm>
            <a:off x="6308640" y="1028880"/>
            <a:ext cx="2532960" cy="205668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" name="Прямоугольник: скругленные углы 2"/>
          <p:cNvSpPr/>
          <p:nvPr/>
        </p:nvSpPr>
        <p:spPr>
          <a:xfrm>
            <a:off x="3604320" y="1014480"/>
            <a:ext cx="2532960" cy="205668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TextBox 10"/>
          <p:cNvSpPr/>
          <p:nvPr/>
        </p:nvSpPr>
        <p:spPr>
          <a:xfrm>
            <a:off x="3696480" y="1059120"/>
            <a:ext cx="2343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3696480" y="1843560"/>
            <a:ext cx="23432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6400080" y="1059120"/>
            <a:ext cx="23400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6400080" y="1843560"/>
            <a:ext cx="2340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3696480" y="336204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3696480" y="371340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Прямоугольник со скругленными углами 3"/>
          <p:cNvSpPr/>
          <p:nvPr/>
        </p:nvSpPr>
        <p:spPr>
          <a:xfrm>
            <a:off x="384840" y="1028880"/>
            <a:ext cx="3002400" cy="35640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13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3040" cy="3604680"/>
          </a:xfrm>
          <a:prstGeom prst="rect">
            <a:avLst/>
          </a:prstGeom>
          <a:ln w="0">
            <a:noFill/>
          </a:ln>
        </p:spPr>
      </p:pic>
      <p:sp>
        <p:nvSpPr>
          <p:cNvPr id="87" name="Овал 1"/>
          <p:cNvSpPr/>
          <p:nvPr/>
        </p:nvSpPr>
        <p:spPr>
          <a:xfrm>
            <a:off x="4157640" y="631080"/>
            <a:ext cx="899280" cy="89928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Овал 23"/>
          <p:cNvSpPr/>
          <p:nvPr/>
        </p:nvSpPr>
        <p:spPr>
          <a:xfrm>
            <a:off x="4157640" y="2127600"/>
            <a:ext cx="899280" cy="88740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9" name="Овал 29"/>
          <p:cNvSpPr/>
          <p:nvPr/>
        </p:nvSpPr>
        <p:spPr>
          <a:xfrm>
            <a:off x="4157640" y="3612240"/>
            <a:ext cx="899280" cy="89928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5146560" y="4896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5146560" y="1025280"/>
            <a:ext cx="35787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2960" y="19854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2960" y="2517840"/>
            <a:ext cx="35787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347076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4003560"/>
            <a:ext cx="35787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TextBox 14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264600" y="228600"/>
            <a:ext cx="3657240" cy="20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Овал 1"/>
          <p:cNvSpPr/>
          <p:nvPr/>
        </p:nvSpPr>
        <p:spPr>
          <a:xfrm>
            <a:off x="423864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9" name="Овал 23"/>
          <p:cNvSpPr/>
          <p:nvPr/>
        </p:nvSpPr>
        <p:spPr>
          <a:xfrm>
            <a:off x="4238640" y="224388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0" name="Овал 29"/>
          <p:cNvSpPr/>
          <p:nvPr/>
        </p:nvSpPr>
        <p:spPr>
          <a:xfrm>
            <a:off x="4238640" y="366732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502020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502020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5016600" y="215532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016600" y="268776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016600" y="35848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5016600" y="411732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" name="Прямоугольник со скругленными углами 3"/>
          <p:cNvSpPr/>
          <p:nvPr/>
        </p:nvSpPr>
        <p:spPr>
          <a:xfrm>
            <a:off x="3848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00600" y="228600"/>
            <a:ext cx="8614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Прямоугольник со скругленными углами 3"/>
          <p:cNvSpPr/>
          <p:nvPr/>
        </p:nvSpPr>
        <p:spPr>
          <a:xfrm>
            <a:off x="0" y="3075480"/>
            <a:ext cx="9143280" cy="24948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" name="Прямоугольник: скругленные углы 20"/>
          <p:cNvSpPr/>
          <p:nvPr/>
        </p:nvSpPr>
        <p:spPr>
          <a:xfrm>
            <a:off x="47484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" name="TextBox 10"/>
          <p:cNvSpPr/>
          <p:nvPr/>
        </p:nvSpPr>
        <p:spPr>
          <a:xfrm>
            <a:off x="59292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59292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4" name="Прямоугольник: скругленные углы 29"/>
          <p:cNvSpPr/>
          <p:nvPr/>
        </p:nvSpPr>
        <p:spPr>
          <a:xfrm>
            <a:off x="330912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" name="TextBox 10"/>
          <p:cNvSpPr/>
          <p:nvPr/>
        </p:nvSpPr>
        <p:spPr>
          <a:xfrm>
            <a:off x="342684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42684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Прямоугольник: скругленные углы 36"/>
          <p:cNvSpPr/>
          <p:nvPr/>
        </p:nvSpPr>
        <p:spPr>
          <a:xfrm>
            <a:off x="614304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TextBox 10"/>
          <p:cNvSpPr/>
          <p:nvPr/>
        </p:nvSpPr>
        <p:spPr>
          <a:xfrm>
            <a:off x="626076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9" name="TextBox 10"/>
          <p:cNvSpPr/>
          <p:nvPr/>
        </p:nvSpPr>
        <p:spPr>
          <a:xfrm>
            <a:off x="626076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0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457200" y="349200"/>
            <a:ext cx="8457840" cy="10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Прямоугольник: скругленные углы 15"/>
          <p:cNvSpPr/>
          <p:nvPr/>
        </p:nvSpPr>
        <p:spPr>
          <a:xfrm>
            <a:off x="5014080" y="250200"/>
            <a:ext cx="3820320" cy="462492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3" name="Прямоугольник: скругленные углы 16"/>
          <p:cNvSpPr/>
          <p:nvPr/>
        </p:nvSpPr>
        <p:spPr>
          <a:xfrm>
            <a:off x="329400" y="250200"/>
            <a:ext cx="4424760" cy="4624920"/>
          </a:xfrm>
          <a:prstGeom prst="roundRect">
            <a:avLst>
              <a:gd name="adj" fmla="val 6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" name="TextBox 10"/>
          <p:cNvSpPr/>
          <p:nvPr/>
        </p:nvSpPr>
        <p:spPr>
          <a:xfrm>
            <a:off x="581760" y="82872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581760" y="1364400"/>
            <a:ext cx="390168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578160" y="215460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578160" y="2687040"/>
            <a:ext cx="390168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578160" y="348228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578160" y="4015080"/>
            <a:ext cx="390168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8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493200" y="300600"/>
            <a:ext cx="4078440" cy="84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3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134" name="Рисунок 11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2305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2025-06-19T14:52:29Z</dcterms:modified>
  <cp:revision>59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