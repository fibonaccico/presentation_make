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jpeg" ContentType="image/jpeg"/>
  <Override PartName="/_rels/.rels" ContentType="application/vnd.openxmlformats-package.relationships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slideMasters/_rels/slideMaster1.xml.rels" ContentType="application/vnd.openxmlformats-package.relationships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notesSlides/_rels/notesSlide9.xml.rels" ContentType="application/vnd.openxmlformats-package.relationships+xml"/>
  <Override PartName="/ppt/notesSlides/_rels/notesSlide1.xml.rels" ContentType="application/vnd.openxmlformats-package.relationships+xml"/>
  <Override PartName="/ppt/notesSlides/notesSlide1.xml" ContentType="application/vnd.openxmlformats-officedocument.presentationml.notesSlide+xml"/>
  <Override PartName="/ppt/notesSlides/notesSlide9.xml" ContentType="application/vnd.openxmlformats-officedocument.presentationml.notesSlide+xml"/>
  <Override PartName="/ppt/_rels/presentation.xml.rels" ContentType="application/vnd.openxmlformats-package.relationship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_rels/slideLayout12.xml.rels" ContentType="application/vnd.openxmlformats-package.relationships+xml"/>
  <Override PartName="/ppt/slideLayouts/_rels/slideLayout11.xml.rels" ContentType="application/vnd.openxmlformats-package.relationships+xml"/>
  <Override PartName="/ppt/slideLayouts/_rels/slideLayout9.xml.rels" ContentType="application/vnd.openxmlformats-package.relationships+xml"/>
  <Override PartName="/ppt/slideLayouts/_rels/slideLayout10.xml.rels" ContentType="application/vnd.openxmlformats-package.relationships+xml"/>
  <Override PartName="/ppt/slideLayouts/_rels/slideLayout8.xml.rels" ContentType="application/vnd.openxmlformats-package.relationships+xml"/>
  <Override PartName="/ppt/slideLayouts/_rels/slideLayout5.xml.rels" ContentType="application/vnd.openxmlformats-package.relationships+xml"/>
  <Override PartName="/ppt/slideLayouts/_rels/slideLayout7.xml.rels" ContentType="application/vnd.openxmlformats-package.relationships+xml"/>
  <Override PartName="/ppt/slideLayouts/_rels/slideLayout4.xml.rels" ContentType="application/vnd.openxmlformats-package.relationships+xml"/>
  <Override PartName="/ppt/slideLayouts/_rels/slideLayout6.xml.rels" ContentType="application/vnd.openxmlformats-package.relationships+xml"/>
  <Override PartName="/ppt/slideLayouts/_rels/slideLayout3.xml.rels" ContentType="application/vnd.openxmlformats-package.relationships+xml"/>
  <Override PartName="/ppt/slideLayouts/_rels/slideLayout2.xml.rels" ContentType="application/vnd.openxmlformats-package.relationships+xml"/>
  <Override PartName="/ppt/slideLayouts/_rels/slideLayout1.xml.rels" ContentType="application/vnd.openxmlformats-package.relationships+xml"/>
  <Override PartName="/ppt/slideLayouts/slideLayout9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media/image1.png" ContentType="image/png"/>
  <Override PartName="/ppt/media/image2.png" ContentType="image/png"/>
  <Override PartName="/ppt/media/image3.png" ContentType="image/png"/>
  <Override PartName="/ppt/media/image4.png" ContentType="image/png"/>
  <Override PartName="/ppt/presProps.xml" ContentType="application/vnd.openxmlformats-officedocument.presentationml.presProps+xml"/>
  <Override PartName="/ppt/notesMasters/_rels/notesMaster1.xml.rels" ContentType="application/vnd.openxmlformats-package.relationships+xml"/>
  <Override PartName="/ppt/notesMasters/notesMaster1.xml" ContentType="application/vnd.openxmlformats-officedocument.presentationml.notesMaster+xml"/>
  <Override PartName="/ppt/slides/slide1.xml" ContentType="application/vnd.openxmlformats-officedocument.presentationml.slide+xml"/>
  <Override PartName="/ppt/slides/_rels/slide9.xml.rels" ContentType="application/vnd.openxmlformats-package.relationships+xml"/>
  <Override PartName="/ppt/slides/_rels/slide8.xml.rels" ContentType="application/vnd.openxmlformats-package.relationships+xml"/>
  <Override PartName="/ppt/slides/_rels/slide7.xml.rels" ContentType="application/vnd.openxmlformats-package.relationships+xml"/>
  <Override PartName="/ppt/slides/_rels/slide6.xml.rels" ContentType="application/vnd.openxmlformats-package.relationships+xml"/>
  <Override PartName="/ppt/slides/_rels/slide3.xml.rels" ContentType="application/vnd.openxmlformats-package.relationships+xml"/>
  <Override PartName="/ppt/slides/_rels/slide5.xml.rels" ContentType="application/vnd.openxmlformats-package.relationships+xml"/>
  <Override PartName="/ppt/slides/_rels/slide2.xml.rels" ContentType="application/vnd.openxmlformats-package.relationships+xml"/>
  <Override PartName="/ppt/slides/_rels/slide4.xml.rels" ContentType="application/vnd.openxmlformats-package.relationships+xml"/>
  <Override PartName="/ppt/slides/_rels/slide1.xml.rels" ContentType="application/vnd.openxmlformats-package.relationships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</Types>
</file>

<file path=_rels/.rels><?xml version="1.0" encoding="UTF-8"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custom-properties" Target="docProps/custom.xml"/><Relationship Id="rId4" Type="http://schemas.openxmlformats.org/officeDocument/2006/relationships/officeDocument" Target="ppt/presentation.xml"/>
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sldMasterIdLst>
    <p:sldMasterId id="2147483648" r:id="rId2"/>
  </p:sldMasterIdLst>
  <p:notesMasterIdLst>
    <p:notesMasterId r:id="rId3"/>
  </p:notesMasterIdLst>
  <p:sldIdLst>
    <p:sldId id="256" r:id="rId4"/>
    <p:sldId id="257" r:id="rId5"/>
    <p:sldId id="258" r:id="rId6"/>
    <p:sldId id="259" r:id="rId7"/>
    <p:sldId id="260" r:id="rId8"/>
    <p:sldId id="261" r:id="rId9"/>
    <p:sldId id="262" r:id="rId10"/>
    <p:sldId id="263" r:id="rId11"/>
    <p:sldId id="264" r:id="rId12"/>
  </p:sldIdLst>
  <p:sldSz cx="9144000" cy="5143500"/>
  <p:notesSz cx="6858000" cy="9144000"/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/>
</p:presentationPr>
</file>

<file path=ppt/_rels/presentation.xml.rels><?xml version="1.0" encoding="UTF-8"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slideMaster" Target="slideMasters/slideMaster1.xml"/><Relationship Id="rId3" Type="http://schemas.openxmlformats.org/officeDocument/2006/relationships/notesMaster" Target="notesMasters/notesMaster1.xml"/><Relationship Id="rId4" Type="http://schemas.openxmlformats.org/officeDocument/2006/relationships/slide" Target="slides/slide1.xml"/><Relationship Id="rId5" Type="http://schemas.openxmlformats.org/officeDocument/2006/relationships/slide" Target="slides/slide2.xml"/><Relationship Id="rId6" Type="http://schemas.openxmlformats.org/officeDocument/2006/relationships/slide" Target="slides/slide3.xml"/><Relationship Id="rId7" Type="http://schemas.openxmlformats.org/officeDocument/2006/relationships/slide" Target="slides/slide4.xml"/><Relationship Id="rId8" Type="http://schemas.openxmlformats.org/officeDocument/2006/relationships/slide" Target="slides/slide5.xml"/><Relationship Id="rId9" Type="http://schemas.openxmlformats.org/officeDocument/2006/relationships/slide" Target="slides/slide6.xml"/><Relationship Id="rId10" Type="http://schemas.openxmlformats.org/officeDocument/2006/relationships/slide" Target="slides/slide7.xml"/><Relationship Id="rId11" Type="http://schemas.openxmlformats.org/officeDocument/2006/relationships/slide" Target="slides/slide8.xml"/><Relationship Id="rId12" Type="http://schemas.openxmlformats.org/officeDocument/2006/relationships/slide" Target="slides/slide9.xml"/><Relationship Id="rId13" Type="http://schemas.openxmlformats.org/officeDocument/2006/relationships/presProps" Target="presProps.xml"/>
</Relationships>
</file>

<file path=ppt/notesMasters/_rels/notesMaster1.xml.rels><?xml version="1.0" encoding="UTF-8"?>
<Relationships xmlns="http://schemas.openxmlformats.org/package/2006/relationships"><Relationship Id="rId1" Type="http://schemas.openxmlformats.org/officeDocument/2006/relationships/theme" Target="../theme/theme2.xml"/>
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PlaceHolder 1"/>
          <p:cNvSpPr>
            <a:spLocks noGrp="1"/>
          </p:cNvSpPr>
          <p:nvPr>
            <p:ph type="sldImg"/>
          </p:nvPr>
        </p:nvSpPr>
        <p:spPr>
          <a:xfrm>
            <a:off x="216000" y="812520"/>
            <a:ext cx="7127280" cy="4008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r>
              <a:rPr b="0" lang="en-US" sz="4400" spc="-1" strike="noStrike">
                <a:latin typeface="Arial"/>
              </a:rPr>
              <a:t>Click to move the slide</a:t>
            </a:r>
            <a:endParaRPr b="0" lang="en-US" sz="4400" spc="-1" strike="noStrike">
              <a:latin typeface="Arial"/>
            </a:endParaRPr>
          </a:p>
        </p:txBody>
      </p:sp>
      <p:sp>
        <p:nvSpPr>
          <p:cNvPr id="42" name="PlaceHolder 2"/>
          <p:cNvSpPr>
            <a:spLocks noGrp="1"/>
          </p:cNvSpPr>
          <p:nvPr>
            <p:ph type="body"/>
          </p:nvPr>
        </p:nvSpPr>
        <p:spPr>
          <a:xfrm>
            <a:off x="756000" y="5078520"/>
            <a:ext cx="6047640" cy="48110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2000" spc="-1" strike="noStrike">
                <a:latin typeface="Arial"/>
              </a:rPr>
              <a:t>Click to edit the notes format</a:t>
            </a:r>
            <a:endParaRPr b="0" lang="en-US" sz="2000" spc="-1" strike="noStrike">
              <a:latin typeface="Arial"/>
            </a:endParaRPr>
          </a:p>
        </p:txBody>
      </p:sp>
      <p:sp>
        <p:nvSpPr>
          <p:cNvPr id="43" name="PlaceHolder 3"/>
          <p:cNvSpPr>
            <a:spLocks noGrp="1"/>
          </p:cNvSpPr>
          <p:nvPr>
            <p:ph type="hdr"/>
          </p:nvPr>
        </p:nvSpPr>
        <p:spPr>
          <a:xfrm>
            <a:off x="0" y="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400" spc="-1" strike="noStrike">
                <a:latin typeface="Times New Roman"/>
              </a:rPr>
              <a:t>&lt;header&gt;</a:t>
            </a:r>
            <a:endParaRPr b="0" lang="en-US" sz="1400" spc="-1" strike="noStrike">
              <a:latin typeface="Times New Roman"/>
            </a:endParaRPr>
          </a:p>
        </p:txBody>
      </p:sp>
      <p:sp>
        <p:nvSpPr>
          <p:cNvPr id="44" name="PlaceHolder 4"/>
          <p:cNvSpPr>
            <a:spLocks noGrp="1"/>
          </p:cNvSpPr>
          <p:nvPr>
            <p:ph type="dt" idx="4"/>
          </p:nvPr>
        </p:nvSpPr>
        <p:spPr>
          <a:xfrm>
            <a:off x="4278960" y="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lstStyle>
            <a:lvl1pPr algn="r">
              <a:buNone/>
              <a:defRPr b="0" lang="en-US" sz="1400" spc="-1" strike="noStrike">
                <a:latin typeface="Times New Roman"/>
              </a:defRPr>
            </a:lvl1pPr>
          </a:lstStyle>
          <a:p>
            <a:pPr algn="r">
              <a:buNone/>
            </a:pPr>
            <a:r>
              <a:rPr b="0" lang="en-US" sz="1400" spc="-1" strike="noStrike">
                <a:latin typeface="Times New Roman"/>
              </a:rPr>
              <a:t>&lt;date/time&gt;</a:t>
            </a:r>
            <a:endParaRPr b="0" lang="en-US" sz="1400" spc="-1" strike="noStrike">
              <a:latin typeface="Times New Roman"/>
            </a:endParaRPr>
          </a:p>
        </p:txBody>
      </p:sp>
      <p:sp>
        <p:nvSpPr>
          <p:cNvPr id="45" name="PlaceHolder 5"/>
          <p:cNvSpPr>
            <a:spLocks noGrp="1"/>
          </p:cNvSpPr>
          <p:nvPr>
            <p:ph type="ftr" idx="5"/>
          </p:nvPr>
        </p:nvSpPr>
        <p:spPr>
          <a:xfrm>
            <a:off x="0" y="1015740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b">
            <a:noAutofit/>
          </a:bodyPr>
          <a:lstStyle>
            <a:lvl1pPr>
              <a:defRPr b="0" lang="en-US" sz="1400" spc="-1" strike="noStrike">
                <a:latin typeface="Times New Roman"/>
              </a:defRPr>
            </a:lvl1pPr>
          </a:lstStyle>
          <a:p>
            <a:r>
              <a:rPr b="0" lang="en-US" sz="1400" spc="-1" strike="noStrike">
                <a:latin typeface="Times New Roman"/>
              </a:rPr>
              <a:t>&lt;footer&gt;</a:t>
            </a:r>
            <a:endParaRPr b="0" lang="en-US" sz="1400" spc="-1" strike="noStrike">
              <a:latin typeface="Times New Roman"/>
            </a:endParaRPr>
          </a:p>
        </p:txBody>
      </p:sp>
      <p:sp>
        <p:nvSpPr>
          <p:cNvPr id="46" name="PlaceHolder 6"/>
          <p:cNvSpPr>
            <a:spLocks noGrp="1"/>
          </p:cNvSpPr>
          <p:nvPr>
            <p:ph type="sldNum" idx="6"/>
          </p:nvPr>
        </p:nvSpPr>
        <p:spPr>
          <a:xfrm>
            <a:off x="4278960" y="1015740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b">
            <a:noAutofit/>
          </a:bodyPr>
          <a:lstStyle>
            <a:lvl1pPr algn="r">
              <a:buNone/>
              <a:defRPr b="0" lang="en-US" sz="1400" spc="-1" strike="noStrike">
                <a:latin typeface="Times New Roman"/>
              </a:defRPr>
            </a:lvl1pPr>
          </a:lstStyle>
          <a:p>
            <a:pPr algn="r">
              <a:buNone/>
            </a:pPr>
            <a:fld id="{D26155EF-E231-4F4F-A0EF-82072D710D80}" type="slidenum">
              <a:rPr b="0" lang="en-US" sz="1400" spc="-1" strike="noStrike">
                <a:latin typeface="Times New Roman"/>
              </a:rPr>
              <a:t>&lt;number&gt;</a:t>
            </a:fld>
            <a:endParaRPr b="0" lang="en-US" sz="1400" spc="-1" strike="noStrike"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</p:notesMaster>
</file>

<file path=ppt/notesSlides/_rels/notesSlide1.xml.rels><?xml version="1.0" encoding="UTF-8"?>
<Relationships xmlns="http://schemas.openxmlformats.org/package/2006/relationships"><Relationship Id="rId1" Type="http://schemas.openxmlformats.org/officeDocument/2006/relationships/slide" Target="../slides/slide1.xml"/><Relationship Id="rId2" Type="http://schemas.openxmlformats.org/officeDocument/2006/relationships/notesMaster" Target="../notesMasters/notesMaster1.xml"/>
</Relationships>
</file>

<file path=ppt/notesSlides/_rels/notesSlide9.xml.rels><?xml version="1.0" encoding="UTF-8"?>
<Relationships xmlns="http://schemas.openxmlformats.org/package/2006/relationships"><Relationship Id="rId1" Type="http://schemas.openxmlformats.org/officeDocument/2006/relationships/slide" Target="../slides/slide9.xml"/><Relationship Id="rId2" Type="http://schemas.openxmlformats.org/officeDocument/2006/relationships/notesMaster" Target="../notesMasters/notesMaster1.xml"/>
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5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5320" cy="3085200"/>
          </a:xfrm>
          <a:prstGeom prst="rect">
            <a:avLst/>
          </a:prstGeom>
          <a:ln w="0">
            <a:noFill/>
          </a:ln>
        </p:spPr>
      </p:sp>
      <p:sp>
        <p:nvSpPr>
          <p:cNvPr id="136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5320" cy="3599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000" spc="-1" strike="noStrike">
              <a:latin typeface="Arial"/>
            </a:endParaRPr>
          </a:p>
        </p:txBody>
      </p:sp>
      <p:sp>
        <p:nvSpPr>
          <p:cNvPr id="137" name="PlaceHolder 3"/>
          <p:cNvSpPr>
            <a:spLocks noGrp="1"/>
          </p:cNvSpPr>
          <p:nvPr>
            <p:ph type="sldNum" idx="7"/>
          </p:nvPr>
        </p:nvSpPr>
        <p:spPr>
          <a:xfrm>
            <a:off x="3884760" y="8685360"/>
            <a:ext cx="2970720" cy="457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b">
            <a:noAutofit/>
          </a:bodyPr>
          <a:lstStyle>
            <a:lvl1pPr algn="r">
              <a:lnSpc>
                <a:spcPct val="100000"/>
              </a:lnSpc>
              <a:buNone/>
              <a:defRPr b="0" lang="ru-RU" sz="1200" spc="-1" strike="noStrike">
                <a:latin typeface="Times New Roman"/>
              </a:defRPr>
            </a:lvl1pPr>
          </a:lstStyle>
          <a:p>
            <a:pPr algn="r">
              <a:lnSpc>
                <a:spcPct val="100000"/>
              </a:lnSpc>
              <a:buNone/>
            </a:pPr>
            <a:fld id="{6DDCA036-3DFB-4CBF-BBB5-45A9F99A824C}" type="slidenum">
              <a:rPr b="0" lang="ru-RU" sz="1200" spc="-1" strike="noStrike">
                <a:latin typeface="Times New Roman"/>
              </a:rPr>
              <a:t>&lt;number&gt;</a:t>
            </a:fld>
            <a:endParaRPr b="0" lang="en-US" sz="1200" spc="-1" strike="noStrike">
              <a:latin typeface="Times New Roman"/>
            </a:endParaRPr>
          </a:p>
        </p:txBody>
      </p:sp>
    </p:spTree>
  </p:cSld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5320" cy="3085200"/>
          </a:xfrm>
          <a:prstGeom prst="rect">
            <a:avLst/>
          </a:prstGeom>
          <a:ln w="0">
            <a:noFill/>
          </a:ln>
        </p:spPr>
      </p:sp>
      <p:sp>
        <p:nvSpPr>
          <p:cNvPr id="139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5320" cy="3599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000" spc="-1" strike="noStrike">
              <a:latin typeface="Arial"/>
            </a:endParaRPr>
          </a:p>
        </p:txBody>
      </p:sp>
      <p:sp>
        <p:nvSpPr>
          <p:cNvPr id="140" name="PlaceHolder 3"/>
          <p:cNvSpPr>
            <a:spLocks noGrp="1"/>
          </p:cNvSpPr>
          <p:nvPr>
            <p:ph type="sldNum" idx="8"/>
          </p:nvPr>
        </p:nvSpPr>
        <p:spPr>
          <a:xfrm>
            <a:off x="3884760" y="8685360"/>
            <a:ext cx="2970720" cy="457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b">
            <a:noAutofit/>
          </a:bodyPr>
          <a:lstStyle>
            <a:lvl1pPr algn="r">
              <a:lnSpc>
                <a:spcPct val="100000"/>
              </a:lnSpc>
              <a:buNone/>
              <a:defRPr b="0" lang="ru-RU" sz="1200" spc="-1" strike="noStrike">
                <a:latin typeface="Times New Roman"/>
              </a:defRPr>
            </a:lvl1pPr>
          </a:lstStyle>
          <a:p>
            <a:pPr algn="r">
              <a:lnSpc>
                <a:spcPct val="100000"/>
              </a:lnSpc>
              <a:buNone/>
            </a:pPr>
            <a:fld id="{22883215-C42F-4C30-940B-02906B381E40}" type="slidenum">
              <a:rPr b="0" lang="ru-RU" sz="1200" spc="-1" strike="noStrike">
                <a:latin typeface="Times New Roman"/>
              </a:rPr>
              <a:t>&lt;number&gt;</a:t>
            </a:fld>
            <a:endParaRPr b="0" lang="en-US" sz="1200" spc="-1" strike="noStrike">
              <a:latin typeface="Times New Roman"/>
            </a:endParaRPr>
          </a:p>
        </p:txBody>
      </p:sp>
    </p:spTree>
  </p:cSld>
</p:notes>
</file>

<file path=ppt/slideLayouts/_rels/slideLayout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Blank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42DC125D-5AFF-4B48-81CB-887AFD4F4150}" type="slidenum">
              <a:t>&lt;#&gt;</a:t>
            </a:fld>
          </a:p>
        </p:txBody>
      </p:sp>
      <p:sp>
        <p:nvSpPr>
          <p:cNvPr id="4" name="PlaceHolder 3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PlaceHolder 1"/>
          <p:cNvSpPr>
            <a:spLocks noGrp="1"/>
          </p:cNvSpPr>
          <p:nvPr>
            <p:ph type="title"/>
          </p:nvPr>
        </p:nvSpPr>
        <p:spPr>
          <a:xfrm>
            <a:off x="1143000" y="841680"/>
            <a:ext cx="6856920" cy="1789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US" sz="4400" spc="-1" strike="noStrike">
              <a:latin typeface="Arial"/>
            </a:endParaRPr>
          </a:p>
        </p:txBody>
      </p:sp>
      <p:sp>
        <p:nvSpPr>
          <p:cNvPr id="6" name="PlaceHolder 2"/>
          <p:cNvSpPr>
            <a:spLocks noGrp="1"/>
          </p:cNvSpPr>
          <p:nvPr>
            <p:ph type="subTitle"/>
          </p:nvPr>
        </p:nvSpPr>
        <p:spPr>
          <a:xfrm>
            <a:off x="457200" y="1203480"/>
            <a:ext cx="8228880" cy="2982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US" sz="3200" spc="-1" strike="noStrike"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F8A7A0F4-FB9A-4639-A966-8B0BB4C968C6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Title,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PlaceHolder 1"/>
          <p:cNvSpPr>
            <a:spLocks noGrp="1"/>
          </p:cNvSpPr>
          <p:nvPr>
            <p:ph type="title"/>
          </p:nvPr>
        </p:nvSpPr>
        <p:spPr>
          <a:xfrm>
            <a:off x="1143000" y="841680"/>
            <a:ext cx="6856920" cy="1789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US" sz="4400" spc="-1" strike="noStrike">
              <a:latin typeface="Arial"/>
            </a:endParaRPr>
          </a:p>
        </p:txBody>
      </p:sp>
      <p:sp>
        <p:nvSpPr>
          <p:cNvPr id="8" name="PlaceHolder 2"/>
          <p:cNvSpPr>
            <a:spLocks noGrp="1"/>
          </p:cNvSpPr>
          <p:nvPr>
            <p:ph/>
          </p:nvPr>
        </p:nvSpPr>
        <p:spPr>
          <a:xfrm>
            <a:off x="457200" y="1203480"/>
            <a:ext cx="8228880" cy="2982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4ED28BF4-F2E2-4472-9913-421C4972EF8D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Title,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PlaceHolder 1"/>
          <p:cNvSpPr>
            <a:spLocks noGrp="1"/>
          </p:cNvSpPr>
          <p:nvPr>
            <p:ph type="title"/>
          </p:nvPr>
        </p:nvSpPr>
        <p:spPr>
          <a:xfrm>
            <a:off x="1143000" y="841680"/>
            <a:ext cx="6856920" cy="1789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US" sz="4400" spc="-1" strike="noStrike">
              <a:latin typeface="Arial"/>
            </a:endParaRPr>
          </a:p>
        </p:txBody>
      </p:sp>
      <p:sp>
        <p:nvSpPr>
          <p:cNvPr id="10" name="PlaceHolder 2"/>
          <p:cNvSpPr>
            <a:spLocks noGrp="1"/>
          </p:cNvSpPr>
          <p:nvPr>
            <p:ph/>
          </p:nvPr>
        </p:nvSpPr>
        <p:spPr>
          <a:xfrm>
            <a:off x="457200" y="1203480"/>
            <a:ext cx="4015440" cy="2982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11" name="PlaceHolder 3"/>
          <p:cNvSpPr>
            <a:spLocks noGrp="1"/>
          </p:cNvSpPr>
          <p:nvPr>
            <p:ph/>
          </p:nvPr>
        </p:nvSpPr>
        <p:spPr>
          <a:xfrm>
            <a:off x="4673880" y="1203480"/>
            <a:ext cx="4015440" cy="2982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D634ABCA-9E85-48F6-9619-A61A399231EF}" type="slidenum">
              <a:t>&lt;#&gt;</a:t>
            </a:fld>
          </a:p>
        </p:txBody>
      </p:sp>
      <p:sp>
        <p:nvSpPr>
          <p:cNvPr id="7" name="PlaceHolder 6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PlaceHolder 1"/>
          <p:cNvSpPr>
            <a:spLocks noGrp="1"/>
          </p:cNvSpPr>
          <p:nvPr>
            <p:ph type="title"/>
          </p:nvPr>
        </p:nvSpPr>
        <p:spPr>
          <a:xfrm>
            <a:off x="1143000" y="841680"/>
            <a:ext cx="6856920" cy="1789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US" sz="4400" spc="-1" strike="noStrike"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E5D57213-3051-4FEA-85CA-1F300213277B}" type="slidenum">
              <a:t>&lt;#&gt;</a:t>
            </a:fld>
          </a:p>
        </p:txBody>
      </p:sp>
      <p:sp>
        <p:nvSpPr>
          <p:cNvPr id="5" name="PlaceHolder 4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nly" preserve="1">
  <p:cSld name="Centere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PlaceHolder 1"/>
          <p:cNvSpPr>
            <a:spLocks noGrp="1"/>
          </p:cNvSpPr>
          <p:nvPr>
            <p:ph type="subTitle"/>
          </p:nvPr>
        </p:nvSpPr>
        <p:spPr>
          <a:xfrm>
            <a:off x="1143000" y="841680"/>
            <a:ext cx="6856920" cy="8296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US" sz="3200" spc="-1" strike="noStrike"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B8300CFE-48BE-42EE-9EFC-A6EE74DE139C}" type="slidenum">
              <a:t>&lt;#&gt;</a:t>
            </a:fld>
          </a:p>
        </p:txBody>
      </p:sp>
      <p:sp>
        <p:nvSpPr>
          <p:cNvPr id="5" name="PlaceHolder 4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AndObj" preserve="1">
  <p:cSld name="Title, 2 Content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PlaceHolder 1"/>
          <p:cNvSpPr>
            <a:spLocks noGrp="1"/>
          </p:cNvSpPr>
          <p:nvPr>
            <p:ph type="title"/>
          </p:nvPr>
        </p:nvSpPr>
        <p:spPr>
          <a:xfrm>
            <a:off x="1143000" y="841680"/>
            <a:ext cx="6856920" cy="1789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US" sz="4400" spc="-1" strike="noStrike">
              <a:latin typeface="Arial"/>
            </a:endParaRPr>
          </a:p>
        </p:txBody>
      </p:sp>
      <p:sp>
        <p:nvSpPr>
          <p:cNvPr id="15" name="PlaceHolder 2"/>
          <p:cNvSpPr>
            <a:spLocks noGrp="1"/>
          </p:cNvSpPr>
          <p:nvPr>
            <p:ph/>
          </p:nvPr>
        </p:nvSpPr>
        <p:spPr>
          <a:xfrm>
            <a:off x="457200" y="1203480"/>
            <a:ext cx="4015440" cy="14223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16" name="PlaceHolder 3"/>
          <p:cNvSpPr>
            <a:spLocks noGrp="1"/>
          </p:cNvSpPr>
          <p:nvPr>
            <p:ph/>
          </p:nvPr>
        </p:nvSpPr>
        <p:spPr>
          <a:xfrm>
            <a:off x="4673880" y="1203480"/>
            <a:ext cx="4015440" cy="2982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17" name="PlaceHolder 4"/>
          <p:cNvSpPr>
            <a:spLocks noGrp="1"/>
          </p:cNvSpPr>
          <p:nvPr>
            <p:ph/>
          </p:nvPr>
        </p:nvSpPr>
        <p:spPr>
          <a:xfrm>
            <a:off x="457200" y="2761200"/>
            <a:ext cx="4015440" cy="14223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D928F30A-EC27-418B-B843-62D3ED044B02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AndTwoObj" preserve="1">
  <p:cSld name="Title Content and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PlaceHolder 1"/>
          <p:cNvSpPr>
            <a:spLocks noGrp="1"/>
          </p:cNvSpPr>
          <p:nvPr>
            <p:ph type="title"/>
          </p:nvPr>
        </p:nvSpPr>
        <p:spPr>
          <a:xfrm>
            <a:off x="1143000" y="841680"/>
            <a:ext cx="6856920" cy="1789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US" sz="4400" spc="-1" strike="noStrike">
              <a:latin typeface="Arial"/>
            </a:endParaRPr>
          </a:p>
        </p:txBody>
      </p:sp>
      <p:sp>
        <p:nvSpPr>
          <p:cNvPr id="19" name="PlaceHolder 2"/>
          <p:cNvSpPr>
            <a:spLocks noGrp="1"/>
          </p:cNvSpPr>
          <p:nvPr>
            <p:ph/>
          </p:nvPr>
        </p:nvSpPr>
        <p:spPr>
          <a:xfrm>
            <a:off x="457200" y="1203480"/>
            <a:ext cx="4015440" cy="2982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20" name="PlaceHolder 3"/>
          <p:cNvSpPr>
            <a:spLocks noGrp="1"/>
          </p:cNvSpPr>
          <p:nvPr>
            <p:ph/>
          </p:nvPr>
        </p:nvSpPr>
        <p:spPr>
          <a:xfrm>
            <a:off x="4673880" y="1203480"/>
            <a:ext cx="4015440" cy="14223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21" name="PlaceHolder 4"/>
          <p:cNvSpPr>
            <a:spLocks noGrp="1"/>
          </p:cNvSpPr>
          <p:nvPr>
            <p:ph/>
          </p:nvPr>
        </p:nvSpPr>
        <p:spPr>
          <a:xfrm>
            <a:off x="4673880" y="2761200"/>
            <a:ext cx="4015440" cy="14223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4025F6FD-7E5E-4BDD-93CE-4D0C5B57211F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OverTx" preserve="1">
  <p:cSld name="Title, 2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PlaceHolder 1"/>
          <p:cNvSpPr>
            <a:spLocks noGrp="1"/>
          </p:cNvSpPr>
          <p:nvPr>
            <p:ph type="title"/>
          </p:nvPr>
        </p:nvSpPr>
        <p:spPr>
          <a:xfrm>
            <a:off x="1143000" y="841680"/>
            <a:ext cx="6856920" cy="1789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US" sz="4400" spc="-1" strike="noStrike">
              <a:latin typeface="Arial"/>
            </a:endParaRPr>
          </a:p>
        </p:txBody>
      </p:sp>
      <p:sp>
        <p:nvSpPr>
          <p:cNvPr id="23" name="PlaceHolder 2"/>
          <p:cNvSpPr>
            <a:spLocks noGrp="1"/>
          </p:cNvSpPr>
          <p:nvPr>
            <p:ph/>
          </p:nvPr>
        </p:nvSpPr>
        <p:spPr>
          <a:xfrm>
            <a:off x="457200" y="1203480"/>
            <a:ext cx="4015440" cy="14223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24" name="PlaceHolder 3"/>
          <p:cNvSpPr>
            <a:spLocks noGrp="1"/>
          </p:cNvSpPr>
          <p:nvPr>
            <p:ph/>
          </p:nvPr>
        </p:nvSpPr>
        <p:spPr>
          <a:xfrm>
            <a:off x="4673880" y="1203480"/>
            <a:ext cx="4015440" cy="14223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25" name="PlaceHolder 4"/>
          <p:cNvSpPr>
            <a:spLocks noGrp="1"/>
          </p:cNvSpPr>
          <p:nvPr>
            <p:ph/>
          </p:nvPr>
        </p:nvSpPr>
        <p:spPr>
          <a:xfrm>
            <a:off x="457200" y="2761200"/>
            <a:ext cx="8228880" cy="14223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2AFC55EE-A026-486D-824C-6B3E3399AA2D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verTx" preserve="1">
  <p:cSld name="Title,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PlaceHolder 1"/>
          <p:cNvSpPr>
            <a:spLocks noGrp="1"/>
          </p:cNvSpPr>
          <p:nvPr>
            <p:ph type="title"/>
          </p:nvPr>
        </p:nvSpPr>
        <p:spPr>
          <a:xfrm>
            <a:off x="1143000" y="841680"/>
            <a:ext cx="6856920" cy="1789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US" sz="4400" spc="-1" strike="noStrike">
              <a:latin typeface="Arial"/>
            </a:endParaRPr>
          </a:p>
        </p:txBody>
      </p:sp>
      <p:sp>
        <p:nvSpPr>
          <p:cNvPr id="27" name="PlaceHolder 2"/>
          <p:cNvSpPr>
            <a:spLocks noGrp="1"/>
          </p:cNvSpPr>
          <p:nvPr>
            <p:ph/>
          </p:nvPr>
        </p:nvSpPr>
        <p:spPr>
          <a:xfrm>
            <a:off x="457200" y="1203480"/>
            <a:ext cx="8228880" cy="14223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28" name="PlaceHolder 3"/>
          <p:cNvSpPr>
            <a:spLocks noGrp="1"/>
          </p:cNvSpPr>
          <p:nvPr>
            <p:ph/>
          </p:nvPr>
        </p:nvSpPr>
        <p:spPr>
          <a:xfrm>
            <a:off x="457200" y="2761200"/>
            <a:ext cx="8228880" cy="14223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2846A698-6D75-47E9-97EA-C6E0F2672326}" type="slidenum">
              <a:t>&lt;#&gt;</a:t>
            </a:fld>
          </a:p>
        </p:txBody>
      </p:sp>
      <p:sp>
        <p:nvSpPr>
          <p:cNvPr id="7" name="PlaceHolder 6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fourObj" preserve="1">
  <p:cSld name="Title, 4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PlaceHolder 1"/>
          <p:cNvSpPr>
            <a:spLocks noGrp="1"/>
          </p:cNvSpPr>
          <p:nvPr>
            <p:ph type="title"/>
          </p:nvPr>
        </p:nvSpPr>
        <p:spPr>
          <a:xfrm>
            <a:off x="1143000" y="841680"/>
            <a:ext cx="6856920" cy="1789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US" sz="4400" spc="-1" strike="noStrike">
              <a:latin typeface="Arial"/>
            </a:endParaRPr>
          </a:p>
        </p:txBody>
      </p:sp>
      <p:sp>
        <p:nvSpPr>
          <p:cNvPr id="30" name="PlaceHolder 2"/>
          <p:cNvSpPr>
            <a:spLocks noGrp="1"/>
          </p:cNvSpPr>
          <p:nvPr>
            <p:ph/>
          </p:nvPr>
        </p:nvSpPr>
        <p:spPr>
          <a:xfrm>
            <a:off x="457200" y="1203480"/>
            <a:ext cx="4015440" cy="14223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31" name="PlaceHolder 3"/>
          <p:cNvSpPr>
            <a:spLocks noGrp="1"/>
          </p:cNvSpPr>
          <p:nvPr>
            <p:ph/>
          </p:nvPr>
        </p:nvSpPr>
        <p:spPr>
          <a:xfrm>
            <a:off x="4673880" y="1203480"/>
            <a:ext cx="4015440" cy="14223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32" name="PlaceHolder 4"/>
          <p:cNvSpPr>
            <a:spLocks noGrp="1"/>
          </p:cNvSpPr>
          <p:nvPr>
            <p:ph/>
          </p:nvPr>
        </p:nvSpPr>
        <p:spPr>
          <a:xfrm>
            <a:off x="457200" y="2761200"/>
            <a:ext cx="4015440" cy="14223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33" name="PlaceHolder 5"/>
          <p:cNvSpPr>
            <a:spLocks noGrp="1"/>
          </p:cNvSpPr>
          <p:nvPr>
            <p:ph/>
          </p:nvPr>
        </p:nvSpPr>
        <p:spPr>
          <a:xfrm>
            <a:off x="4673880" y="2761200"/>
            <a:ext cx="4015440" cy="14223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7" name="PlaceHolder 6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8" name="PlaceHolder 7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F8A20308-3495-485B-8A4C-606B86954097}" type="slidenum">
              <a:t>&lt;#&gt;</a:t>
            </a:fld>
          </a:p>
        </p:txBody>
      </p:sp>
      <p:sp>
        <p:nvSpPr>
          <p:cNvPr id="9" name="PlaceHolder 8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Title, 6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PlaceHolder 1"/>
          <p:cNvSpPr>
            <a:spLocks noGrp="1"/>
          </p:cNvSpPr>
          <p:nvPr>
            <p:ph type="title"/>
          </p:nvPr>
        </p:nvSpPr>
        <p:spPr>
          <a:xfrm>
            <a:off x="1143000" y="841680"/>
            <a:ext cx="6856920" cy="1789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US" sz="4400" spc="-1" strike="noStrike">
              <a:latin typeface="Arial"/>
            </a:endParaRPr>
          </a:p>
        </p:txBody>
      </p:sp>
      <p:sp>
        <p:nvSpPr>
          <p:cNvPr id="35" name="PlaceHolder 2"/>
          <p:cNvSpPr>
            <a:spLocks noGrp="1"/>
          </p:cNvSpPr>
          <p:nvPr>
            <p:ph/>
          </p:nvPr>
        </p:nvSpPr>
        <p:spPr>
          <a:xfrm>
            <a:off x="457200" y="1203480"/>
            <a:ext cx="2649600" cy="14223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36" name="PlaceHolder 3"/>
          <p:cNvSpPr>
            <a:spLocks noGrp="1"/>
          </p:cNvSpPr>
          <p:nvPr>
            <p:ph/>
          </p:nvPr>
        </p:nvSpPr>
        <p:spPr>
          <a:xfrm>
            <a:off x="3239640" y="1203480"/>
            <a:ext cx="2649600" cy="14223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37" name="PlaceHolder 4"/>
          <p:cNvSpPr>
            <a:spLocks noGrp="1"/>
          </p:cNvSpPr>
          <p:nvPr>
            <p:ph/>
          </p:nvPr>
        </p:nvSpPr>
        <p:spPr>
          <a:xfrm>
            <a:off x="6022080" y="1203480"/>
            <a:ext cx="2649600" cy="14223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38" name="PlaceHolder 5"/>
          <p:cNvSpPr>
            <a:spLocks noGrp="1"/>
          </p:cNvSpPr>
          <p:nvPr>
            <p:ph/>
          </p:nvPr>
        </p:nvSpPr>
        <p:spPr>
          <a:xfrm>
            <a:off x="457200" y="2761200"/>
            <a:ext cx="2649600" cy="14223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39" name="PlaceHolder 6"/>
          <p:cNvSpPr>
            <a:spLocks noGrp="1"/>
          </p:cNvSpPr>
          <p:nvPr>
            <p:ph/>
          </p:nvPr>
        </p:nvSpPr>
        <p:spPr>
          <a:xfrm>
            <a:off x="3239640" y="2761200"/>
            <a:ext cx="2649600" cy="14223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40" name="PlaceHolder 7"/>
          <p:cNvSpPr>
            <a:spLocks noGrp="1"/>
          </p:cNvSpPr>
          <p:nvPr>
            <p:ph/>
          </p:nvPr>
        </p:nvSpPr>
        <p:spPr>
          <a:xfrm>
            <a:off x="6022080" y="2761200"/>
            <a:ext cx="2649600" cy="14223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9" name="PlaceHolder 8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10" name="PlaceHolder 9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15DC15CA-FEB7-453F-B0E7-EA04284C48D4}" type="slidenum">
              <a:t>&lt;#&gt;</a:t>
            </a:fld>
          </a:p>
        </p:txBody>
      </p:sp>
      <p:sp>
        <p:nvSpPr>
          <p:cNvPr id="11" name="PlaceHolder 10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Masters/_rels/slideMaster1.xml.rels><?xml version="1.0" encoding="UTF-8"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slideLayout" Target="../slideLayouts/slideLayout1.xml"/><Relationship Id="rId3" Type="http://schemas.openxmlformats.org/officeDocument/2006/relationships/slideLayout" Target="../slideLayouts/slideLayout2.xml"/><Relationship Id="rId4" Type="http://schemas.openxmlformats.org/officeDocument/2006/relationships/slideLayout" Target="../slideLayouts/slideLayout3.xml"/><Relationship Id="rId5" Type="http://schemas.openxmlformats.org/officeDocument/2006/relationships/slideLayout" Target="../slideLayouts/slideLayout4.xml"/><Relationship Id="rId6" Type="http://schemas.openxmlformats.org/officeDocument/2006/relationships/slideLayout" Target="../slideLayouts/slideLayout5.xml"/><Relationship Id="rId7" Type="http://schemas.openxmlformats.org/officeDocument/2006/relationships/slideLayout" Target="../slideLayouts/slideLayout6.xml"/><Relationship Id="rId8" Type="http://schemas.openxmlformats.org/officeDocument/2006/relationships/slideLayout" Target="../slideLayouts/slideLayout7.xml"/><Relationship Id="rId9" Type="http://schemas.openxmlformats.org/officeDocument/2006/relationships/slideLayout" Target="../slideLayouts/slideLayout8.xml"/><Relationship Id="rId10" Type="http://schemas.openxmlformats.org/officeDocument/2006/relationships/slideLayout" Target="../slideLayouts/slideLayout9.xml"/><Relationship Id="rId11" Type="http://schemas.openxmlformats.org/officeDocument/2006/relationships/slideLayout" Target="../slideLayouts/slideLayout10.xml"/><Relationship Id="rId12" Type="http://schemas.openxmlformats.org/officeDocument/2006/relationships/slideLayout" Target="../slideLayouts/slideLayout11.xml"/><Relationship Id="rId13" Type="http://schemas.openxmlformats.org/officeDocument/2006/relationships/slideLayout" Target="../slideLayouts/slideLayout12.xml"/>
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cfe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0" name="PlaceHolder 1"/>
          <p:cNvSpPr>
            <a:spLocks noGrp="1"/>
          </p:cNvSpPr>
          <p:nvPr>
            <p:ph type="title"/>
          </p:nvPr>
        </p:nvSpPr>
        <p:spPr>
          <a:xfrm>
            <a:off x="1143000" y="841680"/>
            <a:ext cx="6856920" cy="1789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r>
              <a:rPr b="0" lang="en-US" sz="1800" spc="-1" strike="noStrike">
                <a:latin typeface="Arial"/>
              </a:rPr>
              <a:t>Click to edit the title text format</a:t>
            </a:r>
            <a:endParaRPr b="0" lang="en-US" sz="1800" spc="-1" strike="noStrike">
              <a:latin typeface="Arial"/>
            </a:endParaRPr>
          </a:p>
        </p:txBody>
      </p:sp>
      <p:sp>
        <p:nvSpPr>
          <p:cNvPr id="1" name="PlaceHolder 2"/>
          <p:cNvSpPr>
            <a:spLocks noGrp="1"/>
          </p:cNvSpPr>
          <p:nvPr>
            <p:ph type="body"/>
          </p:nvPr>
        </p:nvSpPr>
        <p:spPr>
          <a:xfrm>
            <a:off x="457200" y="1203480"/>
            <a:ext cx="8228880" cy="2982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latin typeface="Arial"/>
              </a:rPr>
              <a:t>Click to edit the outline text format</a:t>
            </a:r>
            <a:endParaRPr b="0" lang="en-US" sz="1800" spc="-1" strike="noStrike"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pc="-1" strike="noStrike">
                <a:latin typeface="Arial"/>
              </a:rPr>
              <a:t>Second Outline Level</a:t>
            </a:r>
            <a:endParaRPr b="0" lang="en-US" sz="1800" spc="-1" strike="noStrike"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latin typeface="Arial"/>
              </a:rPr>
              <a:t>Third Outline Level</a:t>
            </a:r>
            <a:endParaRPr b="0" lang="en-US" sz="1800" spc="-1" strike="noStrike"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pc="-1" strike="noStrike">
                <a:latin typeface="Arial"/>
              </a:rPr>
              <a:t>Fourth Outline Level</a:t>
            </a:r>
            <a:endParaRPr b="0" lang="en-US" sz="1800" spc="-1" strike="noStrike"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latin typeface="Arial"/>
              </a:rPr>
              <a:t>Fifth Outline Level</a:t>
            </a:r>
            <a:endParaRPr b="0" lang="en-US" sz="1800" spc="-1" strike="noStrike"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latin typeface="Arial"/>
              </a:rPr>
              <a:t>Sixth Outline Level</a:t>
            </a:r>
            <a:endParaRPr b="0" lang="en-US" sz="1800" spc="-1" strike="noStrike"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latin typeface="Arial"/>
              </a:rPr>
              <a:t>Seventh Outline Level</a:t>
            </a:r>
            <a:endParaRPr b="0" lang="en-US" sz="1800" spc="-1" strike="noStrike">
              <a:latin typeface="Arial"/>
            </a:endParaRPr>
          </a:p>
        </p:txBody>
      </p:sp>
      <p:sp>
        <p:nvSpPr>
          <p:cNvPr id="2" name="PlaceHolder 3"/>
          <p:cNvSpPr>
            <a:spLocks noGrp="1"/>
          </p:cNvSpPr>
          <p:nvPr>
            <p:ph type="ftr" idx="1"/>
          </p:nvPr>
        </p:nvSpPr>
        <p:spPr>
          <a:xfrm>
            <a:off x="3029040" y="4767120"/>
            <a:ext cx="3085200" cy="27288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algn="ctr">
              <a:lnSpc>
                <a:spcPct val="100000"/>
              </a:lnSpc>
              <a:buNone/>
              <a:defRPr b="0" lang="en-US" sz="1400" spc="-1" strike="noStrike">
                <a:latin typeface="Times New Roman"/>
              </a:defRPr>
            </a:lvl1pPr>
          </a:lstStyle>
          <a:p>
            <a:pPr algn="ctr">
              <a:lnSpc>
                <a:spcPct val="100000"/>
              </a:lnSpc>
              <a:buNone/>
            </a:pPr>
            <a:r>
              <a:rPr b="0" lang="en-US" sz="1400" spc="-1" strike="noStrike">
                <a:latin typeface="Times New Roman"/>
              </a:rPr>
              <a:t>&lt;footer&gt;</a:t>
            </a:r>
            <a:endParaRPr b="0" lang="en-US" sz="1400" spc="-1" strike="noStrike">
              <a:latin typeface="Times New Roman"/>
            </a:endParaRPr>
          </a:p>
        </p:txBody>
      </p:sp>
      <p:sp>
        <p:nvSpPr>
          <p:cNvPr id="3" name="PlaceHolder 4"/>
          <p:cNvSpPr>
            <a:spLocks noGrp="1"/>
          </p:cNvSpPr>
          <p:nvPr>
            <p:ph type="sldNum" idx="2"/>
          </p:nvPr>
        </p:nvSpPr>
        <p:spPr>
          <a:xfrm>
            <a:off x="6458040" y="4767120"/>
            <a:ext cx="2056320" cy="27288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algn="r">
              <a:lnSpc>
                <a:spcPct val="100000"/>
              </a:lnSpc>
              <a:buNone/>
              <a:defRPr b="0" lang="en-US" sz="900" spc="-1" strike="noStrike">
                <a:solidFill>
                  <a:srgbClr val="8b8b8b"/>
                </a:solidFill>
                <a:latin typeface="Calibri"/>
              </a:defRPr>
            </a:lvl1pPr>
          </a:lstStyle>
          <a:p>
            <a:pPr algn="r">
              <a:lnSpc>
                <a:spcPct val="100000"/>
              </a:lnSpc>
              <a:buNone/>
            </a:pPr>
            <a:fld id="{34C0F0D1-16B6-4314-BD5C-EDA711E28C33}" type="slidenum">
              <a:rPr b="0" lang="en-US" sz="900" spc="-1" strike="noStrike">
                <a:solidFill>
                  <a:srgbClr val="8b8b8b"/>
                </a:solidFill>
                <a:latin typeface="Calibri"/>
              </a:rPr>
              <a:t>&lt;number&gt;</a:t>
            </a:fld>
            <a:endParaRPr b="0" lang="en-US" sz="900" spc="-1" strike="noStrike">
              <a:latin typeface="Times New Roman"/>
            </a:endParaRPr>
          </a:p>
        </p:txBody>
      </p:sp>
      <p:sp>
        <p:nvSpPr>
          <p:cNvPr id="4" name="PlaceHolder 5"/>
          <p:cNvSpPr>
            <a:spLocks noGrp="1"/>
          </p:cNvSpPr>
          <p:nvPr>
            <p:ph type="dt" idx="3"/>
          </p:nvPr>
        </p:nvSpPr>
        <p:spPr>
          <a:xfrm>
            <a:off x="628560" y="4767120"/>
            <a:ext cx="2056320" cy="27288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>
              <a:defRPr b="0" lang="en-US" sz="1400" spc="-1" strike="noStrike">
                <a:latin typeface="Times New Roman"/>
              </a:defRPr>
            </a:lvl1pPr>
          </a:lstStyle>
          <a:p>
            <a:r>
              <a:rPr b="0" lang="en-US" sz="1400" spc="-1" strike="noStrike">
                <a:latin typeface="Times New Roman"/>
              </a:rPr>
              <a:t>&lt;date/time&gt;</a:t>
            </a:r>
            <a:endParaRPr b="0" lang="en-US" sz="1400" spc="-1" strike="noStrike"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  <p:sldLayoutId id="2147483660" r:id="rId13"/>
  </p:sldLayoutIdLst>
</p:sldMaster>
</file>

<file path=ppt/slides/_rels/slide1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
</Relationships>
</file>

<file path=ppt/slides/_rels/slide2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
</Relationships>
</file>

<file path=ppt/slides/_rels/slide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5.xml.rels><?xml version="1.0" encoding="UTF-8"?>
<Relationships xmlns="http://schemas.openxmlformats.org/package/2006/relationships"><Relationship Id="rId1" Type="http://schemas.openxmlformats.org/officeDocument/2006/relationships/image" Target="../media/image3.png"/><Relationship Id="rId2" Type="http://schemas.openxmlformats.org/officeDocument/2006/relationships/slideLayout" Target="../slideLayouts/slideLayout1.xml"/>
</Relationships>
</file>

<file path=ppt/slides/_rels/slide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8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9.xml.rels><?xml version="1.0" encoding="UTF-8"?>
<Relationships xmlns="http://schemas.openxmlformats.org/package/2006/relationships"><Relationship Id="rId1" Type="http://schemas.openxmlformats.org/officeDocument/2006/relationships/image" Target="../media/image4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
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" name="Прямоугольник со скругленными углами 3"/>
          <p:cNvSpPr/>
          <p:nvPr/>
        </p:nvSpPr>
        <p:spPr>
          <a:xfrm>
            <a:off x="186840" y="178200"/>
            <a:ext cx="8769600" cy="4757400"/>
          </a:xfrm>
          <a:prstGeom prst="roundRect">
            <a:avLst>
              <a:gd name="adj" fmla="val 4051"/>
            </a:avLst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</p:sp>
      <p:sp>
        <p:nvSpPr>
          <p:cNvPr id="48" name="Прямоугольник 10"/>
          <p:cNvSpPr/>
          <p:nvPr/>
        </p:nvSpPr>
        <p:spPr>
          <a:xfrm>
            <a:off x="460080" y="622080"/>
            <a:ext cx="6925320" cy="3306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ts val="6999"/>
              </a:lnSpc>
              <a:buNone/>
            </a:pPr>
            <a:r>
              <a:rPr b="1" lang="en-US" sz="6600" spc="-1" strike="noStrike">
                <a:solidFill>
                  <a:srgbClr val="ffc000"/>
                </a:solidFill>
                <a:latin typeface="Arial"/>
                <a:ea typeface="DejaVu Sans"/>
              </a:rPr>
              <a:t>TITLE</a:t>
            </a:r>
            <a:endParaRPr b="0" lang="en-US" sz="6600" spc="-1" strike="noStrike">
              <a:latin typeface="Arial"/>
            </a:endParaRPr>
          </a:p>
        </p:txBody>
      </p:sp>
      <p:pic>
        <p:nvPicPr>
          <p:cNvPr id="49" name="Рисунок 3" descr=""/>
          <p:cNvPicPr/>
          <p:nvPr/>
        </p:nvPicPr>
        <p:blipFill>
          <a:blip r:embed="rId1"/>
          <a:stretch/>
        </p:blipFill>
        <p:spPr>
          <a:xfrm>
            <a:off x="5753880" y="2557440"/>
            <a:ext cx="4009320" cy="3132720"/>
          </a:xfrm>
          <a:prstGeom prst="rect">
            <a:avLst/>
          </a:prstGeom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0" name="Рисунок 17" descr=""/>
          <p:cNvPicPr/>
          <p:nvPr/>
        </p:nvPicPr>
        <p:blipFill>
          <a:blip r:embed="rId1"/>
          <a:stretch/>
        </p:blipFill>
        <p:spPr>
          <a:xfrm>
            <a:off x="5753880" y="2557440"/>
            <a:ext cx="4009320" cy="3132720"/>
          </a:xfrm>
          <a:prstGeom prst="rect">
            <a:avLst/>
          </a:prstGeom>
          <a:ln w="0">
            <a:noFill/>
          </a:ln>
        </p:spPr>
      </p:pic>
      <p:sp>
        <p:nvSpPr>
          <p:cNvPr id="51" name="Овал 1"/>
          <p:cNvSpPr/>
          <p:nvPr/>
        </p:nvSpPr>
        <p:spPr>
          <a:xfrm>
            <a:off x="185760" y="831240"/>
            <a:ext cx="898920" cy="898920"/>
          </a:xfrm>
          <a:prstGeom prst="ellipse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  <a:buNone/>
            </a:pPr>
            <a:r>
              <a:rPr b="0" lang="ru-RU" sz="1800" spc="-1" strike="noStrike">
                <a:solidFill>
                  <a:srgbClr val="142111"/>
                </a:solidFill>
                <a:latin typeface="Calibri"/>
                <a:ea typeface="DejaVu Sans"/>
              </a:rPr>
              <a:t>01</a:t>
            </a:r>
            <a:endParaRPr b="0" lang="en-US" sz="1800" spc="-1" strike="noStrike">
              <a:latin typeface="Arial"/>
            </a:endParaRPr>
          </a:p>
        </p:txBody>
      </p:sp>
      <p:sp>
        <p:nvSpPr>
          <p:cNvPr id="52" name="Овал 23"/>
          <p:cNvSpPr/>
          <p:nvPr/>
        </p:nvSpPr>
        <p:spPr>
          <a:xfrm>
            <a:off x="185760" y="2381400"/>
            <a:ext cx="898920" cy="887040"/>
          </a:xfrm>
          <a:prstGeom prst="ellipse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  <a:buNone/>
            </a:pPr>
            <a:r>
              <a:rPr b="0" lang="ru-RU" sz="1800" spc="-1" strike="noStrike">
                <a:solidFill>
                  <a:srgbClr val="142111"/>
                </a:solidFill>
                <a:latin typeface="Calibri"/>
                <a:ea typeface="DejaVu Sans"/>
              </a:rPr>
              <a:t>02</a:t>
            </a:r>
            <a:endParaRPr b="0" lang="en-US" sz="1800" spc="-1" strike="noStrike">
              <a:latin typeface="Arial"/>
            </a:endParaRPr>
          </a:p>
        </p:txBody>
      </p:sp>
      <p:sp>
        <p:nvSpPr>
          <p:cNvPr id="53" name="Овал 29"/>
          <p:cNvSpPr/>
          <p:nvPr/>
        </p:nvSpPr>
        <p:spPr>
          <a:xfrm>
            <a:off x="185760" y="3860640"/>
            <a:ext cx="898920" cy="898920"/>
          </a:xfrm>
          <a:prstGeom prst="ellipse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  <a:buNone/>
            </a:pPr>
            <a:r>
              <a:rPr b="0" lang="ru-RU" sz="1800" spc="-1" strike="noStrike">
                <a:solidFill>
                  <a:srgbClr val="142111"/>
                </a:solidFill>
                <a:latin typeface="Calibri"/>
                <a:ea typeface="DejaVu Sans"/>
              </a:rPr>
              <a:t>03</a:t>
            </a:r>
            <a:endParaRPr b="0" lang="en-US" sz="1800" spc="-1" strike="noStrike">
              <a:latin typeface="Arial"/>
            </a:endParaRPr>
          </a:p>
        </p:txBody>
      </p:sp>
      <p:sp>
        <p:nvSpPr>
          <p:cNvPr id="54" name="TextBox 10"/>
          <p:cNvSpPr/>
          <p:nvPr/>
        </p:nvSpPr>
        <p:spPr>
          <a:xfrm>
            <a:off x="967680" y="797040"/>
            <a:ext cx="3764160" cy="550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b">
            <a:noAutofit/>
          </a:bodyPr>
          <a:p>
            <a:pPr>
              <a:lnSpc>
                <a:spcPct val="100000"/>
              </a:lnSpc>
              <a:buNone/>
            </a:pPr>
            <a:r>
              <a:rPr b="0" lang="en-US" sz="1400" spc="-1" strike="noStrike">
                <a:solidFill>
                  <a:srgbClr val="142111"/>
                </a:solidFill>
                <a:latin typeface="Arial"/>
                <a:ea typeface="DejaVu Sans"/>
              </a:rPr>
              <a:t>SUBTITLE</a:t>
            </a:r>
            <a:r>
              <a:rPr b="0" lang="ru-RU" sz="1400" spc="-1" strike="noStrike">
                <a:solidFill>
                  <a:srgbClr val="142111"/>
                </a:solidFill>
                <a:latin typeface="Arial"/>
                <a:ea typeface="DejaVu Sans"/>
              </a:rPr>
              <a:t>1</a:t>
            </a:r>
            <a:endParaRPr b="0" lang="en-US" sz="1400" spc="-1" strike="noStrike">
              <a:latin typeface="Arial"/>
            </a:endParaRPr>
          </a:p>
        </p:txBody>
      </p:sp>
      <p:sp>
        <p:nvSpPr>
          <p:cNvPr id="55" name="TextBox 10"/>
          <p:cNvSpPr/>
          <p:nvPr/>
        </p:nvSpPr>
        <p:spPr>
          <a:xfrm>
            <a:off x="967680" y="1332720"/>
            <a:ext cx="3764160" cy="789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  <a:buNone/>
            </a:pPr>
            <a:r>
              <a:rPr b="0" lang="en-US" sz="1100" spc="-1" strike="noStrike">
                <a:solidFill>
                  <a:srgbClr val="3e443e"/>
                </a:solidFill>
                <a:latin typeface="Arial"/>
                <a:ea typeface="DejaVu Sans"/>
              </a:rPr>
              <a:t>TEXT</a:t>
            </a:r>
            <a:r>
              <a:rPr b="0" lang="ru-RU" sz="1100" spc="-1" strike="noStrike">
                <a:solidFill>
                  <a:srgbClr val="3e443e"/>
                </a:solidFill>
                <a:latin typeface="Arial"/>
                <a:ea typeface="DejaVu Sans"/>
              </a:rPr>
              <a:t>1</a:t>
            </a:r>
            <a:endParaRPr b="0" lang="en-US" sz="1100" spc="-1" strike="noStrike">
              <a:latin typeface="Arial"/>
            </a:endParaRPr>
          </a:p>
        </p:txBody>
      </p:sp>
      <p:sp>
        <p:nvSpPr>
          <p:cNvPr id="56" name="TextBox 10"/>
          <p:cNvSpPr/>
          <p:nvPr/>
        </p:nvSpPr>
        <p:spPr>
          <a:xfrm>
            <a:off x="964080" y="2292480"/>
            <a:ext cx="3764160" cy="550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b">
            <a:noAutofit/>
          </a:bodyPr>
          <a:p>
            <a:pPr>
              <a:lnSpc>
                <a:spcPct val="100000"/>
              </a:lnSpc>
              <a:buNone/>
            </a:pPr>
            <a:r>
              <a:rPr b="0" lang="en-US" sz="1400" spc="-1" strike="noStrike">
                <a:solidFill>
                  <a:srgbClr val="142111"/>
                </a:solidFill>
                <a:latin typeface="Arial"/>
                <a:ea typeface="DejaVu Sans"/>
              </a:rPr>
              <a:t>SUBTITLE2</a:t>
            </a:r>
            <a:endParaRPr b="0" lang="en-US" sz="1400" spc="-1" strike="noStrike">
              <a:latin typeface="Arial"/>
            </a:endParaRPr>
          </a:p>
        </p:txBody>
      </p:sp>
      <p:sp>
        <p:nvSpPr>
          <p:cNvPr id="57" name="TextBox 10"/>
          <p:cNvSpPr/>
          <p:nvPr/>
        </p:nvSpPr>
        <p:spPr>
          <a:xfrm>
            <a:off x="964080" y="2825280"/>
            <a:ext cx="3764160" cy="842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  <a:buNone/>
            </a:pPr>
            <a:r>
              <a:rPr b="0" lang="en-US" sz="1100" spc="-1" strike="noStrike">
                <a:solidFill>
                  <a:srgbClr val="3e443e"/>
                </a:solidFill>
                <a:latin typeface="Arial"/>
                <a:ea typeface="DejaVu Sans"/>
              </a:rPr>
              <a:t>TEXT</a:t>
            </a:r>
            <a:r>
              <a:rPr b="0" lang="ru-RU" sz="1100" spc="-1" strike="noStrike">
                <a:solidFill>
                  <a:srgbClr val="3e443e"/>
                </a:solidFill>
                <a:latin typeface="Arial"/>
                <a:ea typeface="DejaVu Sans"/>
              </a:rPr>
              <a:t>2</a:t>
            </a:r>
            <a:endParaRPr b="0" lang="en-US" sz="1100" spc="-1" strike="noStrike">
              <a:latin typeface="Arial"/>
            </a:endParaRPr>
          </a:p>
        </p:txBody>
      </p:sp>
      <p:sp>
        <p:nvSpPr>
          <p:cNvPr id="58" name="TextBox 10"/>
          <p:cNvSpPr/>
          <p:nvPr/>
        </p:nvSpPr>
        <p:spPr>
          <a:xfrm>
            <a:off x="964080" y="3777840"/>
            <a:ext cx="3764160" cy="550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b">
            <a:noAutofit/>
          </a:bodyPr>
          <a:p>
            <a:pPr>
              <a:lnSpc>
                <a:spcPct val="100000"/>
              </a:lnSpc>
              <a:buNone/>
            </a:pPr>
            <a:r>
              <a:rPr b="0" lang="en-US" sz="1400" spc="-1" strike="noStrike">
                <a:solidFill>
                  <a:srgbClr val="142111"/>
                </a:solidFill>
                <a:latin typeface="Arial"/>
                <a:ea typeface="DejaVu Sans"/>
              </a:rPr>
              <a:t>SUBTITLE3</a:t>
            </a:r>
            <a:endParaRPr b="0" lang="en-US" sz="1400" spc="-1" strike="noStrike">
              <a:latin typeface="Arial"/>
            </a:endParaRPr>
          </a:p>
        </p:txBody>
      </p:sp>
      <p:sp>
        <p:nvSpPr>
          <p:cNvPr id="59" name="TextBox 10"/>
          <p:cNvSpPr/>
          <p:nvPr/>
        </p:nvSpPr>
        <p:spPr>
          <a:xfrm>
            <a:off x="964080" y="4310640"/>
            <a:ext cx="3764160" cy="794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  <a:buNone/>
            </a:pPr>
            <a:r>
              <a:rPr b="0" lang="en-US" sz="1100" spc="-1" strike="noStrike">
                <a:solidFill>
                  <a:srgbClr val="3e443e"/>
                </a:solidFill>
                <a:latin typeface="Arial"/>
                <a:ea typeface="DejaVu Sans"/>
              </a:rPr>
              <a:t>TEXT</a:t>
            </a:r>
            <a:r>
              <a:rPr b="0" lang="ru-RU" sz="1100" spc="-1" strike="noStrike">
                <a:solidFill>
                  <a:srgbClr val="3e443e"/>
                </a:solidFill>
                <a:latin typeface="Arial"/>
                <a:ea typeface="DejaVu Sans"/>
              </a:rPr>
              <a:t>3</a:t>
            </a:r>
            <a:endParaRPr b="0" lang="en-US" sz="1100" spc="-1" strike="noStrike">
              <a:latin typeface="Arial"/>
            </a:endParaRPr>
          </a:p>
        </p:txBody>
      </p:sp>
      <p:sp>
        <p:nvSpPr>
          <p:cNvPr id="60" name="Прямоугольник со скругленными углами 3"/>
          <p:cNvSpPr/>
          <p:nvPr/>
        </p:nvSpPr>
        <p:spPr>
          <a:xfrm>
            <a:off x="5084640" y="987840"/>
            <a:ext cx="3687120" cy="3496320"/>
          </a:xfrm>
          <a:prstGeom prst="roundRect">
            <a:avLst>
              <a:gd name="adj" fmla="val 12297"/>
            </a:avLst>
          </a:prstGeom>
          <a:solidFill>
            <a:srgbClr val="d9d9d9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  <a:buNone/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PIC</a:t>
            </a:r>
            <a:endParaRPr b="0" lang="en-US" sz="1800" spc="-1" strike="noStrike">
              <a:latin typeface="Arial"/>
            </a:endParaRPr>
          </a:p>
        </p:txBody>
      </p:sp>
      <p:sp>
        <p:nvSpPr>
          <p:cNvPr id="61" name="TextBox 13"/>
          <p:cNvSpPr/>
          <p:nvPr/>
        </p:nvSpPr>
        <p:spPr>
          <a:xfrm>
            <a:off x="8519760" y="4831560"/>
            <a:ext cx="484200" cy="226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r">
              <a:lnSpc>
                <a:spcPct val="100000"/>
              </a:lnSpc>
              <a:buNone/>
            </a:pPr>
            <a:r>
              <a:rPr b="0" lang="ru-RU" sz="900" spc="-1" strike="noStrike">
                <a:solidFill>
                  <a:srgbClr val="3e443e"/>
                </a:solidFill>
                <a:latin typeface="Arial"/>
                <a:ea typeface="DejaVu Sans"/>
              </a:rPr>
              <a:t>2</a:t>
            </a:r>
            <a:endParaRPr b="0" lang="en-US" sz="900" spc="-1" strike="noStrike">
              <a:latin typeface="Arial"/>
            </a:endParaRPr>
          </a:p>
        </p:txBody>
      </p:sp>
      <p:sp>
        <p:nvSpPr>
          <p:cNvPr id="62" name=""/>
          <p:cNvSpPr/>
          <p:nvPr/>
        </p:nvSpPr>
        <p:spPr>
          <a:xfrm>
            <a:off x="421200" y="228600"/>
            <a:ext cx="8457480" cy="685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  <a:buNone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  <a:ea typeface="DejaVu Sans"/>
              </a:rPr>
              <a:t>TITLE</a:t>
            </a:r>
            <a:endParaRPr b="0" lang="en-US" sz="1800" spc="-1" strike="noStrike"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Прямоугольник: скругленные углы 20"/>
          <p:cNvSpPr/>
          <p:nvPr/>
        </p:nvSpPr>
        <p:spPr>
          <a:xfrm>
            <a:off x="506520" y="1484640"/>
            <a:ext cx="2556360" cy="2054880"/>
          </a:xfrm>
          <a:prstGeom prst="roundRect">
            <a:avLst>
              <a:gd name="adj" fmla="val 12353"/>
            </a:avLst>
          </a:prstGeom>
          <a:solidFill>
            <a:schemeClr val="bg1"/>
          </a:solidFill>
          <a:ln>
            <a:solidFill>
              <a:srgbClr val="ffffff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</p:sp>
      <p:sp>
        <p:nvSpPr>
          <p:cNvPr id="64" name="TextBox 10"/>
          <p:cNvSpPr/>
          <p:nvPr/>
        </p:nvSpPr>
        <p:spPr>
          <a:xfrm>
            <a:off x="624240" y="1616760"/>
            <a:ext cx="2289240" cy="728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b">
            <a:noAutofit/>
          </a:bodyPr>
          <a:p>
            <a:pPr>
              <a:lnSpc>
                <a:spcPct val="100000"/>
              </a:lnSpc>
              <a:buNone/>
            </a:pPr>
            <a:r>
              <a:rPr b="0" lang="en-US" sz="1400" spc="-1" strike="noStrike">
                <a:solidFill>
                  <a:srgbClr val="142111"/>
                </a:solidFill>
                <a:latin typeface="Arial"/>
                <a:ea typeface="DejaVu Sans"/>
              </a:rPr>
              <a:t>SUBTITLE1</a:t>
            </a:r>
            <a:endParaRPr b="0" lang="en-US" sz="1400" spc="-1" strike="noStrike">
              <a:latin typeface="Arial"/>
            </a:endParaRPr>
          </a:p>
        </p:txBody>
      </p:sp>
      <p:sp>
        <p:nvSpPr>
          <p:cNvPr id="65" name="TextBox 10"/>
          <p:cNvSpPr/>
          <p:nvPr/>
        </p:nvSpPr>
        <p:spPr>
          <a:xfrm>
            <a:off x="624240" y="2400480"/>
            <a:ext cx="2289240" cy="1161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  <a:buNone/>
            </a:pPr>
            <a:r>
              <a:rPr b="0" lang="en-US" sz="1100" spc="-1" strike="noStrike">
                <a:solidFill>
                  <a:srgbClr val="3e443e"/>
                </a:solidFill>
                <a:latin typeface="Arial"/>
                <a:ea typeface="DejaVu Sans"/>
              </a:rPr>
              <a:t>TEXT</a:t>
            </a:r>
            <a:r>
              <a:rPr b="0" lang="ru-RU" sz="1100" spc="-1" strike="noStrike">
                <a:solidFill>
                  <a:srgbClr val="3e443e"/>
                </a:solidFill>
                <a:latin typeface="Arial"/>
                <a:ea typeface="DejaVu Sans"/>
              </a:rPr>
              <a:t>1</a:t>
            </a:r>
            <a:endParaRPr b="0" lang="en-US" sz="1100" spc="-1" strike="noStrike">
              <a:latin typeface="Arial"/>
            </a:endParaRPr>
          </a:p>
        </p:txBody>
      </p:sp>
      <p:sp>
        <p:nvSpPr>
          <p:cNvPr id="66" name="Прямоугольник: скругленные углы 29"/>
          <p:cNvSpPr/>
          <p:nvPr/>
        </p:nvSpPr>
        <p:spPr>
          <a:xfrm>
            <a:off x="3309120" y="2066040"/>
            <a:ext cx="2556360" cy="2054880"/>
          </a:xfrm>
          <a:prstGeom prst="roundRect">
            <a:avLst>
              <a:gd name="adj" fmla="val 12353"/>
            </a:avLst>
          </a:prstGeom>
          <a:solidFill>
            <a:schemeClr val="bg1"/>
          </a:solidFill>
          <a:ln>
            <a:solidFill>
              <a:srgbClr val="ffffff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</p:sp>
      <p:sp>
        <p:nvSpPr>
          <p:cNvPr id="67" name="TextBox 10"/>
          <p:cNvSpPr/>
          <p:nvPr/>
        </p:nvSpPr>
        <p:spPr>
          <a:xfrm>
            <a:off x="3426840" y="2198160"/>
            <a:ext cx="2289240" cy="728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b">
            <a:noAutofit/>
          </a:bodyPr>
          <a:p>
            <a:pPr>
              <a:lnSpc>
                <a:spcPct val="100000"/>
              </a:lnSpc>
              <a:buNone/>
            </a:pPr>
            <a:r>
              <a:rPr b="0" lang="en-US" sz="1400" spc="-1" strike="noStrike">
                <a:solidFill>
                  <a:srgbClr val="142111"/>
                </a:solidFill>
                <a:latin typeface="Arial"/>
                <a:ea typeface="DejaVu Sans"/>
              </a:rPr>
              <a:t>SUBTITLE2</a:t>
            </a:r>
            <a:endParaRPr b="0" lang="en-US" sz="1400" spc="-1" strike="noStrike">
              <a:latin typeface="Arial"/>
            </a:endParaRPr>
          </a:p>
        </p:txBody>
      </p:sp>
      <p:sp>
        <p:nvSpPr>
          <p:cNvPr id="68" name="TextBox 10"/>
          <p:cNvSpPr/>
          <p:nvPr/>
        </p:nvSpPr>
        <p:spPr>
          <a:xfrm>
            <a:off x="3426840" y="2981880"/>
            <a:ext cx="2289240" cy="1161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  <a:buNone/>
            </a:pPr>
            <a:r>
              <a:rPr b="0" lang="en-US" sz="1100" spc="-1" strike="noStrike">
                <a:solidFill>
                  <a:srgbClr val="3e443e"/>
                </a:solidFill>
                <a:latin typeface="Arial"/>
                <a:ea typeface="DejaVu Sans"/>
              </a:rPr>
              <a:t>TEXT2</a:t>
            </a:r>
            <a:endParaRPr b="0" lang="en-US" sz="1100" spc="-1" strike="noStrike">
              <a:latin typeface="Arial"/>
            </a:endParaRPr>
          </a:p>
        </p:txBody>
      </p:sp>
      <p:sp>
        <p:nvSpPr>
          <p:cNvPr id="69" name="Прямоугольник: скругленные углы 36"/>
          <p:cNvSpPr/>
          <p:nvPr/>
        </p:nvSpPr>
        <p:spPr>
          <a:xfrm>
            <a:off x="6111720" y="2659320"/>
            <a:ext cx="2556360" cy="2054880"/>
          </a:xfrm>
          <a:prstGeom prst="roundRect">
            <a:avLst>
              <a:gd name="adj" fmla="val 12353"/>
            </a:avLst>
          </a:prstGeom>
          <a:solidFill>
            <a:schemeClr val="bg1"/>
          </a:solidFill>
          <a:ln>
            <a:solidFill>
              <a:srgbClr val="ffffff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</p:sp>
      <p:sp>
        <p:nvSpPr>
          <p:cNvPr id="70" name="TextBox 10"/>
          <p:cNvSpPr/>
          <p:nvPr/>
        </p:nvSpPr>
        <p:spPr>
          <a:xfrm>
            <a:off x="6229440" y="2791440"/>
            <a:ext cx="2289240" cy="728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b">
            <a:noAutofit/>
          </a:bodyPr>
          <a:p>
            <a:pPr>
              <a:lnSpc>
                <a:spcPct val="100000"/>
              </a:lnSpc>
              <a:buNone/>
            </a:pPr>
            <a:r>
              <a:rPr b="0" lang="en-US" sz="1400" spc="-1" strike="noStrike">
                <a:solidFill>
                  <a:srgbClr val="142111"/>
                </a:solidFill>
                <a:latin typeface="Arial"/>
                <a:ea typeface="DejaVu Sans"/>
              </a:rPr>
              <a:t>SUBTITLE3</a:t>
            </a:r>
            <a:endParaRPr b="0" lang="en-US" sz="1400" spc="-1" strike="noStrike">
              <a:latin typeface="Arial"/>
            </a:endParaRPr>
          </a:p>
        </p:txBody>
      </p:sp>
      <p:sp>
        <p:nvSpPr>
          <p:cNvPr id="71" name="TextBox 10"/>
          <p:cNvSpPr/>
          <p:nvPr/>
        </p:nvSpPr>
        <p:spPr>
          <a:xfrm>
            <a:off x="6229440" y="3574800"/>
            <a:ext cx="2289240" cy="1161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  <a:buNone/>
            </a:pPr>
            <a:r>
              <a:rPr b="0" lang="en-US" sz="1100" spc="-1" strike="noStrike">
                <a:solidFill>
                  <a:srgbClr val="3e443e"/>
                </a:solidFill>
                <a:latin typeface="Arial"/>
                <a:ea typeface="DejaVu Sans"/>
              </a:rPr>
              <a:t>TEXT3</a:t>
            </a:r>
            <a:endParaRPr b="0" lang="en-US" sz="1100" spc="-1" strike="noStrike">
              <a:latin typeface="Arial"/>
            </a:endParaRPr>
          </a:p>
        </p:txBody>
      </p:sp>
      <p:sp>
        <p:nvSpPr>
          <p:cNvPr id="72" name="TextBox 39"/>
          <p:cNvSpPr/>
          <p:nvPr/>
        </p:nvSpPr>
        <p:spPr>
          <a:xfrm>
            <a:off x="8519760" y="4831560"/>
            <a:ext cx="484200" cy="226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r">
              <a:lnSpc>
                <a:spcPct val="100000"/>
              </a:lnSpc>
              <a:buNone/>
            </a:pPr>
            <a:r>
              <a:rPr b="0" lang="ru-RU" sz="900" spc="-1" strike="noStrike">
                <a:solidFill>
                  <a:srgbClr val="3e443e"/>
                </a:solidFill>
                <a:latin typeface="Arial"/>
                <a:ea typeface="DejaVu Sans"/>
              </a:rPr>
              <a:t>3</a:t>
            </a:r>
            <a:endParaRPr b="0" lang="en-US" sz="900" spc="-1" strike="noStrike">
              <a:latin typeface="Arial"/>
            </a:endParaRPr>
          </a:p>
        </p:txBody>
      </p:sp>
      <p:sp>
        <p:nvSpPr>
          <p:cNvPr id="73" name=""/>
          <p:cNvSpPr/>
          <p:nvPr/>
        </p:nvSpPr>
        <p:spPr>
          <a:xfrm>
            <a:off x="457200" y="228600"/>
            <a:ext cx="8228880" cy="1142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  <a:buNone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  <a:ea typeface="DejaVu Sans"/>
              </a:rPr>
              <a:t>TITLE</a:t>
            </a:r>
            <a:endParaRPr b="0" lang="en-US" sz="1800" spc="-1" strike="noStrike"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4" name="Прямоугольник: скругленные углы 12"/>
          <p:cNvSpPr/>
          <p:nvPr/>
        </p:nvSpPr>
        <p:spPr>
          <a:xfrm>
            <a:off x="3601800" y="3271680"/>
            <a:ext cx="5235840" cy="1320480"/>
          </a:xfrm>
          <a:prstGeom prst="roundRect">
            <a:avLst>
              <a:gd name="adj" fmla="val 12711"/>
            </a:avLst>
          </a:prstGeom>
          <a:noFill/>
          <a:ln w="19050">
            <a:solidFill>
              <a:srgbClr val="ffc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</p:sp>
      <p:sp>
        <p:nvSpPr>
          <p:cNvPr id="75" name="Прямоугольник: скругленные углы 11"/>
          <p:cNvSpPr/>
          <p:nvPr/>
        </p:nvSpPr>
        <p:spPr>
          <a:xfrm>
            <a:off x="6308640" y="1028880"/>
            <a:ext cx="2532600" cy="2056320"/>
          </a:xfrm>
          <a:prstGeom prst="roundRect">
            <a:avLst>
              <a:gd name="adj" fmla="val 10279"/>
            </a:avLst>
          </a:prstGeom>
          <a:noFill/>
          <a:ln w="19050">
            <a:solidFill>
              <a:srgbClr val="ffc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</p:sp>
      <p:sp>
        <p:nvSpPr>
          <p:cNvPr id="76" name="Прямоугольник: скругленные углы 2"/>
          <p:cNvSpPr/>
          <p:nvPr/>
        </p:nvSpPr>
        <p:spPr>
          <a:xfrm>
            <a:off x="3604320" y="1014480"/>
            <a:ext cx="2532600" cy="2056320"/>
          </a:xfrm>
          <a:prstGeom prst="roundRect">
            <a:avLst>
              <a:gd name="adj" fmla="val 10649"/>
            </a:avLst>
          </a:prstGeom>
          <a:noFill/>
          <a:ln w="19050">
            <a:solidFill>
              <a:srgbClr val="ffc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</p:sp>
      <p:sp>
        <p:nvSpPr>
          <p:cNvPr id="77" name="TextBox 10"/>
          <p:cNvSpPr/>
          <p:nvPr/>
        </p:nvSpPr>
        <p:spPr>
          <a:xfrm>
            <a:off x="3696480" y="1059120"/>
            <a:ext cx="2342880" cy="713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b">
            <a:noAutofit/>
          </a:bodyPr>
          <a:p>
            <a:pPr>
              <a:lnSpc>
                <a:spcPct val="100000"/>
              </a:lnSpc>
              <a:buNone/>
            </a:pPr>
            <a:r>
              <a:rPr b="0" lang="en-US" sz="1400" spc="-1" strike="noStrike">
                <a:solidFill>
                  <a:srgbClr val="142111"/>
                </a:solidFill>
                <a:latin typeface="Arial"/>
                <a:ea typeface="DejaVu Sans"/>
              </a:rPr>
              <a:t>SUBTITLE</a:t>
            </a:r>
            <a:r>
              <a:rPr b="0" lang="ru-RU" sz="1400" spc="-1" strike="noStrike">
                <a:solidFill>
                  <a:srgbClr val="142111"/>
                </a:solidFill>
                <a:latin typeface="Arial"/>
                <a:ea typeface="DejaVu Sans"/>
              </a:rPr>
              <a:t>1</a:t>
            </a:r>
            <a:endParaRPr b="0" lang="en-US" sz="1400" spc="-1" strike="noStrike">
              <a:latin typeface="Arial"/>
            </a:endParaRPr>
          </a:p>
        </p:txBody>
      </p:sp>
      <p:sp>
        <p:nvSpPr>
          <p:cNvPr id="78" name="TextBox 10"/>
          <p:cNvSpPr/>
          <p:nvPr/>
        </p:nvSpPr>
        <p:spPr>
          <a:xfrm>
            <a:off x="3696480" y="1843560"/>
            <a:ext cx="2342880" cy="1141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  <a:buNone/>
            </a:pPr>
            <a:r>
              <a:rPr b="0" lang="en-US" sz="1100" spc="-1" strike="noStrike">
                <a:solidFill>
                  <a:srgbClr val="3e443e"/>
                </a:solidFill>
                <a:latin typeface="Arial"/>
                <a:ea typeface="DejaVu Sans"/>
              </a:rPr>
              <a:t>TEXT</a:t>
            </a:r>
            <a:r>
              <a:rPr b="0" lang="ru-RU" sz="1100" spc="-1" strike="noStrike">
                <a:solidFill>
                  <a:srgbClr val="3e443e"/>
                </a:solidFill>
                <a:latin typeface="Arial"/>
                <a:ea typeface="DejaVu Sans"/>
              </a:rPr>
              <a:t>1</a:t>
            </a:r>
            <a:endParaRPr b="0" lang="en-US" sz="1100" spc="-1" strike="noStrike">
              <a:latin typeface="Arial"/>
            </a:endParaRPr>
          </a:p>
        </p:txBody>
      </p:sp>
      <p:sp>
        <p:nvSpPr>
          <p:cNvPr id="79" name="TextBox 10"/>
          <p:cNvSpPr/>
          <p:nvPr/>
        </p:nvSpPr>
        <p:spPr>
          <a:xfrm>
            <a:off x="6400080" y="1059120"/>
            <a:ext cx="2339640" cy="713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b">
            <a:noAutofit/>
          </a:bodyPr>
          <a:p>
            <a:pPr>
              <a:lnSpc>
                <a:spcPct val="100000"/>
              </a:lnSpc>
              <a:buNone/>
            </a:pPr>
            <a:r>
              <a:rPr b="0" lang="en-US" sz="1400" spc="-1" strike="noStrike">
                <a:solidFill>
                  <a:srgbClr val="142111"/>
                </a:solidFill>
                <a:latin typeface="Arial"/>
                <a:ea typeface="DejaVu Sans"/>
              </a:rPr>
              <a:t>SUBTITLE2</a:t>
            </a:r>
            <a:endParaRPr b="0" lang="en-US" sz="1400" spc="-1" strike="noStrike">
              <a:latin typeface="Arial"/>
            </a:endParaRPr>
          </a:p>
        </p:txBody>
      </p:sp>
      <p:sp>
        <p:nvSpPr>
          <p:cNvPr id="80" name="TextBox 10"/>
          <p:cNvSpPr/>
          <p:nvPr/>
        </p:nvSpPr>
        <p:spPr>
          <a:xfrm>
            <a:off x="6400080" y="1843560"/>
            <a:ext cx="2339640" cy="1141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  <a:buNone/>
            </a:pPr>
            <a:r>
              <a:rPr b="0" lang="en-US" sz="1100" spc="-1" strike="noStrike">
                <a:solidFill>
                  <a:srgbClr val="3e443e"/>
                </a:solidFill>
                <a:latin typeface="Arial"/>
                <a:ea typeface="DejaVu Sans"/>
              </a:rPr>
              <a:t>TEXT</a:t>
            </a:r>
            <a:r>
              <a:rPr b="0" lang="ru-RU" sz="1100" spc="-1" strike="noStrike">
                <a:solidFill>
                  <a:srgbClr val="3e443e"/>
                </a:solidFill>
                <a:latin typeface="Arial"/>
                <a:ea typeface="DejaVu Sans"/>
              </a:rPr>
              <a:t>2</a:t>
            </a:r>
            <a:endParaRPr b="0" lang="en-US" sz="1100" spc="-1" strike="noStrike">
              <a:latin typeface="Arial"/>
            </a:endParaRPr>
          </a:p>
        </p:txBody>
      </p:sp>
      <p:sp>
        <p:nvSpPr>
          <p:cNvPr id="81" name="TextBox 10"/>
          <p:cNvSpPr/>
          <p:nvPr/>
        </p:nvSpPr>
        <p:spPr>
          <a:xfrm>
            <a:off x="3696480" y="3362040"/>
            <a:ext cx="5235840" cy="328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b">
            <a:noAutofit/>
          </a:bodyPr>
          <a:p>
            <a:pPr>
              <a:lnSpc>
                <a:spcPct val="100000"/>
              </a:lnSpc>
              <a:buNone/>
            </a:pPr>
            <a:r>
              <a:rPr b="0" lang="en-US" sz="1400" spc="-1" strike="noStrike">
                <a:solidFill>
                  <a:srgbClr val="142111"/>
                </a:solidFill>
                <a:latin typeface="Arial"/>
                <a:ea typeface="DejaVu Sans"/>
              </a:rPr>
              <a:t>SUBTITLE3</a:t>
            </a:r>
            <a:endParaRPr b="0" lang="en-US" sz="1400" spc="-1" strike="noStrike">
              <a:latin typeface="Arial"/>
            </a:endParaRPr>
          </a:p>
        </p:txBody>
      </p:sp>
      <p:sp>
        <p:nvSpPr>
          <p:cNvPr id="82" name="TextBox 10"/>
          <p:cNvSpPr/>
          <p:nvPr/>
        </p:nvSpPr>
        <p:spPr>
          <a:xfrm>
            <a:off x="3696480" y="3713400"/>
            <a:ext cx="5146200" cy="713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  <a:buNone/>
            </a:pPr>
            <a:r>
              <a:rPr b="0" lang="en-US" sz="1100" spc="-1" strike="noStrike">
                <a:solidFill>
                  <a:srgbClr val="3e443e"/>
                </a:solidFill>
                <a:latin typeface="Arial"/>
                <a:ea typeface="DejaVu Sans"/>
              </a:rPr>
              <a:t>TEXT</a:t>
            </a:r>
            <a:r>
              <a:rPr b="0" lang="ru-RU" sz="1100" spc="-1" strike="noStrike">
                <a:solidFill>
                  <a:srgbClr val="3e443e"/>
                </a:solidFill>
                <a:latin typeface="Arial"/>
                <a:ea typeface="DejaVu Sans"/>
              </a:rPr>
              <a:t>3</a:t>
            </a:r>
            <a:endParaRPr b="0" lang="en-US" sz="1100" spc="-1" strike="noStrike">
              <a:latin typeface="Arial"/>
            </a:endParaRPr>
          </a:p>
        </p:txBody>
      </p:sp>
      <p:sp>
        <p:nvSpPr>
          <p:cNvPr id="83" name="Прямоугольник со скругленными углами 3"/>
          <p:cNvSpPr/>
          <p:nvPr/>
        </p:nvSpPr>
        <p:spPr>
          <a:xfrm>
            <a:off x="384840" y="1028880"/>
            <a:ext cx="3002040" cy="3563640"/>
          </a:xfrm>
          <a:prstGeom prst="roundRect">
            <a:avLst>
              <a:gd name="adj" fmla="val 12297"/>
            </a:avLst>
          </a:prstGeom>
          <a:solidFill>
            <a:srgbClr val="d9d9d9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  <a:buNone/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PIC</a:t>
            </a:r>
            <a:endParaRPr b="0" lang="en-US" sz="1800" spc="-1" strike="noStrike">
              <a:latin typeface="Arial"/>
            </a:endParaRPr>
          </a:p>
        </p:txBody>
      </p:sp>
      <p:sp>
        <p:nvSpPr>
          <p:cNvPr id="84" name="TextBox 15"/>
          <p:cNvSpPr/>
          <p:nvPr/>
        </p:nvSpPr>
        <p:spPr>
          <a:xfrm>
            <a:off x="8519760" y="4831560"/>
            <a:ext cx="484200" cy="226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r">
              <a:lnSpc>
                <a:spcPct val="100000"/>
              </a:lnSpc>
              <a:buNone/>
            </a:pPr>
            <a:r>
              <a:rPr b="0" lang="ru-RU" sz="900" spc="-1" strike="noStrike">
                <a:solidFill>
                  <a:srgbClr val="3e443e"/>
                </a:solidFill>
                <a:latin typeface="Arial"/>
                <a:ea typeface="DejaVu Sans"/>
              </a:rPr>
              <a:t>4</a:t>
            </a:r>
            <a:endParaRPr b="0" lang="en-US" sz="900" spc="-1" strike="noStrike">
              <a:latin typeface="Arial"/>
            </a:endParaRPr>
          </a:p>
        </p:txBody>
      </p:sp>
      <p:sp>
        <p:nvSpPr>
          <p:cNvPr id="85" name=""/>
          <p:cNvSpPr/>
          <p:nvPr/>
        </p:nvSpPr>
        <p:spPr>
          <a:xfrm>
            <a:off x="313200" y="228600"/>
            <a:ext cx="8457480" cy="685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  <a:buNone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  <a:ea typeface="DejaVu Sans"/>
              </a:rPr>
              <a:t>TITLE</a:t>
            </a:r>
            <a:endParaRPr b="0" lang="en-US" sz="1800" spc="-1" strike="noStrike"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6" name="Рисунок 15" descr=""/>
          <p:cNvPicPr/>
          <p:nvPr/>
        </p:nvPicPr>
        <p:blipFill>
          <a:blip r:embed="rId1"/>
          <a:stretch/>
        </p:blipFill>
        <p:spPr>
          <a:xfrm>
            <a:off x="-877680" y="2245320"/>
            <a:ext cx="4612680" cy="3604320"/>
          </a:xfrm>
          <a:prstGeom prst="rect">
            <a:avLst/>
          </a:prstGeom>
          <a:ln w="0">
            <a:noFill/>
          </a:ln>
        </p:spPr>
      </p:pic>
      <p:sp>
        <p:nvSpPr>
          <p:cNvPr id="87" name="Овал 1"/>
          <p:cNvSpPr/>
          <p:nvPr/>
        </p:nvSpPr>
        <p:spPr>
          <a:xfrm>
            <a:off x="4157640" y="631080"/>
            <a:ext cx="898920" cy="898920"/>
          </a:xfrm>
          <a:prstGeom prst="ellipse">
            <a:avLst/>
          </a:prstGeom>
          <a:noFill/>
          <a:ln>
            <a:solidFill>
              <a:srgbClr val="3e443e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  <a:buNone/>
            </a:pPr>
            <a:r>
              <a:rPr b="0" lang="ru-RU" sz="1800" spc="-1" strike="noStrike">
                <a:solidFill>
                  <a:srgbClr val="3e443e"/>
                </a:solidFill>
                <a:latin typeface="Calibri"/>
                <a:ea typeface="DejaVu Sans"/>
              </a:rPr>
              <a:t>01</a:t>
            </a:r>
            <a:endParaRPr b="0" lang="en-US" sz="1800" spc="-1" strike="noStrike">
              <a:latin typeface="Arial"/>
            </a:endParaRPr>
          </a:p>
        </p:txBody>
      </p:sp>
      <p:sp>
        <p:nvSpPr>
          <p:cNvPr id="88" name="Овал 23"/>
          <p:cNvSpPr/>
          <p:nvPr/>
        </p:nvSpPr>
        <p:spPr>
          <a:xfrm>
            <a:off x="4157640" y="2127600"/>
            <a:ext cx="898920" cy="887040"/>
          </a:xfrm>
          <a:prstGeom prst="ellipse">
            <a:avLst/>
          </a:prstGeom>
          <a:noFill/>
          <a:ln>
            <a:solidFill>
              <a:srgbClr val="3e443e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  <a:buNone/>
            </a:pPr>
            <a:r>
              <a:rPr b="0" lang="ru-RU" sz="1800" spc="-1" strike="noStrike">
                <a:solidFill>
                  <a:srgbClr val="3e443e"/>
                </a:solidFill>
                <a:latin typeface="Calibri"/>
                <a:ea typeface="DejaVu Sans"/>
              </a:rPr>
              <a:t>02</a:t>
            </a:r>
            <a:endParaRPr b="0" lang="en-US" sz="1800" spc="-1" strike="noStrike">
              <a:latin typeface="Arial"/>
            </a:endParaRPr>
          </a:p>
        </p:txBody>
      </p:sp>
      <p:sp>
        <p:nvSpPr>
          <p:cNvPr id="89" name="Овал 29"/>
          <p:cNvSpPr/>
          <p:nvPr/>
        </p:nvSpPr>
        <p:spPr>
          <a:xfrm>
            <a:off x="4157640" y="3612240"/>
            <a:ext cx="898920" cy="898920"/>
          </a:xfrm>
          <a:prstGeom prst="ellipse">
            <a:avLst/>
          </a:prstGeom>
          <a:noFill/>
          <a:ln>
            <a:solidFill>
              <a:srgbClr val="3e443e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  <a:buNone/>
            </a:pPr>
            <a:r>
              <a:rPr b="0" lang="ru-RU" sz="1800" spc="-1" strike="noStrike">
                <a:solidFill>
                  <a:srgbClr val="3e443e"/>
                </a:solidFill>
                <a:latin typeface="Calibri"/>
                <a:ea typeface="DejaVu Sans"/>
              </a:rPr>
              <a:t>03</a:t>
            </a:r>
            <a:endParaRPr b="0" lang="en-US" sz="1800" spc="-1" strike="noStrike">
              <a:latin typeface="Arial"/>
            </a:endParaRPr>
          </a:p>
        </p:txBody>
      </p:sp>
      <p:sp>
        <p:nvSpPr>
          <p:cNvPr id="90" name="TextBox 10"/>
          <p:cNvSpPr/>
          <p:nvPr/>
        </p:nvSpPr>
        <p:spPr>
          <a:xfrm>
            <a:off x="5146560" y="489600"/>
            <a:ext cx="3578400" cy="550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b">
            <a:noAutofit/>
          </a:bodyPr>
          <a:p>
            <a:pPr>
              <a:lnSpc>
                <a:spcPct val="100000"/>
              </a:lnSpc>
              <a:buNone/>
            </a:pPr>
            <a:r>
              <a:rPr b="0" lang="en-US" sz="1400" spc="-1" strike="noStrike">
                <a:solidFill>
                  <a:srgbClr val="142111"/>
                </a:solidFill>
                <a:latin typeface="Arial"/>
                <a:ea typeface="DejaVu Sans"/>
              </a:rPr>
              <a:t>SUBTITLE</a:t>
            </a:r>
            <a:r>
              <a:rPr b="0" lang="ru-RU" sz="1400" spc="-1" strike="noStrike">
                <a:solidFill>
                  <a:srgbClr val="142111"/>
                </a:solidFill>
                <a:latin typeface="Arial"/>
                <a:ea typeface="DejaVu Sans"/>
              </a:rPr>
              <a:t>1</a:t>
            </a:r>
            <a:endParaRPr b="0" lang="en-US" sz="1400" spc="-1" strike="noStrike">
              <a:latin typeface="Arial"/>
            </a:endParaRPr>
          </a:p>
        </p:txBody>
      </p:sp>
      <p:sp>
        <p:nvSpPr>
          <p:cNvPr id="91" name="TextBox 10"/>
          <p:cNvSpPr/>
          <p:nvPr/>
        </p:nvSpPr>
        <p:spPr>
          <a:xfrm>
            <a:off x="5146560" y="1025280"/>
            <a:ext cx="3578400" cy="789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  <a:buNone/>
            </a:pPr>
            <a:r>
              <a:rPr b="0" lang="en-US" sz="1100" spc="-1" strike="noStrike">
                <a:solidFill>
                  <a:srgbClr val="3e443e"/>
                </a:solidFill>
                <a:latin typeface="Arial"/>
                <a:ea typeface="DejaVu Sans"/>
              </a:rPr>
              <a:t>TEXT</a:t>
            </a:r>
            <a:r>
              <a:rPr b="0" lang="ru-RU" sz="1100" spc="-1" strike="noStrike">
                <a:solidFill>
                  <a:srgbClr val="3e443e"/>
                </a:solidFill>
                <a:latin typeface="Arial"/>
                <a:ea typeface="DejaVu Sans"/>
              </a:rPr>
              <a:t>1</a:t>
            </a:r>
            <a:endParaRPr b="0" lang="en-US" sz="1100" spc="-1" strike="noStrike">
              <a:latin typeface="Arial"/>
            </a:endParaRPr>
          </a:p>
        </p:txBody>
      </p:sp>
      <p:sp>
        <p:nvSpPr>
          <p:cNvPr id="92" name="TextBox 10"/>
          <p:cNvSpPr/>
          <p:nvPr/>
        </p:nvSpPr>
        <p:spPr>
          <a:xfrm>
            <a:off x="5142960" y="1985400"/>
            <a:ext cx="3578400" cy="550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b">
            <a:noAutofit/>
          </a:bodyPr>
          <a:p>
            <a:pPr>
              <a:lnSpc>
                <a:spcPct val="100000"/>
              </a:lnSpc>
              <a:buNone/>
            </a:pPr>
            <a:r>
              <a:rPr b="0" lang="en-US" sz="1400" spc="-1" strike="noStrike">
                <a:solidFill>
                  <a:srgbClr val="142111"/>
                </a:solidFill>
                <a:latin typeface="Arial"/>
                <a:ea typeface="DejaVu Sans"/>
              </a:rPr>
              <a:t>SUBTITLE2</a:t>
            </a:r>
            <a:endParaRPr b="0" lang="en-US" sz="1400" spc="-1" strike="noStrike">
              <a:latin typeface="Arial"/>
            </a:endParaRPr>
          </a:p>
        </p:txBody>
      </p:sp>
      <p:sp>
        <p:nvSpPr>
          <p:cNvPr id="93" name="TextBox 10"/>
          <p:cNvSpPr/>
          <p:nvPr/>
        </p:nvSpPr>
        <p:spPr>
          <a:xfrm>
            <a:off x="5142960" y="2517840"/>
            <a:ext cx="3578400" cy="842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  <a:buNone/>
            </a:pPr>
            <a:r>
              <a:rPr b="0" lang="en-US" sz="1100" spc="-1" strike="noStrike">
                <a:solidFill>
                  <a:srgbClr val="3e443e"/>
                </a:solidFill>
                <a:latin typeface="Arial"/>
                <a:ea typeface="DejaVu Sans"/>
              </a:rPr>
              <a:t>TEXT</a:t>
            </a:r>
            <a:r>
              <a:rPr b="0" lang="ru-RU" sz="1100" spc="-1" strike="noStrike">
                <a:solidFill>
                  <a:srgbClr val="3e443e"/>
                </a:solidFill>
                <a:latin typeface="Arial"/>
                <a:ea typeface="DejaVu Sans"/>
              </a:rPr>
              <a:t>2</a:t>
            </a:r>
            <a:endParaRPr b="0" lang="en-US" sz="1100" spc="-1" strike="noStrike">
              <a:latin typeface="Arial"/>
            </a:endParaRPr>
          </a:p>
        </p:txBody>
      </p:sp>
      <p:sp>
        <p:nvSpPr>
          <p:cNvPr id="94" name="TextBox 10"/>
          <p:cNvSpPr/>
          <p:nvPr/>
        </p:nvSpPr>
        <p:spPr>
          <a:xfrm>
            <a:off x="5142960" y="3470760"/>
            <a:ext cx="3578400" cy="550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b">
            <a:noAutofit/>
          </a:bodyPr>
          <a:p>
            <a:pPr>
              <a:lnSpc>
                <a:spcPct val="100000"/>
              </a:lnSpc>
              <a:buNone/>
            </a:pPr>
            <a:r>
              <a:rPr b="0" lang="en-US" sz="1400" spc="-1" strike="noStrike">
                <a:solidFill>
                  <a:srgbClr val="142111"/>
                </a:solidFill>
                <a:latin typeface="Arial"/>
                <a:ea typeface="DejaVu Sans"/>
              </a:rPr>
              <a:t>SUBTITLE3</a:t>
            </a:r>
            <a:endParaRPr b="0" lang="en-US" sz="1400" spc="-1" strike="noStrike">
              <a:latin typeface="Arial"/>
            </a:endParaRPr>
          </a:p>
        </p:txBody>
      </p:sp>
      <p:sp>
        <p:nvSpPr>
          <p:cNvPr id="95" name="TextBox 10"/>
          <p:cNvSpPr/>
          <p:nvPr/>
        </p:nvSpPr>
        <p:spPr>
          <a:xfrm>
            <a:off x="5142960" y="4003560"/>
            <a:ext cx="3578400" cy="794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  <a:buNone/>
            </a:pPr>
            <a:r>
              <a:rPr b="0" lang="en-US" sz="1100" spc="-1" strike="noStrike">
                <a:solidFill>
                  <a:srgbClr val="3e443e"/>
                </a:solidFill>
                <a:latin typeface="Arial"/>
                <a:ea typeface="DejaVu Sans"/>
              </a:rPr>
              <a:t>TEXT</a:t>
            </a:r>
            <a:r>
              <a:rPr b="0" lang="ru-RU" sz="1100" spc="-1" strike="noStrike">
                <a:solidFill>
                  <a:srgbClr val="3e443e"/>
                </a:solidFill>
                <a:latin typeface="Arial"/>
                <a:ea typeface="DejaVu Sans"/>
              </a:rPr>
              <a:t>3</a:t>
            </a:r>
            <a:endParaRPr b="0" lang="en-US" sz="1100" spc="-1" strike="noStrike">
              <a:latin typeface="Arial"/>
            </a:endParaRPr>
          </a:p>
        </p:txBody>
      </p:sp>
      <p:sp>
        <p:nvSpPr>
          <p:cNvPr id="96" name="TextBox 14"/>
          <p:cNvSpPr/>
          <p:nvPr/>
        </p:nvSpPr>
        <p:spPr>
          <a:xfrm>
            <a:off x="8519760" y="4831560"/>
            <a:ext cx="484200" cy="226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r">
              <a:lnSpc>
                <a:spcPct val="100000"/>
              </a:lnSpc>
              <a:buNone/>
            </a:pPr>
            <a:r>
              <a:rPr b="0" lang="ru-RU" sz="900" spc="-1" strike="noStrike">
                <a:solidFill>
                  <a:srgbClr val="3e443e"/>
                </a:solidFill>
                <a:latin typeface="Arial"/>
                <a:ea typeface="DejaVu Sans"/>
              </a:rPr>
              <a:t>5</a:t>
            </a:r>
            <a:endParaRPr b="0" lang="en-US" sz="900" spc="-1" strike="noStrike">
              <a:latin typeface="Arial"/>
            </a:endParaRPr>
          </a:p>
        </p:txBody>
      </p:sp>
      <p:sp>
        <p:nvSpPr>
          <p:cNvPr id="97" name=""/>
          <p:cNvSpPr/>
          <p:nvPr/>
        </p:nvSpPr>
        <p:spPr>
          <a:xfrm>
            <a:off x="264600" y="228600"/>
            <a:ext cx="3656880" cy="2016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  <a:buNone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  <a:ea typeface="DejaVu Sans"/>
              </a:rPr>
              <a:t>TITLE</a:t>
            </a:r>
            <a:endParaRPr b="0" lang="en-US" sz="1800" spc="-1" strike="noStrike"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Овал 1"/>
          <p:cNvSpPr/>
          <p:nvPr/>
        </p:nvSpPr>
        <p:spPr>
          <a:xfrm>
            <a:off x="4238640" y="831240"/>
            <a:ext cx="898920" cy="898920"/>
          </a:xfrm>
          <a:prstGeom prst="ellipse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  <a:buNone/>
            </a:pPr>
            <a:r>
              <a:rPr b="0" lang="ru-RU" sz="1800" spc="-1" strike="noStrike">
                <a:solidFill>
                  <a:srgbClr val="142111"/>
                </a:solidFill>
                <a:latin typeface="Calibri"/>
                <a:ea typeface="DejaVu Sans"/>
              </a:rPr>
              <a:t>01</a:t>
            </a:r>
            <a:endParaRPr b="0" lang="en-US" sz="1800" spc="-1" strike="noStrike">
              <a:latin typeface="Arial"/>
            </a:endParaRPr>
          </a:p>
        </p:txBody>
      </p:sp>
      <p:sp>
        <p:nvSpPr>
          <p:cNvPr id="99" name="Овал 23"/>
          <p:cNvSpPr/>
          <p:nvPr/>
        </p:nvSpPr>
        <p:spPr>
          <a:xfrm>
            <a:off x="4238640" y="2243880"/>
            <a:ext cx="898920" cy="887040"/>
          </a:xfrm>
          <a:prstGeom prst="ellipse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  <a:buNone/>
            </a:pPr>
            <a:r>
              <a:rPr b="0" lang="ru-RU" sz="1800" spc="-1" strike="noStrike">
                <a:solidFill>
                  <a:srgbClr val="142111"/>
                </a:solidFill>
                <a:latin typeface="Calibri"/>
                <a:ea typeface="DejaVu Sans"/>
              </a:rPr>
              <a:t>02</a:t>
            </a:r>
            <a:endParaRPr b="0" lang="en-US" sz="1800" spc="-1" strike="noStrike">
              <a:latin typeface="Arial"/>
            </a:endParaRPr>
          </a:p>
        </p:txBody>
      </p:sp>
      <p:sp>
        <p:nvSpPr>
          <p:cNvPr id="100" name="Овал 29"/>
          <p:cNvSpPr/>
          <p:nvPr/>
        </p:nvSpPr>
        <p:spPr>
          <a:xfrm>
            <a:off x="4238640" y="3667320"/>
            <a:ext cx="898920" cy="898920"/>
          </a:xfrm>
          <a:prstGeom prst="ellipse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  <a:buNone/>
            </a:pPr>
            <a:r>
              <a:rPr b="0" lang="ru-RU" sz="1800" spc="-1" strike="noStrike">
                <a:solidFill>
                  <a:srgbClr val="142111"/>
                </a:solidFill>
                <a:latin typeface="Calibri"/>
                <a:ea typeface="DejaVu Sans"/>
              </a:rPr>
              <a:t>03</a:t>
            </a:r>
            <a:endParaRPr b="0" lang="en-US" sz="1800" spc="-1" strike="noStrike">
              <a:latin typeface="Arial"/>
            </a:endParaRPr>
          </a:p>
        </p:txBody>
      </p:sp>
      <p:sp>
        <p:nvSpPr>
          <p:cNvPr id="101" name="TextBox 10"/>
          <p:cNvSpPr/>
          <p:nvPr/>
        </p:nvSpPr>
        <p:spPr>
          <a:xfrm>
            <a:off x="5020200" y="797040"/>
            <a:ext cx="3764160" cy="550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b">
            <a:noAutofit/>
          </a:bodyPr>
          <a:p>
            <a:pPr>
              <a:lnSpc>
                <a:spcPct val="100000"/>
              </a:lnSpc>
              <a:buNone/>
            </a:pPr>
            <a:r>
              <a:rPr b="0" lang="en-US" sz="1400" spc="-1" strike="noStrike">
                <a:solidFill>
                  <a:srgbClr val="142111"/>
                </a:solidFill>
                <a:latin typeface="Arial"/>
                <a:ea typeface="DejaVu Sans"/>
              </a:rPr>
              <a:t>SUBTITLE</a:t>
            </a:r>
            <a:r>
              <a:rPr b="0" lang="ru-RU" sz="1400" spc="-1" strike="noStrike">
                <a:solidFill>
                  <a:srgbClr val="142111"/>
                </a:solidFill>
                <a:latin typeface="Arial"/>
                <a:ea typeface="DejaVu Sans"/>
              </a:rPr>
              <a:t>1</a:t>
            </a:r>
            <a:endParaRPr b="0" lang="en-US" sz="1400" spc="-1" strike="noStrike">
              <a:latin typeface="Arial"/>
            </a:endParaRPr>
          </a:p>
        </p:txBody>
      </p:sp>
      <p:sp>
        <p:nvSpPr>
          <p:cNvPr id="102" name="TextBox 10"/>
          <p:cNvSpPr/>
          <p:nvPr/>
        </p:nvSpPr>
        <p:spPr>
          <a:xfrm>
            <a:off x="5020200" y="1332720"/>
            <a:ext cx="3764160" cy="789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  <a:buNone/>
            </a:pPr>
            <a:r>
              <a:rPr b="0" lang="en-US" sz="1100" spc="-1" strike="noStrike">
                <a:solidFill>
                  <a:srgbClr val="3e443e"/>
                </a:solidFill>
                <a:latin typeface="Arial"/>
                <a:ea typeface="DejaVu Sans"/>
              </a:rPr>
              <a:t>TEXT</a:t>
            </a:r>
            <a:r>
              <a:rPr b="0" lang="ru-RU" sz="1100" spc="-1" strike="noStrike">
                <a:solidFill>
                  <a:srgbClr val="3e443e"/>
                </a:solidFill>
                <a:latin typeface="Arial"/>
                <a:ea typeface="DejaVu Sans"/>
              </a:rPr>
              <a:t>1</a:t>
            </a:r>
            <a:endParaRPr b="0" lang="en-US" sz="1100" spc="-1" strike="noStrike">
              <a:latin typeface="Arial"/>
            </a:endParaRPr>
          </a:p>
        </p:txBody>
      </p:sp>
      <p:sp>
        <p:nvSpPr>
          <p:cNvPr id="103" name="TextBox 10"/>
          <p:cNvSpPr/>
          <p:nvPr/>
        </p:nvSpPr>
        <p:spPr>
          <a:xfrm>
            <a:off x="5016600" y="2155320"/>
            <a:ext cx="3764160" cy="550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b">
            <a:noAutofit/>
          </a:bodyPr>
          <a:p>
            <a:pPr>
              <a:lnSpc>
                <a:spcPct val="100000"/>
              </a:lnSpc>
              <a:buNone/>
            </a:pPr>
            <a:r>
              <a:rPr b="0" lang="en-US" sz="1400" spc="-1" strike="noStrike">
                <a:solidFill>
                  <a:srgbClr val="142111"/>
                </a:solidFill>
                <a:latin typeface="Arial"/>
                <a:ea typeface="DejaVu Sans"/>
              </a:rPr>
              <a:t>SUBTITLE2</a:t>
            </a:r>
            <a:endParaRPr b="0" lang="en-US" sz="1400" spc="-1" strike="noStrike">
              <a:latin typeface="Arial"/>
            </a:endParaRPr>
          </a:p>
        </p:txBody>
      </p:sp>
      <p:sp>
        <p:nvSpPr>
          <p:cNvPr id="104" name="TextBox 10"/>
          <p:cNvSpPr/>
          <p:nvPr/>
        </p:nvSpPr>
        <p:spPr>
          <a:xfrm>
            <a:off x="5016600" y="2687760"/>
            <a:ext cx="3764160" cy="842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  <a:buNone/>
            </a:pPr>
            <a:r>
              <a:rPr b="0" lang="en-US" sz="1100" spc="-1" strike="noStrike">
                <a:solidFill>
                  <a:srgbClr val="3e443e"/>
                </a:solidFill>
                <a:latin typeface="Arial"/>
                <a:ea typeface="DejaVu Sans"/>
              </a:rPr>
              <a:t>TEXT</a:t>
            </a:r>
            <a:r>
              <a:rPr b="0" lang="ru-RU" sz="1100" spc="-1" strike="noStrike">
                <a:solidFill>
                  <a:srgbClr val="3e443e"/>
                </a:solidFill>
                <a:latin typeface="Arial"/>
                <a:ea typeface="DejaVu Sans"/>
              </a:rPr>
              <a:t>2</a:t>
            </a:r>
            <a:endParaRPr b="0" lang="en-US" sz="1100" spc="-1" strike="noStrike">
              <a:latin typeface="Arial"/>
            </a:endParaRPr>
          </a:p>
        </p:txBody>
      </p:sp>
      <p:sp>
        <p:nvSpPr>
          <p:cNvPr id="105" name="TextBox 10"/>
          <p:cNvSpPr/>
          <p:nvPr/>
        </p:nvSpPr>
        <p:spPr>
          <a:xfrm>
            <a:off x="5016600" y="3584880"/>
            <a:ext cx="3764160" cy="550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b">
            <a:noAutofit/>
          </a:bodyPr>
          <a:p>
            <a:pPr>
              <a:lnSpc>
                <a:spcPct val="100000"/>
              </a:lnSpc>
              <a:buNone/>
            </a:pPr>
            <a:r>
              <a:rPr b="0" lang="en-US" sz="1400" spc="-1" strike="noStrike">
                <a:solidFill>
                  <a:srgbClr val="142111"/>
                </a:solidFill>
                <a:latin typeface="Arial"/>
                <a:ea typeface="DejaVu Sans"/>
              </a:rPr>
              <a:t>SUBTITLE3</a:t>
            </a:r>
            <a:endParaRPr b="0" lang="en-US" sz="1400" spc="-1" strike="noStrike">
              <a:latin typeface="Arial"/>
            </a:endParaRPr>
          </a:p>
        </p:txBody>
      </p:sp>
      <p:sp>
        <p:nvSpPr>
          <p:cNvPr id="106" name="TextBox 10"/>
          <p:cNvSpPr/>
          <p:nvPr/>
        </p:nvSpPr>
        <p:spPr>
          <a:xfrm>
            <a:off x="5016600" y="4117320"/>
            <a:ext cx="3764160" cy="794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  <a:buNone/>
            </a:pPr>
            <a:r>
              <a:rPr b="0" lang="en-US" sz="1100" spc="-1" strike="noStrike">
                <a:solidFill>
                  <a:srgbClr val="3e443e"/>
                </a:solidFill>
                <a:latin typeface="Arial"/>
                <a:ea typeface="DejaVu Sans"/>
              </a:rPr>
              <a:t>TEXT</a:t>
            </a:r>
            <a:r>
              <a:rPr b="0" lang="ru-RU" sz="1100" spc="-1" strike="noStrike">
                <a:solidFill>
                  <a:srgbClr val="3e443e"/>
                </a:solidFill>
                <a:latin typeface="Arial"/>
                <a:ea typeface="DejaVu Sans"/>
              </a:rPr>
              <a:t>3</a:t>
            </a:r>
            <a:endParaRPr b="0" lang="en-US" sz="1100" spc="-1" strike="noStrike">
              <a:latin typeface="Arial"/>
            </a:endParaRPr>
          </a:p>
        </p:txBody>
      </p:sp>
      <p:sp>
        <p:nvSpPr>
          <p:cNvPr id="107" name="Прямоугольник со скругленными углами 3"/>
          <p:cNvSpPr/>
          <p:nvPr/>
        </p:nvSpPr>
        <p:spPr>
          <a:xfrm>
            <a:off x="384840" y="987840"/>
            <a:ext cx="3687120" cy="3496320"/>
          </a:xfrm>
          <a:prstGeom prst="roundRect">
            <a:avLst>
              <a:gd name="adj" fmla="val 12297"/>
            </a:avLst>
          </a:prstGeom>
          <a:solidFill>
            <a:srgbClr val="d9d9d9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  <a:buNone/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PIC</a:t>
            </a:r>
            <a:endParaRPr b="0" lang="en-US" sz="1800" spc="-1" strike="noStrike">
              <a:latin typeface="Arial"/>
            </a:endParaRPr>
          </a:p>
        </p:txBody>
      </p:sp>
      <p:sp>
        <p:nvSpPr>
          <p:cNvPr id="108" name="TextBox 13"/>
          <p:cNvSpPr/>
          <p:nvPr/>
        </p:nvSpPr>
        <p:spPr>
          <a:xfrm>
            <a:off x="8519760" y="4831560"/>
            <a:ext cx="484200" cy="226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r">
              <a:lnSpc>
                <a:spcPct val="100000"/>
              </a:lnSpc>
              <a:buNone/>
            </a:pPr>
            <a:r>
              <a:rPr b="0" lang="ru-RU" sz="900" spc="-1" strike="noStrike">
                <a:solidFill>
                  <a:srgbClr val="3e443e"/>
                </a:solidFill>
                <a:latin typeface="Arial"/>
                <a:ea typeface="DejaVu Sans"/>
              </a:rPr>
              <a:t>6</a:t>
            </a:r>
            <a:endParaRPr b="0" lang="en-US" sz="900" spc="-1" strike="noStrike">
              <a:latin typeface="Arial"/>
            </a:endParaRPr>
          </a:p>
        </p:txBody>
      </p:sp>
      <p:sp>
        <p:nvSpPr>
          <p:cNvPr id="109" name=""/>
          <p:cNvSpPr/>
          <p:nvPr/>
        </p:nvSpPr>
        <p:spPr>
          <a:xfrm>
            <a:off x="300600" y="228600"/>
            <a:ext cx="8614080" cy="685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  <a:buNone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  <a:ea typeface="DejaVu Sans"/>
              </a:rPr>
              <a:t>TITLE</a:t>
            </a:r>
            <a:endParaRPr b="0" lang="en-US" sz="1800" spc="-1" strike="noStrike"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Прямоугольник со скругленными углами 3"/>
          <p:cNvSpPr/>
          <p:nvPr/>
        </p:nvSpPr>
        <p:spPr>
          <a:xfrm>
            <a:off x="0" y="3075480"/>
            <a:ext cx="9142920" cy="2494440"/>
          </a:xfrm>
          <a:prstGeom prst="roundRect">
            <a:avLst>
              <a:gd name="adj" fmla="val 12297"/>
            </a:avLst>
          </a:prstGeom>
          <a:solidFill>
            <a:srgbClr val="d9d9d9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  <a:buNone/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PIC</a:t>
            </a:r>
            <a:endParaRPr b="0" lang="en-US" sz="1800" spc="-1" strike="noStrike">
              <a:latin typeface="Arial"/>
            </a:endParaRPr>
          </a:p>
        </p:txBody>
      </p:sp>
      <p:sp>
        <p:nvSpPr>
          <p:cNvPr id="111" name="Прямоугольник: скругленные углы 20"/>
          <p:cNvSpPr/>
          <p:nvPr/>
        </p:nvSpPr>
        <p:spPr>
          <a:xfrm>
            <a:off x="474840" y="841680"/>
            <a:ext cx="2556360" cy="2054880"/>
          </a:xfrm>
          <a:prstGeom prst="roundRect">
            <a:avLst>
              <a:gd name="adj" fmla="val 12353"/>
            </a:avLst>
          </a:prstGeom>
          <a:solidFill>
            <a:schemeClr val="bg1"/>
          </a:solidFill>
          <a:ln>
            <a:solidFill>
              <a:srgbClr val="ffffff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</p:sp>
      <p:sp>
        <p:nvSpPr>
          <p:cNvPr id="112" name="TextBox 10"/>
          <p:cNvSpPr/>
          <p:nvPr/>
        </p:nvSpPr>
        <p:spPr>
          <a:xfrm>
            <a:off x="592920" y="973800"/>
            <a:ext cx="2289240" cy="728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b">
            <a:noAutofit/>
          </a:bodyPr>
          <a:p>
            <a:pPr>
              <a:lnSpc>
                <a:spcPct val="100000"/>
              </a:lnSpc>
              <a:buNone/>
            </a:pPr>
            <a:r>
              <a:rPr b="0" lang="en-US" sz="1400" spc="-1" strike="noStrike">
                <a:solidFill>
                  <a:srgbClr val="142111"/>
                </a:solidFill>
                <a:latin typeface="Arial"/>
                <a:ea typeface="DejaVu Sans"/>
              </a:rPr>
              <a:t>SUBTITLE1</a:t>
            </a:r>
            <a:endParaRPr b="0" lang="en-US" sz="1400" spc="-1" strike="noStrike">
              <a:latin typeface="Arial"/>
            </a:endParaRPr>
          </a:p>
        </p:txBody>
      </p:sp>
      <p:sp>
        <p:nvSpPr>
          <p:cNvPr id="113" name="TextBox 10"/>
          <p:cNvSpPr/>
          <p:nvPr/>
        </p:nvSpPr>
        <p:spPr>
          <a:xfrm>
            <a:off x="592920" y="1757520"/>
            <a:ext cx="2289240" cy="1161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  <a:buNone/>
            </a:pPr>
            <a:r>
              <a:rPr b="0" lang="en-US" sz="1100" spc="-1" strike="noStrike">
                <a:solidFill>
                  <a:srgbClr val="3e443e"/>
                </a:solidFill>
                <a:latin typeface="Arial"/>
                <a:ea typeface="DejaVu Sans"/>
              </a:rPr>
              <a:t>TEXT</a:t>
            </a:r>
            <a:r>
              <a:rPr b="0" lang="ru-RU" sz="1100" spc="-1" strike="noStrike">
                <a:solidFill>
                  <a:srgbClr val="3e443e"/>
                </a:solidFill>
                <a:latin typeface="Arial"/>
                <a:ea typeface="DejaVu Sans"/>
              </a:rPr>
              <a:t>1</a:t>
            </a:r>
            <a:endParaRPr b="0" lang="en-US" sz="1100" spc="-1" strike="noStrike">
              <a:latin typeface="Arial"/>
            </a:endParaRPr>
          </a:p>
        </p:txBody>
      </p:sp>
      <p:sp>
        <p:nvSpPr>
          <p:cNvPr id="114" name="Прямоугольник: скругленные углы 29"/>
          <p:cNvSpPr/>
          <p:nvPr/>
        </p:nvSpPr>
        <p:spPr>
          <a:xfrm>
            <a:off x="3309120" y="841680"/>
            <a:ext cx="2556360" cy="2054880"/>
          </a:xfrm>
          <a:prstGeom prst="roundRect">
            <a:avLst>
              <a:gd name="adj" fmla="val 12353"/>
            </a:avLst>
          </a:prstGeom>
          <a:solidFill>
            <a:schemeClr val="bg1"/>
          </a:solidFill>
          <a:ln>
            <a:solidFill>
              <a:srgbClr val="ffffff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</p:sp>
      <p:sp>
        <p:nvSpPr>
          <p:cNvPr id="115" name="TextBox 10"/>
          <p:cNvSpPr/>
          <p:nvPr/>
        </p:nvSpPr>
        <p:spPr>
          <a:xfrm>
            <a:off x="3426840" y="973800"/>
            <a:ext cx="2289240" cy="728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b">
            <a:noAutofit/>
          </a:bodyPr>
          <a:p>
            <a:pPr>
              <a:lnSpc>
                <a:spcPct val="100000"/>
              </a:lnSpc>
              <a:buNone/>
            </a:pPr>
            <a:r>
              <a:rPr b="0" lang="en-US" sz="1400" spc="-1" strike="noStrike">
                <a:solidFill>
                  <a:srgbClr val="142111"/>
                </a:solidFill>
                <a:latin typeface="Arial"/>
                <a:ea typeface="DejaVu Sans"/>
              </a:rPr>
              <a:t>SUBTITLE2</a:t>
            </a:r>
            <a:endParaRPr b="0" lang="en-US" sz="1400" spc="-1" strike="noStrike">
              <a:latin typeface="Arial"/>
            </a:endParaRPr>
          </a:p>
        </p:txBody>
      </p:sp>
      <p:sp>
        <p:nvSpPr>
          <p:cNvPr id="116" name="TextBox 10"/>
          <p:cNvSpPr/>
          <p:nvPr/>
        </p:nvSpPr>
        <p:spPr>
          <a:xfrm>
            <a:off x="3426840" y="1757520"/>
            <a:ext cx="2289240" cy="1161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  <a:buNone/>
            </a:pPr>
            <a:r>
              <a:rPr b="0" lang="en-US" sz="1100" spc="-1" strike="noStrike">
                <a:solidFill>
                  <a:srgbClr val="3e443e"/>
                </a:solidFill>
                <a:latin typeface="Arial"/>
                <a:ea typeface="DejaVu Sans"/>
              </a:rPr>
              <a:t>TEXT2</a:t>
            </a:r>
            <a:endParaRPr b="0" lang="en-US" sz="1100" spc="-1" strike="noStrike">
              <a:latin typeface="Arial"/>
            </a:endParaRPr>
          </a:p>
        </p:txBody>
      </p:sp>
      <p:sp>
        <p:nvSpPr>
          <p:cNvPr id="117" name="Прямоугольник: скругленные углы 36"/>
          <p:cNvSpPr/>
          <p:nvPr/>
        </p:nvSpPr>
        <p:spPr>
          <a:xfrm>
            <a:off x="6143040" y="841680"/>
            <a:ext cx="2556360" cy="2054880"/>
          </a:xfrm>
          <a:prstGeom prst="roundRect">
            <a:avLst>
              <a:gd name="adj" fmla="val 12353"/>
            </a:avLst>
          </a:prstGeom>
          <a:solidFill>
            <a:schemeClr val="bg1"/>
          </a:solidFill>
          <a:ln>
            <a:solidFill>
              <a:srgbClr val="ffffff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</p:sp>
      <p:sp>
        <p:nvSpPr>
          <p:cNvPr id="118" name="TextBox 10"/>
          <p:cNvSpPr/>
          <p:nvPr/>
        </p:nvSpPr>
        <p:spPr>
          <a:xfrm>
            <a:off x="6260760" y="973800"/>
            <a:ext cx="2289240" cy="728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b">
            <a:noAutofit/>
          </a:bodyPr>
          <a:p>
            <a:pPr>
              <a:lnSpc>
                <a:spcPct val="100000"/>
              </a:lnSpc>
              <a:buNone/>
            </a:pPr>
            <a:r>
              <a:rPr b="0" lang="en-US" sz="1400" spc="-1" strike="noStrike">
                <a:solidFill>
                  <a:srgbClr val="142111"/>
                </a:solidFill>
                <a:latin typeface="Arial"/>
                <a:ea typeface="DejaVu Sans"/>
              </a:rPr>
              <a:t>SUBTITLE3</a:t>
            </a:r>
            <a:endParaRPr b="0" lang="en-US" sz="1400" spc="-1" strike="noStrike">
              <a:latin typeface="Arial"/>
            </a:endParaRPr>
          </a:p>
        </p:txBody>
      </p:sp>
      <p:sp>
        <p:nvSpPr>
          <p:cNvPr id="119" name="TextBox 10"/>
          <p:cNvSpPr/>
          <p:nvPr/>
        </p:nvSpPr>
        <p:spPr>
          <a:xfrm>
            <a:off x="6260760" y="1757520"/>
            <a:ext cx="2289240" cy="1161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  <a:buNone/>
            </a:pPr>
            <a:r>
              <a:rPr b="0" lang="en-US" sz="1100" spc="-1" strike="noStrike">
                <a:solidFill>
                  <a:srgbClr val="3e443e"/>
                </a:solidFill>
                <a:latin typeface="Arial"/>
                <a:ea typeface="DejaVu Sans"/>
              </a:rPr>
              <a:t>TEXT3</a:t>
            </a:r>
            <a:endParaRPr b="0" lang="en-US" sz="1100" spc="-1" strike="noStrike">
              <a:latin typeface="Arial"/>
            </a:endParaRPr>
          </a:p>
        </p:txBody>
      </p:sp>
      <p:sp>
        <p:nvSpPr>
          <p:cNvPr id="120" name="TextBox 13"/>
          <p:cNvSpPr/>
          <p:nvPr/>
        </p:nvSpPr>
        <p:spPr>
          <a:xfrm>
            <a:off x="8519760" y="4831560"/>
            <a:ext cx="484200" cy="226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r">
              <a:lnSpc>
                <a:spcPct val="100000"/>
              </a:lnSpc>
              <a:buNone/>
            </a:pPr>
            <a:r>
              <a:rPr b="0" lang="ru-RU" sz="900" spc="-1" strike="noStrike">
                <a:solidFill>
                  <a:srgbClr val="3e443e"/>
                </a:solidFill>
                <a:latin typeface="Arial"/>
                <a:ea typeface="DejaVu Sans"/>
              </a:rPr>
              <a:t>7</a:t>
            </a:r>
            <a:endParaRPr b="0" lang="en-US" sz="900" spc="-1" strike="noStrike">
              <a:latin typeface="Arial"/>
            </a:endParaRPr>
          </a:p>
        </p:txBody>
      </p:sp>
      <p:sp>
        <p:nvSpPr>
          <p:cNvPr id="121" name=""/>
          <p:cNvSpPr/>
          <p:nvPr/>
        </p:nvSpPr>
        <p:spPr>
          <a:xfrm>
            <a:off x="457200" y="349200"/>
            <a:ext cx="8457480" cy="1021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  <a:buNone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  <a:ea typeface="DejaVu Sans"/>
              </a:rPr>
              <a:t>TITLE</a:t>
            </a:r>
            <a:endParaRPr b="0" lang="en-US" sz="1800" spc="-1" strike="noStrike"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c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2" name="Прямоугольник: скругленные углы 15"/>
          <p:cNvSpPr/>
          <p:nvPr/>
        </p:nvSpPr>
        <p:spPr>
          <a:xfrm>
            <a:off x="5014080" y="250200"/>
            <a:ext cx="3819960" cy="4624560"/>
          </a:xfrm>
          <a:prstGeom prst="roundRect">
            <a:avLst>
              <a:gd name="adj" fmla="val 6228"/>
            </a:avLst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  <a:buNone/>
            </a:pPr>
            <a:r>
              <a:rPr b="0" lang="en-US" sz="1800" spc="-1" strike="noStrike">
                <a:solidFill>
                  <a:srgbClr val="ffffff"/>
                </a:solidFill>
                <a:latin typeface="Calibri"/>
                <a:ea typeface="DejaVu Sans"/>
              </a:rPr>
              <a:t>PIC</a:t>
            </a:r>
            <a:endParaRPr b="0" lang="en-US" sz="1800" spc="-1" strike="noStrike">
              <a:latin typeface="Arial"/>
            </a:endParaRPr>
          </a:p>
        </p:txBody>
      </p:sp>
      <p:sp>
        <p:nvSpPr>
          <p:cNvPr id="123" name="Прямоугольник: скругленные углы 16"/>
          <p:cNvSpPr/>
          <p:nvPr/>
        </p:nvSpPr>
        <p:spPr>
          <a:xfrm>
            <a:off x="329400" y="250200"/>
            <a:ext cx="4424400" cy="4624560"/>
          </a:xfrm>
          <a:prstGeom prst="roundRect">
            <a:avLst>
              <a:gd name="adj" fmla="val 6228"/>
            </a:avLst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</p:sp>
      <p:sp>
        <p:nvSpPr>
          <p:cNvPr id="124" name="TextBox 10"/>
          <p:cNvSpPr/>
          <p:nvPr/>
        </p:nvSpPr>
        <p:spPr>
          <a:xfrm>
            <a:off x="581760" y="828720"/>
            <a:ext cx="3901320" cy="550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b">
            <a:noAutofit/>
          </a:bodyPr>
          <a:p>
            <a:pPr>
              <a:lnSpc>
                <a:spcPct val="100000"/>
              </a:lnSpc>
              <a:buNone/>
            </a:pPr>
            <a:r>
              <a:rPr b="0" lang="en-US" sz="1400" spc="-1" strike="noStrike">
                <a:solidFill>
                  <a:srgbClr val="142111"/>
                </a:solidFill>
                <a:latin typeface="Arial"/>
                <a:ea typeface="DejaVu Sans"/>
              </a:rPr>
              <a:t>SUBTITLE</a:t>
            </a:r>
            <a:r>
              <a:rPr b="0" lang="ru-RU" sz="1400" spc="-1" strike="noStrike">
                <a:solidFill>
                  <a:srgbClr val="142111"/>
                </a:solidFill>
                <a:latin typeface="Arial"/>
                <a:ea typeface="DejaVu Sans"/>
              </a:rPr>
              <a:t>1</a:t>
            </a:r>
            <a:endParaRPr b="0" lang="en-US" sz="1400" spc="-1" strike="noStrike">
              <a:latin typeface="Arial"/>
            </a:endParaRPr>
          </a:p>
        </p:txBody>
      </p:sp>
      <p:sp>
        <p:nvSpPr>
          <p:cNvPr id="125" name="TextBox 10"/>
          <p:cNvSpPr/>
          <p:nvPr/>
        </p:nvSpPr>
        <p:spPr>
          <a:xfrm>
            <a:off x="581760" y="1364400"/>
            <a:ext cx="3901320" cy="789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  <a:buNone/>
            </a:pPr>
            <a:r>
              <a:rPr b="0" lang="en-US" sz="1100" spc="-1" strike="noStrike">
                <a:solidFill>
                  <a:srgbClr val="3e443e"/>
                </a:solidFill>
                <a:latin typeface="Arial"/>
                <a:ea typeface="DejaVu Sans"/>
              </a:rPr>
              <a:t>TEXT</a:t>
            </a:r>
            <a:r>
              <a:rPr b="0" lang="ru-RU" sz="1100" spc="-1" strike="noStrike">
                <a:solidFill>
                  <a:srgbClr val="3e443e"/>
                </a:solidFill>
                <a:latin typeface="Arial"/>
                <a:ea typeface="DejaVu Sans"/>
              </a:rPr>
              <a:t>1</a:t>
            </a:r>
            <a:endParaRPr b="0" lang="en-US" sz="1100" spc="-1" strike="noStrike">
              <a:latin typeface="Arial"/>
            </a:endParaRPr>
          </a:p>
        </p:txBody>
      </p:sp>
      <p:sp>
        <p:nvSpPr>
          <p:cNvPr id="126" name="TextBox 10"/>
          <p:cNvSpPr/>
          <p:nvPr/>
        </p:nvSpPr>
        <p:spPr>
          <a:xfrm>
            <a:off x="578160" y="2154600"/>
            <a:ext cx="3901320" cy="550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b">
            <a:noAutofit/>
          </a:bodyPr>
          <a:p>
            <a:pPr>
              <a:lnSpc>
                <a:spcPct val="100000"/>
              </a:lnSpc>
              <a:buNone/>
            </a:pPr>
            <a:r>
              <a:rPr b="0" lang="en-US" sz="1400" spc="-1" strike="noStrike">
                <a:solidFill>
                  <a:srgbClr val="142111"/>
                </a:solidFill>
                <a:latin typeface="Arial"/>
                <a:ea typeface="DejaVu Sans"/>
              </a:rPr>
              <a:t>SUBTITLE2</a:t>
            </a:r>
            <a:endParaRPr b="0" lang="en-US" sz="1400" spc="-1" strike="noStrike">
              <a:latin typeface="Arial"/>
            </a:endParaRPr>
          </a:p>
        </p:txBody>
      </p:sp>
      <p:sp>
        <p:nvSpPr>
          <p:cNvPr id="127" name="TextBox 10"/>
          <p:cNvSpPr/>
          <p:nvPr/>
        </p:nvSpPr>
        <p:spPr>
          <a:xfrm>
            <a:off x="578160" y="2687040"/>
            <a:ext cx="3901320" cy="842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  <a:buNone/>
            </a:pPr>
            <a:r>
              <a:rPr b="0" lang="en-US" sz="1100" spc="-1" strike="noStrike">
                <a:solidFill>
                  <a:srgbClr val="3e443e"/>
                </a:solidFill>
                <a:latin typeface="Arial"/>
                <a:ea typeface="DejaVu Sans"/>
              </a:rPr>
              <a:t>TEXT</a:t>
            </a:r>
            <a:r>
              <a:rPr b="0" lang="ru-RU" sz="1100" spc="-1" strike="noStrike">
                <a:solidFill>
                  <a:srgbClr val="3e443e"/>
                </a:solidFill>
                <a:latin typeface="Arial"/>
                <a:ea typeface="DejaVu Sans"/>
              </a:rPr>
              <a:t>2</a:t>
            </a:r>
            <a:endParaRPr b="0" lang="en-US" sz="1100" spc="-1" strike="noStrike">
              <a:latin typeface="Arial"/>
            </a:endParaRPr>
          </a:p>
        </p:txBody>
      </p:sp>
      <p:sp>
        <p:nvSpPr>
          <p:cNvPr id="128" name="TextBox 10"/>
          <p:cNvSpPr/>
          <p:nvPr/>
        </p:nvSpPr>
        <p:spPr>
          <a:xfrm>
            <a:off x="578160" y="3482280"/>
            <a:ext cx="3901320" cy="550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b">
            <a:noAutofit/>
          </a:bodyPr>
          <a:p>
            <a:pPr>
              <a:lnSpc>
                <a:spcPct val="100000"/>
              </a:lnSpc>
              <a:buNone/>
            </a:pPr>
            <a:r>
              <a:rPr b="0" lang="en-US" sz="1400" spc="-1" strike="noStrike">
                <a:solidFill>
                  <a:srgbClr val="142111"/>
                </a:solidFill>
                <a:latin typeface="Arial"/>
                <a:ea typeface="DejaVu Sans"/>
              </a:rPr>
              <a:t>SUBTITLE3</a:t>
            </a:r>
            <a:endParaRPr b="0" lang="en-US" sz="1400" spc="-1" strike="noStrike">
              <a:latin typeface="Arial"/>
            </a:endParaRPr>
          </a:p>
        </p:txBody>
      </p:sp>
      <p:sp>
        <p:nvSpPr>
          <p:cNvPr id="129" name="TextBox 10"/>
          <p:cNvSpPr/>
          <p:nvPr/>
        </p:nvSpPr>
        <p:spPr>
          <a:xfrm>
            <a:off x="578160" y="4015080"/>
            <a:ext cx="3901320" cy="794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  <a:buNone/>
            </a:pPr>
            <a:r>
              <a:rPr b="0" lang="en-US" sz="1100" spc="-1" strike="noStrike">
                <a:solidFill>
                  <a:srgbClr val="3e443e"/>
                </a:solidFill>
                <a:latin typeface="Arial"/>
                <a:ea typeface="DejaVu Sans"/>
              </a:rPr>
              <a:t>TEXT</a:t>
            </a:r>
            <a:r>
              <a:rPr b="0" lang="ru-RU" sz="1100" spc="-1" strike="noStrike">
                <a:solidFill>
                  <a:srgbClr val="3e443e"/>
                </a:solidFill>
                <a:latin typeface="Arial"/>
                <a:ea typeface="DejaVu Sans"/>
              </a:rPr>
              <a:t>3</a:t>
            </a:r>
            <a:endParaRPr b="0" lang="en-US" sz="1100" spc="-1" strike="noStrike">
              <a:latin typeface="Arial"/>
            </a:endParaRPr>
          </a:p>
        </p:txBody>
      </p:sp>
      <p:sp>
        <p:nvSpPr>
          <p:cNvPr id="130" name="TextBox 10"/>
          <p:cNvSpPr/>
          <p:nvPr/>
        </p:nvSpPr>
        <p:spPr>
          <a:xfrm>
            <a:off x="8519760" y="4831560"/>
            <a:ext cx="484200" cy="226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r">
              <a:lnSpc>
                <a:spcPct val="100000"/>
              </a:lnSpc>
              <a:buNone/>
            </a:pPr>
            <a:r>
              <a:rPr b="0" lang="ru-RU" sz="900" spc="-1" strike="noStrike">
                <a:solidFill>
                  <a:srgbClr val="3e443e"/>
                </a:solidFill>
                <a:latin typeface="Arial"/>
                <a:ea typeface="DejaVu Sans"/>
              </a:rPr>
              <a:t>8</a:t>
            </a:r>
            <a:endParaRPr b="0" lang="en-US" sz="900" spc="-1" strike="noStrike">
              <a:latin typeface="Arial"/>
            </a:endParaRPr>
          </a:p>
        </p:txBody>
      </p:sp>
      <p:sp>
        <p:nvSpPr>
          <p:cNvPr id="131" name=""/>
          <p:cNvSpPr/>
          <p:nvPr/>
        </p:nvSpPr>
        <p:spPr>
          <a:xfrm>
            <a:off x="493200" y="300600"/>
            <a:ext cx="4078080" cy="841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  <a:buNone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  <a:ea typeface="DejaVu Sans"/>
              </a:rPr>
              <a:t>TITLE</a:t>
            </a:r>
            <a:endParaRPr b="0" lang="en-US" sz="1800" spc="-1" strike="noStrike"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2" name="Прямоугольник со скругленными углами 3"/>
          <p:cNvSpPr/>
          <p:nvPr/>
        </p:nvSpPr>
        <p:spPr>
          <a:xfrm>
            <a:off x="186840" y="178200"/>
            <a:ext cx="8769600" cy="4757400"/>
          </a:xfrm>
          <a:prstGeom prst="roundRect">
            <a:avLst>
              <a:gd name="adj" fmla="val 4051"/>
            </a:avLst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</p:sp>
      <p:sp>
        <p:nvSpPr>
          <p:cNvPr id="133" name="Прямоугольник 10"/>
          <p:cNvSpPr/>
          <p:nvPr/>
        </p:nvSpPr>
        <p:spPr>
          <a:xfrm>
            <a:off x="460080" y="622080"/>
            <a:ext cx="6925320" cy="3306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ts val="6999"/>
              </a:lnSpc>
              <a:buNone/>
            </a:pPr>
            <a:r>
              <a:rPr b="1" lang="en-US" sz="6600" spc="-1" strike="noStrike">
                <a:solidFill>
                  <a:srgbClr val="ffc000"/>
                </a:solidFill>
                <a:latin typeface="Arial"/>
                <a:ea typeface="DejaVu Sans"/>
              </a:rPr>
              <a:t>TITLE</a:t>
            </a:r>
            <a:endParaRPr b="0" lang="en-US" sz="6600" spc="-1" strike="noStrike">
              <a:latin typeface="Arial"/>
            </a:endParaRPr>
          </a:p>
        </p:txBody>
      </p:sp>
      <p:pic>
        <p:nvPicPr>
          <p:cNvPr id="134" name="Рисунок 11" descr=""/>
          <p:cNvPicPr/>
          <p:nvPr/>
        </p:nvPicPr>
        <p:blipFill>
          <a:blip r:embed="rId1"/>
          <a:stretch/>
        </p:blipFill>
        <p:spPr>
          <a:xfrm>
            <a:off x="5753880" y="2557440"/>
            <a:ext cx="4009320" cy="3132720"/>
          </a:xfrm>
          <a:prstGeom prst="rect">
            <a:avLst/>
          </a:prstGeom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  <a:miter/>
        </a:ln>
        <a:ln w="25400" cap="flat" cmpd="sng" algn="ctr">
          <a:solidFill>
            <a:schemeClr val="phClr"/>
          </a:solidFill>
          <a:prstDash val="solid"/>
          <a:miter/>
        </a:ln>
        <a:ln w="38100" cap="flat" cmpd="sng" algn="ctr">
          <a:solidFill>
            <a:schemeClr val="phClr"/>
          </a:solidFill>
          <a:prstDash val="solid"/>
          <a:miter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  <a:miter/>
        </a:ln>
        <a:ln w="25400" cap="flat" cmpd="sng" algn="ctr">
          <a:solidFill>
            <a:schemeClr val="phClr"/>
          </a:solidFill>
          <a:prstDash val="solid"/>
          <a:miter/>
        </a:ln>
        <a:ln w="38100" cap="flat" cmpd="sng" algn="ctr">
          <a:solidFill>
            <a:schemeClr val="phClr"/>
          </a:solidFill>
          <a:prstDash val="solid"/>
          <a:miter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2305</TotalTime>
  <Application>LibreOffice/7.3.7.2$Linux_X86_64 LibreOffice_project/30$Build-2</Application>
  <AppVersion>15.0000</AppVersion>
  <Words>148</Words>
  <Paragraphs>107</Paragraphs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2024-04-17T19:56:02Z</dcterms:created>
  <dc:creator>Алика Шпагина</dc:creator>
  <dc:description/>
  <dc:language>en-US</dc:language>
  <cp:lastModifiedBy/>
  <dcterms:modified xsi:type="dcterms:W3CDTF">2025-09-17T11:49:28Z</dcterms:modified>
  <cp:revision>60</cp:revision>
  <dc:subject/>
  <dc:title>Презентация PowerPoint</dc:title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Notes">
    <vt:i4>4</vt:i4>
  </property>
  <property fmtid="{D5CDD505-2E9C-101B-9397-08002B2CF9AE}" pid="3" name="PresentationFormat">
    <vt:lpwstr>Экран (16:9)</vt:lpwstr>
  </property>
  <property fmtid="{D5CDD505-2E9C-101B-9397-08002B2CF9AE}" pid="4" name="Slides">
    <vt:i4>12</vt:i4>
  </property>
</Properties>
</file>