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5"/>
  </p:notesMasterIdLst>
  <p:sldIdLst>
    <p:sldId id="263" r:id="rId2"/>
    <p:sldId id="282" r:id="rId3"/>
    <p:sldId id="273" r:id="rId4"/>
    <p:sldId id="283" r:id="rId5"/>
    <p:sldId id="276" r:id="rId6"/>
    <p:sldId id="277" r:id="rId7"/>
    <p:sldId id="274" r:id="rId8"/>
    <p:sldId id="278" r:id="rId9"/>
    <p:sldId id="269" r:id="rId10"/>
    <p:sldId id="279" r:id="rId11"/>
    <p:sldId id="272" r:id="rId12"/>
    <p:sldId id="284" r:id="rId13"/>
    <p:sldId id="280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443E"/>
    <a:srgbClr val="142111"/>
    <a:srgbClr val="FFFEF3"/>
    <a:srgbClr val="000000"/>
    <a:srgbClr val="BBDC52"/>
    <a:srgbClr val="FCFEF8"/>
    <a:srgbClr val="FBFDF5"/>
    <a:srgbClr val="F7FBEB"/>
    <a:srgbClr val="D9D9D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1" autoAdjust="0"/>
    <p:restoredTop sz="94640"/>
  </p:normalViewPr>
  <p:slideViewPr>
    <p:cSldViewPr snapToGrid="0">
      <p:cViewPr varScale="1">
        <p:scale>
          <a:sx n="149" d="100"/>
          <a:sy n="149" d="100"/>
        </p:scale>
        <p:origin x="6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B10C3-A7B0-491D-A9C6-63E5AE6B014B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857C1-0282-46D8-B50F-09E039BF0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35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351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315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2368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627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4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6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19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16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23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1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0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1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91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6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66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36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со скругленными углами 3">
            <a:extLst>
              <a:ext uri="{FF2B5EF4-FFF2-40B4-BE49-F238E27FC236}">
                <a16:creationId xmlns:a16="http://schemas.microsoft.com/office/drawing/2014/main" id="{9F70E9B7-D989-4C9C-8286-3096568E4B11}"/>
              </a:ext>
            </a:extLst>
          </p:cNvPr>
          <p:cNvSpPr/>
          <p:nvPr/>
        </p:nvSpPr>
        <p:spPr>
          <a:xfrm>
            <a:off x="186690" y="178158"/>
            <a:ext cx="8770620" cy="475861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Прямоугольник 5">
            <a:extLst>
              <a:ext uri="{FF2B5EF4-FFF2-40B4-BE49-F238E27FC236}">
                <a16:creationId xmlns:a16="http://schemas.microsoft.com/office/drawing/2014/main" id="{C7BF634F-01CF-44F1-A622-4D75EB569C2B}"/>
              </a:ext>
            </a:extLst>
          </p:cNvPr>
          <p:cNvSpPr>
            <a:spLocks noChangeAspect="1"/>
          </p:cNvSpPr>
          <p:nvPr/>
        </p:nvSpPr>
        <p:spPr>
          <a:xfrm>
            <a:off x="460151" y="4445717"/>
            <a:ext cx="2999374" cy="27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</a:pP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Презентация создана в </a:t>
            </a:r>
            <a:r>
              <a:rPr lang="en-US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Fibonacci</a:t>
            </a:r>
            <a:endParaRPr lang="en-US" altLang="ru-RU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9DE915D-CE18-4AE1-80C7-A3F161B88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227" y="4446405"/>
            <a:ext cx="291491" cy="291491"/>
          </a:xfrm>
          <a:prstGeom prst="rect">
            <a:avLst/>
          </a:prstGeom>
        </p:spPr>
      </p:pic>
      <p:sp>
        <p:nvSpPr>
          <p:cNvPr id="10" name="Прямоугольник 10">
            <a:extLst>
              <a:ext uri="{FF2B5EF4-FFF2-40B4-BE49-F238E27FC236}">
                <a16:creationId xmlns:a16="http://schemas.microsoft.com/office/drawing/2014/main" id="{B344D9FF-4E57-4DF4-BABE-EB1E769B2CA7}"/>
              </a:ext>
            </a:extLst>
          </p:cNvPr>
          <p:cNvSpPr/>
          <p:nvPr/>
        </p:nvSpPr>
        <p:spPr>
          <a:xfrm>
            <a:off x="460151" y="621909"/>
            <a:ext cx="692648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6600" b="1" spc="-1" dirty="0">
                <a:solidFill>
                  <a:srgbClr val="FFC000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6600" b="1" strike="noStrike" spc="-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476B3B-ED2D-438A-B7D3-1518F71C51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760" y="2557463"/>
            <a:ext cx="4010563" cy="313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13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EEF8C44-AE39-4B74-A96F-ACEE8D895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760" y="2557463"/>
            <a:ext cx="4010563" cy="3133968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BEBA92BC-D8CF-4449-9786-954BF0E33DF4}"/>
              </a:ext>
            </a:extLst>
          </p:cNvPr>
          <p:cNvSpPr/>
          <p:nvPr/>
        </p:nvSpPr>
        <p:spPr>
          <a:xfrm>
            <a:off x="185895" y="831173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BFF550B3-1A4A-4BC6-B025-612645E0179B}"/>
              </a:ext>
            </a:extLst>
          </p:cNvPr>
          <p:cNvSpPr/>
          <p:nvPr/>
        </p:nvSpPr>
        <p:spPr>
          <a:xfrm>
            <a:off x="185895" y="2381315"/>
            <a:ext cx="900112" cy="8881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E300B356-E127-44D1-82D4-83CD5FCAECFE}"/>
              </a:ext>
            </a:extLst>
          </p:cNvPr>
          <p:cNvSpPr/>
          <p:nvPr/>
        </p:nvSpPr>
        <p:spPr>
          <a:xfrm>
            <a:off x="185895" y="3860556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967551" y="796880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967551" y="1332566"/>
            <a:ext cx="3765223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963940" y="2292467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963940" y="2825138"/>
            <a:ext cx="3765223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963940" y="3777941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963940" y="4310612"/>
            <a:ext cx="3765223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88DA040E-41B1-4DAC-963D-09529BDC1035}"/>
              </a:ext>
            </a:extLst>
          </p:cNvPr>
          <p:cNvSpPr/>
          <p:nvPr/>
        </p:nvSpPr>
        <p:spPr>
          <a:xfrm>
            <a:off x="5084470" y="987726"/>
            <a:ext cx="3688055" cy="3497418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DBA42-4F49-4A58-ACAD-E6610E73C9AD}"/>
              </a:ext>
            </a:extLst>
          </p:cNvPr>
          <p:cNvSpPr txBox="1"/>
          <p:nvPr/>
        </p:nvSpPr>
        <p:spPr>
          <a:xfrm>
            <a:off x="384926" y="233219"/>
            <a:ext cx="8416173" cy="47044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7997C5-1DC1-4AE1-B9E7-6D1D05C65CC0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3126682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7F7282D5-3EB5-4A2C-8F86-4DA6DE6A5329}"/>
              </a:ext>
            </a:extLst>
          </p:cNvPr>
          <p:cNvSpPr/>
          <p:nvPr/>
        </p:nvSpPr>
        <p:spPr>
          <a:xfrm>
            <a:off x="506370" y="1484782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6" y="233219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624164" y="1616895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624164" y="2400372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D6FC4DCC-B4B9-421B-8587-BB46DFEAEB14}"/>
              </a:ext>
            </a:extLst>
          </p:cNvPr>
          <p:cNvSpPr/>
          <p:nvPr/>
        </p:nvSpPr>
        <p:spPr>
          <a:xfrm>
            <a:off x="3308963" y="2066176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6D7757AC-D62C-4782-A92F-4A62472ACF0A}"/>
              </a:ext>
            </a:extLst>
          </p:cNvPr>
          <p:cNvSpPr/>
          <p:nvPr/>
        </p:nvSpPr>
        <p:spPr>
          <a:xfrm>
            <a:off x="3426757" y="2198289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8E04842F-30D3-4018-B3A5-4EFD750F230E}"/>
              </a:ext>
            </a:extLst>
          </p:cNvPr>
          <p:cNvSpPr/>
          <p:nvPr/>
        </p:nvSpPr>
        <p:spPr>
          <a:xfrm>
            <a:off x="3426757" y="2981766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en-US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80B4F5A5-9094-4C85-B6A3-03A0F88D8B91}"/>
              </a:ext>
            </a:extLst>
          </p:cNvPr>
          <p:cNvSpPr/>
          <p:nvPr/>
        </p:nvSpPr>
        <p:spPr>
          <a:xfrm>
            <a:off x="6111556" y="2659214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54FE16A6-5F50-4E33-ADF9-FF5CF948397B}"/>
              </a:ext>
            </a:extLst>
          </p:cNvPr>
          <p:cNvSpPr/>
          <p:nvPr/>
        </p:nvSpPr>
        <p:spPr>
          <a:xfrm>
            <a:off x="6229350" y="2791327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309F4901-CBBA-468D-A4D2-9A23CA718DCD}"/>
              </a:ext>
            </a:extLst>
          </p:cNvPr>
          <p:cNvSpPr/>
          <p:nvPr/>
        </p:nvSpPr>
        <p:spPr>
          <a:xfrm>
            <a:off x="6229350" y="3574804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en-US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E0365B-F4FB-485A-81B0-0C3081D5841D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4283955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C913B9B-63E8-4A2B-8F71-640EC5654019}"/>
              </a:ext>
            </a:extLst>
          </p:cNvPr>
          <p:cNvSpPr/>
          <p:nvPr/>
        </p:nvSpPr>
        <p:spPr>
          <a:xfrm>
            <a:off x="3601739" y="3271856"/>
            <a:ext cx="5237088" cy="1321594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CE0FAD2-C6AC-466F-B202-8261192A1EAD}"/>
              </a:ext>
            </a:extLst>
          </p:cNvPr>
          <p:cNvSpPr/>
          <p:nvPr/>
        </p:nvSpPr>
        <p:spPr>
          <a:xfrm>
            <a:off x="6308629" y="1028718"/>
            <a:ext cx="2533533" cy="205740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B195CF9-D8FE-43B1-AD8A-52624B62F4BA}"/>
              </a:ext>
            </a:extLst>
          </p:cNvPr>
          <p:cNvSpPr/>
          <p:nvPr/>
        </p:nvSpPr>
        <p:spPr>
          <a:xfrm>
            <a:off x="3604479" y="1014431"/>
            <a:ext cx="2533533" cy="205740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07845BD-1CA4-4255-9387-95F6C60ABB50}"/>
              </a:ext>
            </a:extLst>
          </p:cNvPr>
          <p:cNvSpPr/>
          <p:nvPr/>
        </p:nvSpPr>
        <p:spPr>
          <a:xfrm>
            <a:off x="3696513" y="1058962"/>
            <a:ext cx="234398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6690492-D90A-4A40-A75F-1B26E0C13569}"/>
              </a:ext>
            </a:extLst>
          </p:cNvPr>
          <p:cNvSpPr/>
          <p:nvPr/>
        </p:nvSpPr>
        <p:spPr>
          <a:xfrm>
            <a:off x="3696513" y="1843569"/>
            <a:ext cx="2343986" cy="1142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9A8C5E1-80CB-4876-91EF-060A6B546FC7}"/>
              </a:ext>
            </a:extLst>
          </p:cNvPr>
          <p:cNvSpPr/>
          <p:nvPr/>
        </p:nvSpPr>
        <p:spPr>
          <a:xfrm>
            <a:off x="6400067" y="1058962"/>
            <a:ext cx="234076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2ECB716-3A62-4B4B-BB86-1A1F9B13DC04}"/>
              </a:ext>
            </a:extLst>
          </p:cNvPr>
          <p:cNvSpPr/>
          <p:nvPr/>
        </p:nvSpPr>
        <p:spPr>
          <a:xfrm>
            <a:off x="6400067" y="1843570"/>
            <a:ext cx="2340765" cy="1142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3696512" y="3361863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3696511" y="3713475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2A99D5-9713-4EBB-AF07-0DC7DE3F625B}"/>
              </a:ext>
            </a:extLst>
          </p:cNvPr>
          <p:cNvSpPr txBox="1"/>
          <p:nvPr/>
        </p:nvSpPr>
        <p:spPr>
          <a:xfrm>
            <a:off x="384926" y="233219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787AEA5E-F7FC-4AD3-B156-4F5AA0732A9E}"/>
              </a:ext>
            </a:extLst>
          </p:cNvPr>
          <p:cNvSpPr/>
          <p:nvPr/>
        </p:nvSpPr>
        <p:spPr>
          <a:xfrm>
            <a:off x="384926" y="1028718"/>
            <a:ext cx="3002992" cy="3564732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B11D98-9B25-498E-961B-121E013E2FD8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4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4970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D03237A-E3AF-45AB-A4B7-EB5CA1622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7515" y="2245457"/>
            <a:ext cx="4613696" cy="3605273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BEBA92BC-D8CF-4449-9786-954BF0E33DF4}"/>
              </a:ext>
            </a:extLst>
          </p:cNvPr>
          <p:cNvSpPr/>
          <p:nvPr/>
        </p:nvSpPr>
        <p:spPr>
          <a:xfrm>
            <a:off x="4157659" y="631046"/>
            <a:ext cx="900112" cy="900112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443E"/>
                </a:solidFill>
              </a:rPr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BFF550B3-1A4A-4BC6-B025-612645E0179B}"/>
              </a:ext>
            </a:extLst>
          </p:cNvPr>
          <p:cNvSpPr/>
          <p:nvPr/>
        </p:nvSpPr>
        <p:spPr>
          <a:xfrm>
            <a:off x="4157659" y="2127661"/>
            <a:ext cx="900112" cy="888177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443E"/>
                </a:solidFill>
              </a:rPr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E300B356-E127-44D1-82D4-83CD5FCAECFE}"/>
              </a:ext>
            </a:extLst>
          </p:cNvPr>
          <p:cNvSpPr/>
          <p:nvPr/>
        </p:nvSpPr>
        <p:spPr>
          <a:xfrm>
            <a:off x="4157659" y="3612342"/>
            <a:ext cx="900112" cy="900112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443E"/>
                </a:solidFill>
              </a:rPr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146488" y="489699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146488" y="1025385"/>
            <a:ext cx="3579637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5142877" y="1985286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5142877" y="2517957"/>
            <a:ext cx="3579637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5142877" y="3470760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5142877" y="4003431"/>
            <a:ext cx="3579637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E20912-74E2-4447-85E5-459CB45DE804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5</a:t>
            </a:r>
            <a:endParaRPr lang="ru-RU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A3BF97-9290-4856-8EE2-D135CFD1D84A}"/>
              </a:ext>
            </a:extLst>
          </p:cNvPr>
          <p:cNvSpPr txBox="1"/>
          <p:nvPr/>
        </p:nvSpPr>
        <p:spPr>
          <a:xfrm>
            <a:off x="384926" y="233219"/>
            <a:ext cx="3351255" cy="189444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071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BEBA92BC-D8CF-4449-9786-954BF0E33DF4}"/>
              </a:ext>
            </a:extLst>
          </p:cNvPr>
          <p:cNvSpPr/>
          <p:nvPr/>
        </p:nvSpPr>
        <p:spPr>
          <a:xfrm>
            <a:off x="4238518" y="831173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BFF550B3-1A4A-4BC6-B025-612645E0179B}"/>
              </a:ext>
            </a:extLst>
          </p:cNvPr>
          <p:cNvSpPr/>
          <p:nvPr/>
        </p:nvSpPr>
        <p:spPr>
          <a:xfrm>
            <a:off x="4238518" y="2244007"/>
            <a:ext cx="900112" cy="8881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E300B356-E127-44D1-82D4-83CD5FCAECFE}"/>
              </a:ext>
            </a:extLst>
          </p:cNvPr>
          <p:cNvSpPr/>
          <p:nvPr/>
        </p:nvSpPr>
        <p:spPr>
          <a:xfrm>
            <a:off x="4238518" y="3667322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020174" y="796880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020174" y="1332566"/>
            <a:ext cx="3765223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5016563" y="2155159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5016563" y="2687830"/>
            <a:ext cx="3765223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5016563" y="3584707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5016563" y="4117378"/>
            <a:ext cx="3765223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88DA040E-41B1-4DAC-963D-09529BDC1035}"/>
              </a:ext>
            </a:extLst>
          </p:cNvPr>
          <p:cNvSpPr/>
          <p:nvPr/>
        </p:nvSpPr>
        <p:spPr>
          <a:xfrm>
            <a:off x="384926" y="987726"/>
            <a:ext cx="3688055" cy="3497418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DBA42-4F49-4A58-ACAD-E6610E73C9AD}"/>
              </a:ext>
            </a:extLst>
          </p:cNvPr>
          <p:cNvSpPr txBox="1"/>
          <p:nvPr/>
        </p:nvSpPr>
        <p:spPr>
          <a:xfrm>
            <a:off x="384926" y="233219"/>
            <a:ext cx="8416173" cy="47044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7997C5-1DC1-4AE1-B9E7-6D1D05C65CC0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6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088112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3075313"/>
            <a:ext cx="9144000" cy="2495471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7F7282D5-3EB5-4A2C-8F86-4DA6DE6A5329}"/>
              </a:ext>
            </a:extLst>
          </p:cNvPr>
          <p:cNvSpPr/>
          <p:nvPr/>
        </p:nvSpPr>
        <p:spPr>
          <a:xfrm>
            <a:off x="474982" y="841812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6" y="233219"/>
            <a:ext cx="8416173" cy="43115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92776" y="973925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92776" y="1757402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D6FC4DCC-B4B9-421B-8587-BB46DFEAEB14}"/>
              </a:ext>
            </a:extLst>
          </p:cNvPr>
          <p:cNvSpPr/>
          <p:nvPr/>
        </p:nvSpPr>
        <p:spPr>
          <a:xfrm>
            <a:off x="3308963" y="841812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6D7757AC-D62C-4782-A92F-4A62472ACF0A}"/>
              </a:ext>
            </a:extLst>
          </p:cNvPr>
          <p:cNvSpPr/>
          <p:nvPr/>
        </p:nvSpPr>
        <p:spPr>
          <a:xfrm>
            <a:off x="3426757" y="973925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8E04842F-30D3-4018-B3A5-4EFD750F230E}"/>
              </a:ext>
            </a:extLst>
          </p:cNvPr>
          <p:cNvSpPr/>
          <p:nvPr/>
        </p:nvSpPr>
        <p:spPr>
          <a:xfrm>
            <a:off x="3426757" y="1757402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en-US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80B4F5A5-9094-4C85-B6A3-03A0F88D8B91}"/>
              </a:ext>
            </a:extLst>
          </p:cNvPr>
          <p:cNvSpPr/>
          <p:nvPr/>
        </p:nvSpPr>
        <p:spPr>
          <a:xfrm>
            <a:off x="6142944" y="841812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54FE16A6-5F50-4E33-ADF9-FF5CF948397B}"/>
              </a:ext>
            </a:extLst>
          </p:cNvPr>
          <p:cNvSpPr/>
          <p:nvPr/>
        </p:nvSpPr>
        <p:spPr>
          <a:xfrm>
            <a:off x="6260738" y="973925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309F4901-CBBA-468D-A4D2-9A23CA718DCD}"/>
              </a:ext>
            </a:extLst>
          </p:cNvPr>
          <p:cNvSpPr/>
          <p:nvPr/>
        </p:nvSpPr>
        <p:spPr>
          <a:xfrm>
            <a:off x="6260738" y="1757402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en-US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429647-CA59-4CFF-BA1E-216C1B6C2840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7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1041198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ACD1364-3CF5-4CAE-8EA9-7688D559F3B8}"/>
              </a:ext>
            </a:extLst>
          </p:cNvPr>
          <p:cNvSpPr/>
          <p:nvPr/>
        </p:nvSpPr>
        <p:spPr>
          <a:xfrm>
            <a:off x="5013960" y="250030"/>
            <a:ext cx="3820890" cy="4625578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</a:t>
            </a:r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D06CE78-0765-472C-BF9E-217E96399A7F}"/>
              </a:ext>
            </a:extLst>
          </p:cNvPr>
          <p:cNvSpPr/>
          <p:nvPr/>
        </p:nvSpPr>
        <p:spPr>
          <a:xfrm>
            <a:off x="329528" y="250030"/>
            <a:ext cx="4425351" cy="4625578"/>
          </a:xfrm>
          <a:prstGeom prst="roundRect">
            <a:avLst>
              <a:gd name="adj" fmla="val 6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685AA42C-46D0-41A5-A969-17FC8B601F8A}"/>
              </a:ext>
            </a:extLst>
          </p:cNvPr>
          <p:cNvSpPr/>
          <p:nvPr/>
        </p:nvSpPr>
        <p:spPr>
          <a:xfrm>
            <a:off x="581636" y="828775"/>
            <a:ext cx="3902535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8B03A82-B57E-44BD-99D0-61B72DE25D1E}"/>
              </a:ext>
            </a:extLst>
          </p:cNvPr>
          <p:cNvSpPr/>
          <p:nvPr/>
        </p:nvSpPr>
        <p:spPr>
          <a:xfrm>
            <a:off x="581636" y="1364461"/>
            <a:ext cx="3902535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18B96010-7930-4CDB-B5AD-0B64B10EAA3C}"/>
              </a:ext>
            </a:extLst>
          </p:cNvPr>
          <p:cNvSpPr/>
          <p:nvPr/>
        </p:nvSpPr>
        <p:spPr>
          <a:xfrm>
            <a:off x="578025" y="2154547"/>
            <a:ext cx="3902535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85EFCBF-CA41-4F31-B492-CFF52F79253A}"/>
              </a:ext>
            </a:extLst>
          </p:cNvPr>
          <p:cNvSpPr/>
          <p:nvPr/>
        </p:nvSpPr>
        <p:spPr>
          <a:xfrm>
            <a:off x="578025" y="2687218"/>
            <a:ext cx="3902535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5EF471A4-E8FE-49B0-9692-F9EB3934F403}"/>
              </a:ext>
            </a:extLst>
          </p:cNvPr>
          <p:cNvSpPr/>
          <p:nvPr/>
        </p:nvSpPr>
        <p:spPr>
          <a:xfrm>
            <a:off x="578025" y="3482422"/>
            <a:ext cx="3902535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05DB19AD-D5E3-4922-8D77-B3C9BB6F1A7D}"/>
              </a:ext>
            </a:extLst>
          </p:cNvPr>
          <p:cNvSpPr/>
          <p:nvPr/>
        </p:nvSpPr>
        <p:spPr>
          <a:xfrm>
            <a:off x="578025" y="4015093"/>
            <a:ext cx="3902535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4F62C6-E8B0-4FB7-85AB-B4FE3DDE5EE8}"/>
              </a:ext>
            </a:extLst>
          </p:cNvPr>
          <p:cNvSpPr txBox="1"/>
          <p:nvPr/>
        </p:nvSpPr>
        <p:spPr>
          <a:xfrm>
            <a:off x="553627" y="338149"/>
            <a:ext cx="4018373" cy="79008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0A3001-2BD3-4CD7-9DE6-B116F4E66D51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8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3786529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>
            <a:extLst>
              <a:ext uri="{FF2B5EF4-FFF2-40B4-BE49-F238E27FC236}">
                <a16:creationId xmlns:a16="http://schemas.microsoft.com/office/drawing/2014/main" id="{F914BA69-20E9-474B-AE84-4F1911C83D2D}"/>
              </a:ext>
            </a:extLst>
          </p:cNvPr>
          <p:cNvSpPr/>
          <p:nvPr/>
        </p:nvSpPr>
        <p:spPr>
          <a:xfrm>
            <a:off x="479117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  <a:prstDash val="solid"/>
          </a:ln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8A4F7442-77C8-4F7E-B1FE-4A54DDA9006C}"/>
              </a:ext>
            </a:extLst>
          </p:cNvPr>
          <p:cNvSpPr/>
          <p:nvPr/>
        </p:nvSpPr>
        <p:spPr>
          <a:xfrm>
            <a:off x="3440985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  <a:prstDash val="solid"/>
          </a:ln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E390DB8F-74EE-4970-BCB5-E4B2CF21A36E}"/>
              </a:ext>
            </a:extLst>
          </p:cNvPr>
          <p:cNvSpPr/>
          <p:nvPr/>
        </p:nvSpPr>
        <p:spPr>
          <a:xfrm>
            <a:off x="6402854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  <a:prstDash val="solid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B8D934-7743-454B-93CC-20EFEF2AC699}"/>
              </a:ext>
            </a:extLst>
          </p:cNvPr>
          <p:cNvSpPr txBox="1"/>
          <p:nvPr/>
        </p:nvSpPr>
        <p:spPr>
          <a:xfrm>
            <a:off x="479117" y="2883499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ru-RU" dirty="0">
              <a:solidFill>
                <a:srgbClr val="14211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E63B7B-6B11-4504-ABF4-F3098E53BFE6}"/>
              </a:ext>
            </a:extLst>
          </p:cNvPr>
          <p:cNvSpPr txBox="1"/>
          <p:nvPr/>
        </p:nvSpPr>
        <p:spPr>
          <a:xfrm>
            <a:off x="3440985" y="2883499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dirty="0">
              <a:solidFill>
                <a:srgbClr val="14211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CE3D32-1EEA-43A4-816D-4EBADE60CE4A}"/>
              </a:ext>
            </a:extLst>
          </p:cNvPr>
          <p:cNvSpPr txBox="1"/>
          <p:nvPr/>
        </p:nvSpPr>
        <p:spPr>
          <a:xfrm>
            <a:off x="6402854" y="2883499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dirty="0">
              <a:solidFill>
                <a:srgbClr val="142111"/>
              </a:solidFill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859082" y="2571750"/>
            <a:ext cx="235560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859081" y="3356357"/>
            <a:ext cx="235560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9A2086F1-2AD7-4FE7-A587-FFD50C11AF0D}"/>
              </a:ext>
            </a:extLst>
          </p:cNvPr>
          <p:cNvSpPr/>
          <p:nvPr/>
        </p:nvSpPr>
        <p:spPr>
          <a:xfrm>
            <a:off x="3820950" y="2571750"/>
            <a:ext cx="235560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99CA5C8E-3F4D-407F-938F-CDB1AD48834D}"/>
              </a:ext>
            </a:extLst>
          </p:cNvPr>
          <p:cNvSpPr/>
          <p:nvPr/>
        </p:nvSpPr>
        <p:spPr>
          <a:xfrm>
            <a:off x="3820950" y="3356357"/>
            <a:ext cx="2355606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C67E2E20-EB57-40FD-8D37-45097694DEA7}"/>
              </a:ext>
            </a:extLst>
          </p:cNvPr>
          <p:cNvSpPr/>
          <p:nvPr/>
        </p:nvSpPr>
        <p:spPr>
          <a:xfrm>
            <a:off x="6782818" y="2571750"/>
            <a:ext cx="229458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5EC583A-9632-4DE0-A91E-E0712C4CE643}"/>
              </a:ext>
            </a:extLst>
          </p:cNvPr>
          <p:cNvSpPr/>
          <p:nvPr/>
        </p:nvSpPr>
        <p:spPr>
          <a:xfrm>
            <a:off x="6782818" y="3356357"/>
            <a:ext cx="2294583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6AD567DC-17A7-47D2-B25C-E46A5CDEE66F}"/>
              </a:ext>
            </a:extLst>
          </p:cNvPr>
          <p:cNvSpPr/>
          <p:nvPr/>
        </p:nvSpPr>
        <p:spPr>
          <a:xfrm>
            <a:off x="0" y="-478632"/>
            <a:ext cx="9144000" cy="2328619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277CAE-C93A-4AC3-918E-EB7012CB5026}"/>
              </a:ext>
            </a:extLst>
          </p:cNvPr>
          <p:cNvSpPr txBox="1"/>
          <p:nvPr/>
        </p:nvSpPr>
        <p:spPr>
          <a:xfrm>
            <a:off x="384926" y="1984233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2C5BD3-83F5-4D65-9189-1B79B6D2D564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9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65748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со скругленными углами 3">
            <a:extLst>
              <a:ext uri="{FF2B5EF4-FFF2-40B4-BE49-F238E27FC236}">
                <a16:creationId xmlns:a16="http://schemas.microsoft.com/office/drawing/2014/main" id="{A6F17409-1302-462E-8AA7-C8C50E7485BF}"/>
              </a:ext>
            </a:extLst>
          </p:cNvPr>
          <p:cNvSpPr/>
          <p:nvPr/>
        </p:nvSpPr>
        <p:spPr>
          <a:xfrm>
            <a:off x="0" y="-478632"/>
            <a:ext cx="9144000" cy="1766411"/>
          </a:xfrm>
          <a:prstGeom prst="roundRect">
            <a:avLst>
              <a:gd name="adj" fmla="val 1229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0644EB0-039F-48A6-A8C6-3F7B2C859297}"/>
              </a:ext>
            </a:extLst>
          </p:cNvPr>
          <p:cNvCxnSpPr>
            <a:cxnSpLocks/>
          </p:cNvCxnSpPr>
          <p:nvPr/>
        </p:nvCxnSpPr>
        <p:spPr>
          <a:xfrm>
            <a:off x="3149441" y="1791052"/>
            <a:ext cx="0" cy="238554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135BA38-F54B-45DA-864D-CE5576996E7B}"/>
              </a:ext>
            </a:extLst>
          </p:cNvPr>
          <p:cNvCxnSpPr>
            <a:cxnSpLocks/>
          </p:cNvCxnSpPr>
          <p:nvPr/>
        </p:nvCxnSpPr>
        <p:spPr>
          <a:xfrm>
            <a:off x="6014561" y="1791052"/>
            <a:ext cx="0" cy="238554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372E5AB7-855E-4C0D-8092-4A84F211705F}"/>
              </a:ext>
            </a:extLst>
          </p:cNvPr>
          <p:cNvCxnSpPr>
            <a:cxnSpLocks/>
          </p:cNvCxnSpPr>
          <p:nvPr/>
        </p:nvCxnSpPr>
        <p:spPr>
          <a:xfrm flipH="1">
            <a:off x="485771" y="2525780"/>
            <a:ext cx="8365334" cy="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060CEAC-931B-4FC8-B5BF-0C01EC78C222}"/>
              </a:ext>
            </a:extLst>
          </p:cNvPr>
          <p:cNvSpPr txBox="1"/>
          <p:nvPr/>
        </p:nvSpPr>
        <p:spPr>
          <a:xfrm>
            <a:off x="384926" y="233219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94C200-60F6-4BAA-9726-36A61C91FDE8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10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110665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C913B9B-63E8-4A2B-8F71-640EC5654019}"/>
              </a:ext>
            </a:extLst>
          </p:cNvPr>
          <p:cNvSpPr/>
          <p:nvPr/>
        </p:nvSpPr>
        <p:spPr>
          <a:xfrm>
            <a:off x="384926" y="3271856"/>
            <a:ext cx="5237088" cy="1321594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CE0FAD2-C6AC-466F-B202-8261192A1EAD}"/>
              </a:ext>
            </a:extLst>
          </p:cNvPr>
          <p:cNvSpPr/>
          <p:nvPr/>
        </p:nvSpPr>
        <p:spPr>
          <a:xfrm>
            <a:off x="3091816" y="1028718"/>
            <a:ext cx="2533533" cy="205740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B195CF9-D8FE-43B1-AD8A-52624B62F4BA}"/>
              </a:ext>
            </a:extLst>
          </p:cNvPr>
          <p:cNvSpPr/>
          <p:nvPr/>
        </p:nvSpPr>
        <p:spPr>
          <a:xfrm>
            <a:off x="387666" y="1014431"/>
            <a:ext cx="2533533" cy="205740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07845BD-1CA4-4255-9387-95F6C60ABB50}"/>
              </a:ext>
            </a:extLst>
          </p:cNvPr>
          <p:cNvSpPr/>
          <p:nvPr/>
        </p:nvSpPr>
        <p:spPr>
          <a:xfrm>
            <a:off x="479700" y="1058962"/>
            <a:ext cx="234398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6690492-D90A-4A40-A75F-1B26E0C13569}"/>
              </a:ext>
            </a:extLst>
          </p:cNvPr>
          <p:cNvSpPr/>
          <p:nvPr/>
        </p:nvSpPr>
        <p:spPr>
          <a:xfrm>
            <a:off x="479700" y="1843569"/>
            <a:ext cx="2343986" cy="1142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9A8C5E1-80CB-4876-91EF-060A6B546FC7}"/>
              </a:ext>
            </a:extLst>
          </p:cNvPr>
          <p:cNvSpPr/>
          <p:nvPr/>
        </p:nvSpPr>
        <p:spPr>
          <a:xfrm>
            <a:off x="3183254" y="1058962"/>
            <a:ext cx="234076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2ECB716-3A62-4B4B-BB86-1A1F9B13DC04}"/>
              </a:ext>
            </a:extLst>
          </p:cNvPr>
          <p:cNvSpPr/>
          <p:nvPr/>
        </p:nvSpPr>
        <p:spPr>
          <a:xfrm>
            <a:off x="3183254" y="1843570"/>
            <a:ext cx="2340765" cy="1142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479699" y="3361863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479698" y="3713475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2A99D5-9713-4EBB-AF07-0DC7DE3F625B}"/>
              </a:ext>
            </a:extLst>
          </p:cNvPr>
          <p:cNvSpPr txBox="1"/>
          <p:nvPr/>
        </p:nvSpPr>
        <p:spPr>
          <a:xfrm>
            <a:off x="384926" y="233219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787AEA5E-F7FC-4AD3-B156-4F5AA0732A9E}"/>
              </a:ext>
            </a:extLst>
          </p:cNvPr>
          <p:cNvSpPr/>
          <p:nvPr/>
        </p:nvSpPr>
        <p:spPr>
          <a:xfrm>
            <a:off x="5808225" y="1028718"/>
            <a:ext cx="3128606" cy="3564732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B11D98-9B25-498E-961B-121E013E2FD8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11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4201976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9E115-BF95-70BF-4C6E-6924C838B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57634D3-B352-FE5D-F236-D4BC0DF09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760" y="2557463"/>
            <a:ext cx="4010563" cy="3133968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A3EF87B7-746B-2E1E-5A45-D5182F2782E4}"/>
              </a:ext>
            </a:extLst>
          </p:cNvPr>
          <p:cNvSpPr/>
          <p:nvPr/>
        </p:nvSpPr>
        <p:spPr>
          <a:xfrm>
            <a:off x="185895" y="831173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FFD3ABC2-FC9A-E592-1DA3-28B628B8EB65}"/>
              </a:ext>
            </a:extLst>
          </p:cNvPr>
          <p:cNvSpPr/>
          <p:nvPr/>
        </p:nvSpPr>
        <p:spPr>
          <a:xfrm>
            <a:off x="185895" y="2381315"/>
            <a:ext cx="900112" cy="8881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C6A959F-7887-876E-FC3D-84FEAE2C24EC}"/>
              </a:ext>
            </a:extLst>
          </p:cNvPr>
          <p:cNvSpPr/>
          <p:nvPr/>
        </p:nvSpPr>
        <p:spPr>
          <a:xfrm>
            <a:off x="185895" y="3860556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11A862D8-1933-8F2D-3ED1-50085525E92D}"/>
              </a:ext>
            </a:extLst>
          </p:cNvPr>
          <p:cNvSpPr/>
          <p:nvPr/>
        </p:nvSpPr>
        <p:spPr>
          <a:xfrm>
            <a:off x="967551" y="796880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FB694CD6-3492-BE7D-2D35-4D45B659D852}"/>
              </a:ext>
            </a:extLst>
          </p:cNvPr>
          <p:cNvSpPr/>
          <p:nvPr/>
        </p:nvSpPr>
        <p:spPr>
          <a:xfrm>
            <a:off x="967551" y="1332566"/>
            <a:ext cx="3765223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6480382B-515F-B2C2-E707-E8C6A9A54141}"/>
              </a:ext>
            </a:extLst>
          </p:cNvPr>
          <p:cNvSpPr/>
          <p:nvPr/>
        </p:nvSpPr>
        <p:spPr>
          <a:xfrm>
            <a:off x="963940" y="2292467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DB78357D-725F-A323-70B0-FAC5670EB6BE}"/>
              </a:ext>
            </a:extLst>
          </p:cNvPr>
          <p:cNvSpPr/>
          <p:nvPr/>
        </p:nvSpPr>
        <p:spPr>
          <a:xfrm>
            <a:off x="963940" y="2825138"/>
            <a:ext cx="3765223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9195E03F-255D-4D5C-ABBF-7E9D341DE365}"/>
              </a:ext>
            </a:extLst>
          </p:cNvPr>
          <p:cNvSpPr/>
          <p:nvPr/>
        </p:nvSpPr>
        <p:spPr>
          <a:xfrm>
            <a:off x="963940" y="3777941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2BADB61E-856C-4F3A-DD99-C30DA5B03C2E}"/>
              </a:ext>
            </a:extLst>
          </p:cNvPr>
          <p:cNvSpPr/>
          <p:nvPr/>
        </p:nvSpPr>
        <p:spPr>
          <a:xfrm>
            <a:off x="963940" y="4310612"/>
            <a:ext cx="3765223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AAD663EB-3742-A1DE-FDD3-5327E4BCE6CD}"/>
              </a:ext>
            </a:extLst>
          </p:cNvPr>
          <p:cNvSpPr/>
          <p:nvPr/>
        </p:nvSpPr>
        <p:spPr>
          <a:xfrm>
            <a:off x="5084470" y="987726"/>
            <a:ext cx="3688055" cy="3497418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D30E13-5D21-9433-5DFB-FEA119E78EE6}"/>
              </a:ext>
            </a:extLst>
          </p:cNvPr>
          <p:cNvSpPr txBox="1"/>
          <p:nvPr/>
        </p:nvSpPr>
        <p:spPr>
          <a:xfrm>
            <a:off x="384926" y="233219"/>
            <a:ext cx="8416173" cy="47044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3FE9DA-0979-DD17-AEF7-898E03BD7D30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631896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со скругленными углами 3">
            <a:extLst>
              <a:ext uri="{FF2B5EF4-FFF2-40B4-BE49-F238E27FC236}">
                <a16:creationId xmlns:a16="http://schemas.microsoft.com/office/drawing/2014/main" id="{9F70E9B7-D989-4C9C-8286-3096568E4B11}"/>
              </a:ext>
            </a:extLst>
          </p:cNvPr>
          <p:cNvSpPr/>
          <p:nvPr/>
        </p:nvSpPr>
        <p:spPr>
          <a:xfrm>
            <a:off x="186690" y="178158"/>
            <a:ext cx="8770620" cy="475861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Прямоугольник 5">
            <a:extLst>
              <a:ext uri="{FF2B5EF4-FFF2-40B4-BE49-F238E27FC236}">
                <a16:creationId xmlns:a16="http://schemas.microsoft.com/office/drawing/2014/main" id="{0C1AEEC8-5393-49B3-82A7-7978BA361571}"/>
              </a:ext>
            </a:extLst>
          </p:cNvPr>
          <p:cNvSpPr>
            <a:spLocks noChangeAspect="1"/>
          </p:cNvSpPr>
          <p:nvPr/>
        </p:nvSpPr>
        <p:spPr>
          <a:xfrm>
            <a:off x="1640942" y="4489946"/>
            <a:ext cx="2999374" cy="27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</a:pP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Презентация создана в </a:t>
            </a:r>
            <a:r>
              <a:rPr lang="en-US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Fibonacci</a:t>
            </a:r>
            <a:endParaRPr lang="en-US" altLang="ru-RU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Изображение 40">
            <a:extLst>
              <a:ext uri="{FF2B5EF4-FFF2-40B4-BE49-F238E27FC236}">
                <a16:creationId xmlns:a16="http://schemas.microsoft.com/office/drawing/2014/main" id="{FC6DE47C-5E94-43BD-A58E-2FD6A44427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27" r="9127"/>
          <a:stretch>
            <a:fillRect/>
          </a:stretch>
        </p:blipFill>
        <p:spPr>
          <a:xfrm>
            <a:off x="867407" y="3488057"/>
            <a:ext cx="257279" cy="257279"/>
          </a:xfrm>
          <a:prstGeom prst="ellipse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54CF67A-E550-4968-898D-9B5353839BF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0400" b="29000"/>
          <a:stretch/>
        </p:blipFill>
        <p:spPr>
          <a:xfrm>
            <a:off x="351153" y="3691328"/>
            <a:ext cx="1289789" cy="1134126"/>
          </a:xfrm>
          <a:prstGeom prst="rect">
            <a:avLst/>
          </a:prstGeom>
        </p:spPr>
      </p:pic>
      <p:sp>
        <p:nvSpPr>
          <p:cNvPr id="9" name="Прямоугольник 10">
            <a:extLst>
              <a:ext uri="{FF2B5EF4-FFF2-40B4-BE49-F238E27FC236}">
                <a16:creationId xmlns:a16="http://schemas.microsoft.com/office/drawing/2014/main" id="{259E3DE5-5614-4998-A3C4-E222A7EB69E2}"/>
              </a:ext>
            </a:extLst>
          </p:cNvPr>
          <p:cNvSpPr/>
          <p:nvPr/>
        </p:nvSpPr>
        <p:spPr>
          <a:xfrm>
            <a:off x="460151" y="621909"/>
            <a:ext cx="692648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6600" b="1" spc="-1" dirty="0">
                <a:solidFill>
                  <a:srgbClr val="FFC000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6600" b="1" strike="noStrike" spc="-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0A9CF7F-F6E2-436D-B271-584625D342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760" y="2557463"/>
            <a:ext cx="4010563" cy="313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72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2298</TotalTime>
  <Words>164</Words>
  <Application>Microsoft Macintosh PowerPoint</Application>
  <PresentationFormat>Экран (16:9)</PresentationFormat>
  <Paragraphs>119</Paragraphs>
  <Slides>13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Алика Шпагина</dc:creator>
  <cp:lastModifiedBy>Алика Шпагина</cp:lastModifiedBy>
  <cp:revision>55</cp:revision>
  <dcterms:created xsi:type="dcterms:W3CDTF">2024-04-17T19:56:02Z</dcterms:created>
  <dcterms:modified xsi:type="dcterms:W3CDTF">2026-07-16T08:17:51Z</dcterms:modified>
</cp:coreProperties>
</file>