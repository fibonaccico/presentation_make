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35F784D-B5F1-4185-B7D9-AD4ACBE4125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143DEB-9FB7-4DF9-B27B-6FC41C6147C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0B530D-016F-4C46-A57D-9D918EBABE30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FC0B19-BD74-4756-B265-C4AF1EFAB08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C45DC5-8BCA-4831-81CE-45206561D6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DDC89F-2118-445D-AB4E-4D2DCB6009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37D2FB-44E3-453E-AA80-62E79FB9A3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025734-52B2-4AEC-BF45-AFFECED1E5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0B69C0-2240-41B4-9709-A007E084BD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912D69-A112-4C31-955E-0981A27138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C781B7-46AD-4A09-98E8-35B8DE490F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532CA0-9EDF-4741-A1B5-7AD217804E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967B81-237B-4EDC-A2A9-9CFDC23DA9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3B5D08-0E17-48C9-B6E9-3167F02D57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6DD0F2-65D1-4394-AFDE-B17CDB6A31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C8CC8C-A16F-4BCF-9713-BA763141C1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4D30DE-1C3E-4D7E-BEFF-B356C1E5393A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Прямоугольник со скругленными углами 3"/>
          <p:cNvSpPr/>
          <p:nvPr/>
        </p:nvSpPr>
        <p:spPr>
          <a:xfrm>
            <a:off x="50846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5840" cy="132048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600" cy="205632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600" cy="205632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10"/>
          <p:cNvSpPr/>
          <p:nvPr/>
        </p:nvSpPr>
        <p:spPr>
          <a:xfrm>
            <a:off x="3696480" y="105912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 со скругленными углами 3"/>
          <p:cNvSpPr/>
          <p:nvPr/>
        </p:nvSpPr>
        <p:spPr>
          <a:xfrm>
            <a:off x="384840" y="1028880"/>
            <a:ext cx="3002040" cy="35636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2680" cy="3604320"/>
          </a:xfrm>
          <a:prstGeom prst="rect">
            <a:avLst/>
          </a:prstGeom>
          <a:ln w="0">
            <a:noFill/>
          </a:ln>
        </p:spPr>
      </p:pic>
      <p:sp>
        <p:nvSpPr>
          <p:cNvPr id="89" name="Овал 1"/>
          <p:cNvSpPr/>
          <p:nvPr/>
        </p:nvSpPr>
        <p:spPr>
          <a:xfrm>
            <a:off x="4157640" y="63108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Овал 23"/>
          <p:cNvSpPr/>
          <p:nvPr/>
        </p:nvSpPr>
        <p:spPr>
          <a:xfrm>
            <a:off x="4157640" y="2127600"/>
            <a:ext cx="898920" cy="88704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Овал 29"/>
          <p:cNvSpPr/>
          <p:nvPr/>
        </p:nvSpPr>
        <p:spPr>
          <a:xfrm>
            <a:off x="4157640" y="361224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656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656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4296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14296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4600" y="228600"/>
            <a:ext cx="3656880" cy="20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Овал 1"/>
          <p:cNvSpPr/>
          <p:nvPr/>
        </p:nvSpPr>
        <p:spPr>
          <a:xfrm>
            <a:off x="423864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Овал 23"/>
          <p:cNvSpPr/>
          <p:nvPr/>
        </p:nvSpPr>
        <p:spPr>
          <a:xfrm>
            <a:off x="4238640" y="224388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Овал 29"/>
          <p:cNvSpPr/>
          <p:nvPr/>
        </p:nvSpPr>
        <p:spPr>
          <a:xfrm>
            <a:off x="4238640" y="366732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2020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2020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215532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268776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5016600" y="35848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5016600" y="411732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9" name="Прямоугольник со скругленными углами 3"/>
          <p:cNvSpPr/>
          <p:nvPr/>
        </p:nvSpPr>
        <p:spPr>
          <a:xfrm>
            <a:off x="3848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00600" y="228600"/>
            <a:ext cx="8614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Прямоугольник со скругленными углами 3"/>
          <p:cNvSpPr/>
          <p:nvPr/>
        </p:nvSpPr>
        <p:spPr>
          <a:xfrm>
            <a:off x="0" y="3075480"/>
            <a:ext cx="9142920" cy="24944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3" name="Прямоугольник: скругленные углы 20"/>
          <p:cNvSpPr/>
          <p:nvPr/>
        </p:nvSpPr>
        <p:spPr>
          <a:xfrm>
            <a:off x="4748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" name="TextBox 10"/>
          <p:cNvSpPr/>
          <p:nvPr/>
        </p:nvSpPr>
        <p:spPr>
          <a:xfrm>
            <a:off x="59292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59292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6" name="Прямоугольник: скругленные углы 29"/>
          <p:cNvSpPr/>
          <p:nvPr/>
        </p:nvSpPr>
        <p:spPr>
          <a:xfrm>
            <a:off x="330912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TextBox 10"/>
          <p:cNvSpPr/>
          <p:nvPr/>
        </p:nvSpPr>
        <p:spPr>
          <a:xfrm>
            <a:off x="342684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42684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" name="Прямоугольник: скругленные углы 36"/>
          <p:cNvSpPr/>
          <p:nvPr/>
        </p:nvSpPr>
        <p:spPr>
          <a:xfrm>
            <a:off x="61430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TextBox 10"/>
          <p:cNvSpPr/>
          <p:nvPr/>
        </p:nvSpPr>
        <p:spPr>
          <a:xfrm>
            <a:off x="626076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26076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57200" y="349200"/>
            <a:ext cx="8457480" cy="10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Прямоугольник: скругленные углы 15"/>
          <p:cNvSpPr/>
          <p:nvPr/>
        </p:nvSpPr>
        <p:spPr>
          <a:xfrm>
            <a:off x="5014080" y="250200"/>
            <a:ext cx="3819960" cy="462456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5" name="Прямоугольник: скругленные углы 16"/>
          <p:cNvSpPr/>
          <p:nvPr/>
        </p:nvSpPr>
        <p:spPr>
          <a:xfrm>
            <a:off x="329400" y="250200"/>
            <a:ext cx="4424400" cy="462456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" name="TextBox 10"/>
          <p:cNvSpPr/>
          <p:nvPr/>
        </p:nvSpPr>
        <p:spPr>
          <a:xfrm>
            <a:off x="581760" y="82872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81760" y="1364400"/>
            <a:ext cx="390132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215460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2687040"/>
            <a:ext cx="390132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578160" y="348228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578160" y="4015080"/>
            <a:ext cx="390132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93200" y="300600"/>
            <a:ext cx="4078080" cy="8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3"/>
          <p:cNvSpPr/>
          <p:nvPr/>
        </p:nvSpPr>
        <p:spPr>
          <a:xfrm>
            <a:off x="47916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3"/>
          <p:cNvSpPr/>
          <p:nvPr/>
        </p:nvSpPr>
        <p:spPr>
          <a:xfrm>
            <a:off x="344088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Shape 3"/>
          <p:cNvSpPr/>
          <p:nvPr/>
        </p:nvSpPr>
        <p:spPr>
          <a:xfrm>
            <a:off x="640296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Box 11"/>
          <p:cNvSpPr/>
          <p:nvPr/>
        </p:nvSpPr>
        <p:spPr>
          <a:xfrm>
            <a:off x="47916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344088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640296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858960" y="2571840"/>
            <a:ext cx="23544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858960" y="3356280"/>
            <a:ext cx="235440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3821040" y="2571840"/>
            <a:ext cx="23544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821040" y="3356280"/>
            <a:ext cx="235440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6782760" y="2571840"/>
            <a:ext cx="22935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6782760" y="3356280"/>
            <a:ext cx="22935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6" name="Прямоугольник со скругленными углами 3"/>
          <p:cNvSpPr/>
          <p:nvPr/>
        </p:nvSpPr>
        <p:spPr>
          <a:xfrm>
            <a:off x="0" y="-478800"/>
            <a:ext cx="9142920" cy="23274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28600" y="2057400"/>
            <a:ext cx="8686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" name="Прямоугольник 5"/>
          <p:cNvSpPr/>
          <p:nvPr/>
        </p:nvSpPr>
        <p:spPr>
          <a:xfrm>
            <a:off x="1640880" y="448992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1" name="Изображение 40"/>
          <p:cNvSpPr/>
          <p:nvPr/>
        </p:nvSpPr>
        <p:spPr>
          <a:xfrm>
            <a:off x="867240" y="3488040"/>
            <a:ext cx="256320" cy="2563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2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8800" cy="1132920"/>
          </a:xfrm>
          <a:prstGeom prst="rect">
            <a:avLst/>
          </a:prstGeom>
          <a:ln w="0">
            <a:noFill/>
          </a:ln>
        </p:spPr>
      </p:pic>
      <p:sp>
        <p:nvSpPr>
          <p:cNvPr id="153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54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2304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2025-09-17T11:46:22Z</dcterms:modified>
  <cp:revision>58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