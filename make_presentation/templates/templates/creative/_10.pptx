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0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</a:t>
            </a:r>
            <a:r>
              <a:rPr b="0" lang="en-US" sz="4400" spc="-1" strike="noStrike">
                <a:latin typeface="Arial"/>
              </a:rPr>
              <a:t>move the </a:t>
            </a:r>
            <a:r>
              <a:rPr b="0" lang="en-US" sz="4400" spc="-1" strike="noStrike">
                <a:latin typeface="Arial"/>
              </a:rPr>
              <a:t>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</a:t>
            </a:r>
            <a:r>
              <a:rPr b="0" lang="en-US" sz="2000" spc="-1" strike="noStrike">
                <a:latin typeface="Arial"/>
              </a:rPr>
              <a:t>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CB8BACBD-131D-4B53-A2EA-AA9980B55E77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A020825-5E78-44C3-91EF-06461E52F6F4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5848DF3-8004-48D6-87C3-93DCAC7373F8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D06BB0C-ECFD-4EC4-8134-45D9D8ED1C49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D839575-87C8-4828-8527-7901246AEDF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E7B30A4-E9F3-4146-BEE8-9C0833521D7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A1B6273-21D7-422E-904C-37D1A38B30C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D3B14E8-4FA4-4761-B49D-37216F17452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9F4906-9D3A-4157-95A3-1C7F166D729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7280" cy="829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7FBB8D1-63C7-479F-BA44-3D8A6B30E31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8E72178-BDD7-4850-A3E9-A0A3368F1CB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5D58378-B3BE-46C9-ADB0-828C6FFB75B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F5D0F7C-591D-4B99-B418-806965AAA1B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7DA2463-6E63-4269-83A7-1031C5CEFD9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9F87FE6-F7F9-48B7-87E8-05692EC86FD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8D0A77A-9CF4-4FCB-98DE-7D72DCE51F0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e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</a:t>
            </a:r>
            <a:r>
              <a:rPr b="0" lang="en-US" sz="1800" spc="-1" strike="noStrike">
                <a:latin typeface="Arial"/>
              </a:rPr>
              <a:t>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56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17FC6FD-B503-450E-B946-7318D8F1EEAC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9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782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5"/>
          <p:cNvSpPr/>
          <p:nvPr/>
        </p:nvSpPr>
        <p:spPr>
          <a:xfrm>
            <a:off x="460080" y="4445640"/>
            <a:ext cx="299880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ts val="1650"/>
              </a:lnSpc>
              <a:buNone/>
            </a:pPr>
            <a:r>
              <a:rPr b="0" lang="ru-RU" sz="900" spc="-1" strike="noStrike">
                <a:solidFill>
                  <a:srgbClr val="f2f2f2"/>
                </a:solidFill>
                <a:latin typeface="Arial"/>
                <a:ea typeface="DejaVu Sans"/>
              </a:rPr>
              <a:t>Презентация создана в </a:t>
            </a:r>
            <a:r>
              <a:rPr b="0" lang="en-US" sz="900" spc="-1" strike="noStrike">
                <a:solidFill>
                  <a:srgbClr val="f2f2f2"/>
                </a:solidFill>
                <a:latin typeface="Arial"/>
                <a:ea typeface="DejaVu Sans"/>
              </a:rPr>
              <a:t>Fibonacci</a:t>
            </a:r>
            <a:endParaRPr b="0" lang="en-US" sz="900" spc="-1" strike="noStrike">
              <a:latin typeface="Arial"/>
            </a:endParaRPr>
          </a:p>
        </p:txBody>
      </p:sp>
      <p:pic>
        <p:nvPicPr>
          <p:cNvPr id="49" name="Рисунок 5" descr=""/>
          <p:cNvPicPr/>
          <p:nvPr/>
        </p:nvPicPr>
        <p:blipFill>
          <a:blip r:embed="rId1"/>
          <a:stretch/>
        </p:blipFill>
        <p:spPr>
          <a:xfrm>
            <a:off x="2423160" y="4446360"/>
            <a:ext cx="290880" cy="290880"/>
          </a:xfrm>
          <a:prstGeom prst="rect">
            <a:avLst/>
          </a:prstGeom>
          <a:ln w="0">
            <a:noFill/>
          </a:ln>
        </p:spPr>
      </p:pic>
      <p:sp>
        <p:nvSpPr>
          <p:cNvPr id="50" name="Прямоугольник 10"/>
          <p:cNvSpPr/>
          <p:nvPr/>
        </p:nvSpPr>
        <p:spPr>
          <a:xfrm>
            <a:off x="460080" y="622080"/>
            <a:ext cx="692568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51" name="Рисунок 3" descr=""/>
          <p:cNvPicPr/>
          <p:nvPr/>
        </p:nvPicPr>
        <p:blipFill>
          <a:blip r:embed="rId2"/>
          <a:stretch/>
        </p:blipFill>
        <p:spPr>
          <a:xfrm>
            <a:off x="5753880" y="2557440"/>
            <a:ext cx="4009680" cy="3133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Рисунок 17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680" cy="3133080"/>
          </a:xfrm>
          <a:prstGeom prst="rect">
            <a:avLst/>
          </a:prstGeom>
          <a:ln w="0">
            <a:noFill/>
          </a:ln>
        </p:spPr>
      </p:pic>
      <p:sp>
        <p:nvSpPr>
          <p:cNvPr id="53" name="Овал 1"/>
          <p:cNvSpPr/>
          <p:nvPr/>
        </p:nvSpPr>
        <p:spPr>
          <a:xfrm>
            <a:off x="185760" y="83124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Овал 23"/>
          <p:cNvSpPr/>
          <p:nvPr/>
        </p:nvSpPr>
        <p:spPr>
          <a:xfrm>
            <a:off x="185760" y="2381400"/>
            <a:ext cx="899280" cy="8874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5" name="Овал 29"/>
          <p:cNvSpPr/>
          <p:nvPr/>
        </p:nvSpPr>
        <p:spPr>
          <a:xfrm>
            <a:off x="185760" y="386064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967680" y="79704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967680" y="1332720"/>
            <a:ext cx="376452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964080" y="229248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964080" y="2825280"/>
            <a:ext cx="376452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0" name="TextBox 10"/>
          <p:cNvSpPr/>
          <p:nvPr/>
        </p:nvSpPr>
        <p:spPr>
          <a:xfrm>
            <a:off x="964080" y="377784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1" name="TextBox 10"/>
          <p:cNvSpPr/>
          <p:nvPr/>
        </p:nvSpPr>
        <p:spPr>
          <a:xfrm>
            <a:off x="964080" y="4310640"/>
            <a:ext cx="376452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2" name="Прямоугольник со скругленными углами 3"/>
          <p:cNvSpPr/>
          <p:nvPr/>
        </p:nvSpPr>
        <p:spPr>
          <a:xfrm>
            <a:off x="5084640" y="987840"/>
            <a:ext cx="3687480" cy="349668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3" name="TextBox 13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421200" y="228600"/>
            <a:ext cx="8457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Прямоугольник: скругленные углы 20"/>
          <p:cNvSpPr/>
          <p:nvPr/>
        </p:nvSpPr>
        <p:spPr>
          <a:xfrm>
            <a:off x="506520" y="148464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" name="TextBox 10"/>
          <p:cNvSpPr/>
          <p:nvPr/>
        </p:nvSpPr>
        <p:spPr>
          <a:xfrm>
            <a:off x="624240" y="161676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624240" y="240048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8" name="Прямоугольник: скругленные углы 29"/>
          <p:cNvSpPr/>
          <p:nvPr/>
        </p:nvSpPr>
        <p:spPr>
          <a:xfrm>
            <a:off x="3309120" y="206604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9" name="TextBox 10"/>
          <p:cNvSpPr/>
          <p:nvPr/>
        </p:nvSpPr>
        <p:spPr>
          <a:xfrm>
            <a:off x="3426840" y="219816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3426840" y="298188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1" name="Прямоугольник: скругленные углы 36"/>
          <p:cNvSpPr/>
          <p:nvPr/>
        </p:nvSpPr>
        <p:spPr>
          <a:xfrm>
            <a:off x="6111720" y="265932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2" name="TextBox 10"/>
          <p:cNvSpPr/>
          <p:nvPr/>
        </p:nvSpPr>
        <p:spPr>
          <a:xfrm>
            <a:off x="6229440" y="279144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3" name="TextBox 10"/>
          <p:cNvSpPr/>
          <p:nvPr/>
        </p:nvSpPr>
        <p:spPr>
          <a:xfrm>
            <a:off x="6229440" y="357480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4" name="TextBox 39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457200" y="22860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Прямоугольник: скругленные углы 12"/>
          <p:cNvSpPr/>
          <p:nvPr/>
        </p:nvSpPr>
        <p:spPr>
          <a:xfrm>
            <a:off x="3601800" y="3271680"/>
            <a:ext cx="5236200" cy="1320840"/>
          </a:xfrm>
          <a:prstGeom prst="roundRect">
            <a:avLst>
              <a:gd name="adj" fmla="val 12711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" name="Прямоугольник: скругленные углы 11"/>
          <p:cNvSpPr/>
          <p:nvPr/>
        </p:nvSpPr>
        <p:spPr>
          <a:xfrm>
            <a:off x="6308640" y="1028880"/>
            <a:ext cx="2532960" cy="2056680"/>
          </a:xfrm>
          <a:prstGeom prst="roundRect">
            <a:avLst>
              <a:gd name="adj" fmla="val 1027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8" name="Прямоугольник: скругленные углы 2"/>
          <p:cNvSpPr/>
          <p:nvPr/>
        </p:nvSpPr>
        <p:spPr>
          <a:xfrm>
            <a:off x="3604320" y="1014480"/>
            <a:ext cx="2532960" cy="2056680"/>
          </a:xfrm>
          <a:prstGeom prst="roundRect">
            <a:avLst>
              <a:gd name="adj" fmla="val 1064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9" name="TextBox 10"/>
          <p:cNvSpPr/>
          <p:nvPr/>
        </p:nvSpPr>
        <p:spPr>
          <a:xfrm>
            <a:off x="3696480" y="1059120"/>
            <a:ext cx="234324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0" name="TextBox 10"/>
          <p:cNvSpPr/>
          <p:nvPr/>
        </p:nvSpPr>
        <p:spPr>
          <a:xfrm>
            <a:off x="3696480" y="1843560"/>
            <a:ext cx="2343240" cy="11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1" name="TextBox 10"/>
          <p:cNvSpPr/>
          <p:nvPr/>
        </p:nvSpPr>
        <p:spPr>
          <a:xfrm>
            <a:off x="6400080" y="1059120"/>
            <a:ext cx="234000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6400080" y="1843560"/>
            <a:ext cx="2340000" cy="11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3696480" y="3362040"/>
            <a:ext cx="52362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4" name="TextBox 10"/>
          <p:cNvSpPr/>
          <p:nvPr/>
        </p:nvSpPr>
        <p:spPr>
          <a:xfrm>
            <a:off x="3696480" y="3713400"/>
            <a:ext cx="514656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5" name="Прямоугольник со скругленными углами 3"/>
          <p:cNvSpPr/>
          <p:nvPr/>
        </p:nvSpPr>
        <p:spPr>
          <a:xfrm>
            <a:off x="384840" y="1028880"/>
            <a:ext cx="3002400" cy="356400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6" name="TextBox 15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4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313200" y="228600"/>
            <a:ext cx="8457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Рисунок 15" descr=""/>
          <p:cNvPicPr/>
          <p:nvPr/>
        </p:nvPicPr>
        <p:blipFill>
          <a:blip r:embed="rId1"/>
          <a:stretch/>
        </p:blipFill>
        <p:spPr>
          <a:xfrm>
            <a:off x="-877680" y="2245320"/>
            <a:ext cx="4613040" cy="3604680"/>
          </a:xfrm>
          <a:prstGeom prst="rect">
            <a:avLst/>
          </a:prstGeom>
          <a:ln w="0">
            <a:noFill/>
          </a:ln>
        </p:spPr>
      </p:pic>
      <p:sp>
        <p:nvSpPr>
          <p:cNvPr id="89" name="Овал 1"/>
          <p:cNvSpPr/>
          <p:nvPr/>
        </p:nvSpPr>
        <p:spPr>
          <a:xfrm>
            <a:off x="4157640" y="631080"/>
            <a:ext cx="899280" cy="89928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Овал 23"/>
          <p:cNvSpPr/>
          <p:nvPr/>
        </p:nvSpPr>
        <p:spPr>
          <a:xfrm>
            <a:off x="4157640" y="2127600"/>
            <a:ext cx="899280" cy="88740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1" name="Овал 29"/>
          <p:cNvSpPr/>
          <p:nvPr/>
        </p:nvSpPr>
        <p:spPr>
          <a:xfrm>
            <a:off x="4157640" y="3612240"/>
            <a:ext cx="899280" cy="89928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2" name="TextBox 10"/>
          <p:cNvSpPr/>
          <p:nvPr/>
        </p:nvSpPr>
        <p:spPr>
          <a:xfrm>
            <a:off x="5146560" y="48960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3" name="TextBox 10"/>
          <p:cNvSpPr/>
          <p:nvPr/>
        </p:nvSpPr>
        <p:spPr>
          <a:xfrm>
            <a:off x="5146560" y="1025280"/>
            <a:ext cx="357876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5142960" y="198540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5142960" y="2517840"/>
            <a:ext cx="357876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6" name="TextBox 10"/>
          <p:cNvSpPr/>
          <p:nvPr/>
        </p:nvSpPr>
        <p:spPr>
          <a:xfrm>
            <a:off x="5142960" y="347076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7" name="TextBox 10"/>
          <p:cNvSpPr/>
          <p:nvPr/>
        </p:nvSpPr>
        <p:spPr>
          <a:xfrm>
            <a:off x="5142960" y="4003560"/>
            <a:ext cx="357876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8" name="TextBox 14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5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264600" y="228600"/>
            <a:ext cx="3657240" cy="201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Овал 1"/>
          <p:cNvSpPr/>
          <p:nvPr/>
        </p:nvSpPr>
        <p:spPr>
          <a:xfrm>
            <a:off x="4238640" y="83124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1" name="Овал 23"/>
          <p:cNvSpPr/>
          <p:nvPr/>
        </p:nvSpPr>
        <p:spPr>
          <a:xfrm>
            <a:off x="4238640" y="2243880"/>
            <a:ext cx="899280" cy="8874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2" name="Овал 29"/>
          <p:cNvSpPr/>
          <p:nvPr/>
        </p:nvSpPr>
        <p:spPr>
          <a:xfrm>
            <a:off x="4238640" y="366732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3" name="TextBox 10"/>
          <p:cNvSpPr/>
          <p:nvPr/>
        </p:nvSpPr>
        <p:spPr>
          <a:xfrm>
            <a:off x="5020200" y="79704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4" name="TextBox 10"/>
          <p:cNvSpPr/>
          <p:nvPr/>
        </p:nvSpPr>
        <p:spPr>
          <a:xfrm>
            <a:off x="5020200" y="1332720"/>
            <a:ext cx="376452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5" name="TextBox 10"/>
          <p:cNvSpPr/>
          <p:nvPr/>
        </p:nvSpPr>
        <p:spPr>
          <a:xfrm>
            <a:off x="5016600" y="215532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5016600" y="2687760"/>
            <a:ext cx="376452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7" name="TextBox 10"/>
          <p:cNvSpPr/>
          <p:nvPr/>
        </p:nvSpPr>
        <p:spPr>
          <a:xfrm>
            <a:off x="5016600" y="358488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8" name="TextBox 10"/>
          <p:cNvSpPr/>
          <p:nvPr/>
        </p:nvSpPr>
        <p:spPr>
          <a:xfrm>
            <a:off x="5016600" y="4117320"/>
            <a:ext cx="376452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9" name="Прямоугольник со скругленными углами 3"/>
          <p:cNvSpPr/>
          <p:nvPr/>
        </p:nvSpPr>
        <p:spPr>
          <a:xfrm>
            <a:off x="384840" y="987840"/>
            <a:ext cx="3687480" cy="349668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0" name="TextBox 13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6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300600" y="228600"/>
            <a:ext cx="8614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Прямоугольник со скругленными углами 3"/>
          <p:cNvSpPr/>
          <p:nvPr/>
        </p:nvSpPr>
        <p:spPr>
          <a:xfrm>
            <a:off x="0" y="3075480"/>
            <a:ext cx="9143280" cy="249480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3" name="Прямоугольник: скругленные углы 20"/>
          <p:cNvSpPr/>
          <p:nvPr/>
        </p:nvSpPr>
        <p:spPr>
          <a:xfrm>
            <a:off x="474840" y="84168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4" name="TextBox 10"/>
          <p:cNvSpPr/>
          <p:nvPr/>
        </p:nvSpPr>
        <p:spPr>
          <a:xfrm>
            <a:off x="592920" y="97380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5" name="TextBox 10"/>
          <p:cNvSpPr/>
          <p:nvPr/>
        </p:nvSpPr>
        <p:spPr>
          <a:xfrm>
            <a:off x="592920" y="175752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6" name="Прямоугольник: скругленные углы 29"/>
          <p:cNvSpPr/>
          <p:nvPr/>
        </p:nvSpPr>
        <p:spPr>
          <a:xfrm>
            <a:off x="3309120" y="84168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7" name="TextBox 10"/>
          <p:cNvSpPr/>
          <p:nvPr/>
        </p:nvSpPr>
        <p:spPr>
          <a:xfrm>
            <a:off x="3426840" y="97380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8" name="TextBox 10"/>
          <p:cNvSpPr/>
          <p:nvPr/>
        </p:nvSpPr>
        <p:spPr>
          <a:xfrm>
            <a:off x="3426840" y="175752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9" name="Прямоугольник: скругленные углы 36"/>
          <p:cNvSpPr/>
          <p:nvPr/>
        </p:nvSpPr>
        <p:spPr>
          <a:xfrm>
            <a:off x="6143040" y="84168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0" name="TextBox 10"/>
          <p:cNvSpPr/>
          <p:nvPr/>
        </p:nvSpPr>
        <p:spPr>
          <a:xfrm>
            <a:off x="6260760" y="97380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1" name="TextBox 10"/>
          <p:cNvSpPr/>
          <p:nvPr/>
        </p:nvSpPr>
        <p:spPr>
          <a:xfrm>
            <a:off x="6260760" y="175752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2" name="TextBox 13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7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457200" y="349200"/>
            <a:ext cx="8457840" cy="10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c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Прямоугольник: скругленные углы 15"/>
          <p:cNvSpPr/>
          <p:nvPr/>
        </p:nvSpPr>
        <p:spPr>
          <a:xfrm>
            <a:off x="5014080" y="250200"/>
            <a:ext cx="3820320" cy="4624920"/>
          </a:xfrm>
          <a:prstGeom prst="roundRect">
            <a:avLst>
              <a:gd name="adj" fmla="val 622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5" name="Прямоугольник: скругленные углы 16"/>
          <p:cNvSpPr/>
          <p:nvPr/>
        </p:nvSpPr>
        <p:spPr>
          <a:xfrm>
            <a:off x="329400" y="250200"/>
            <a:ext cx="4424760" cy="4624920"/>
          </a:xfrm>
          <a:prstGeom prst="roundRect">
            <a:avLst>
              <a:gd name="adj" fmla="val 6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6" name="TextBox 10"/>
          <p:cNvSpPr/>
          <p:nvPr/>
        </p:nvSpPr>
        <p:spPr>
          <a:xfrm>
            <a:off x="581760" y="828720"/>
            <a:ext cx="390168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7" name="TextBox 10"/>
          <p:cNvSpPr/>
          <p:nvPr/>
        </p:nvSpPr>
        <p:spPr>
          <a:xfrm>
            <a:off x="581760" y="1364400"/>
            <a:ext cx="390168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8" name="TextBox 10"/>
          <p:cNvSpPr/>
          <p:nvPr/>
        </p:nvSpPr>
        <p:spPr>
          <a:xfrm>
            <a:off x="578160" y="2154600"/>
            <a:ext cx="390168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9" name="TextBox 10"/>
          <p:cNvSpPr/>
          <p:nvPr/>
        </p:nvSpPr>
        <p:spPr>
          <a:xfrm>
            <a:off x="578160" y="2687040"/>
            <a:ext cx="390168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30" name="TextBox 10"/>
          <p:cNvSpPr/>
          <p:nvPr/>
        </p:nvSpPr>
        <p:spPr>
          <a:xfrm>
            <a:off x="578160" y="3482280"/>
            <a:ext cx="390168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1" name="TextBox 10"/>
          <p:cNvSpPr/>
          <p:nvPr/>
        </p:nvSpPr>
        <p:spPr>
          <a:xfrm>
            <a:off x="578160" y="4015080"/>
            <a:ext cx="390168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32" name="TextBox 10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8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493200" y="300600"/>
            <a:ext cx="4078440" cy="84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3"/>
          <p:cNvSpPr/>
          <p:nvPr/>
        </p:nvSpPr>
        <p:spPr>
          <a:xfrm>
            <a:off x="479160" y="2886480"/>
            <a:ext cx="365040" cy="359640"/>
          </a:xfrm>
          <a:prstGeom prst="roundRect">
            <a:avLst>
              <a:gd name="adj" fmla="val 18669"/>
            </a:avLst>
          </a:prstGeom>
          <a:solidFill>
            <a:srgbClr val="ffc000"/>
          </a:solidFill>
          <a:ln w="762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5" name="Shape 3"/>
          <p:cNvSpPr/>
          <p:nvPr/>
        </p:nvSpPr>
        <p:spPr>
          <a:xfrm>
            <a:off x="3440880" y="2886480"/>
            <a:ext cx="365040" cy="359640"/>
          </a:xfrm>
          <a:prstGeom prst="roundRect">
            <a:avLst>
              <a:gd name="adj" fmla="val 18669"/>
            </a:avLst>
          </a:prstGeom>
          <a:solidFill>
            <a:srgbClr val="ffc000"/>
          </a:solidFill>
          <a:ln w="762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6" name="Shape 3"/>
          <p:cNvSpPr/>
          <p:nvPr/>
        </p:nvSpPr>
        <p:spPr>
          <a:xfrm>
            <a:off x="6402960" y="2886480"/>
            <a:ext cx="365040" cy="359640"/>
          </a:xfrm>
          <a:prstGeom prst="roundRect">
            <a:avLst>
              <a:gd name="adj" fmla="val 18669"/>
            </a:avLst>
          </a:prstGeom>
          <a:solidFill>
            <a:srgbClr val="ffc000"/>
          </a:solidFill>
          <a:ln w="762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7" name="TextBox 11"/>
          <p:cNvSpPr/>
          <p:nvPr/>
        </p:nvSpPr>
        <p:spPr>
          <a:xfrm>
            <a:off x="479160" y="2883600"/>
            <a:ext cx="365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8" name="TextBox 15"/>
          <p:cNvSpPr/>
          <p:nvPr/>
        </p:nvSpPr>
        <p:spPr>
          <a:xfrm>
            <a:off x="3440880" y="2883600"/>
            <a:ext cx="365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Arial"/>
                <a:ea typeface="DejaVu Sans"/>
              </a:rPr>
              <a:t>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9" name="TextBox 19"/>
          <p:cNvSpPr/>
          <p:nvPr/>
        </p:nvSpPr>
        <p:spPr>
          <a:xfrm>
            <a:off x="6402960" y="2883600"/>
            <a:ext cx="365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Arial"/>
                <a:ea typeface="DejaVu Sans"/>
              </a:rPr>
              <a:t>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0" name="TextBox 10"/>
          <p:cNvSpPr/>
          <p:nvPr/>
        </p:nvSpPr>
        <p:spPr>
          <a:xfrm>
            <a:off x="858960" y="2571840"/>
            <a:ext cx="235476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1" name="TextBox 10"/>
          <p:cNvSpPr/>
          <p:nvPr/>
        </p:nvSpPr>
        <p:spPr>
          <a:xfrm>
            <a:off x="858960" y="3356280"/>
            <a:ext cx="235476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42" name="TextBox 10"/>
          <p:cNvSpPr/>
          <p:nvPr/>
        </p:nvSpPr>
        <p:spPr>
          <a:xfrm>
            <a:off x="3821040" y="2571840"/>
            <a:ext cx="235476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3" name="TextBox 10"/>
          <p:cNvSpPr/>
          <p:nvPr/>
        </p:nvSpPr>
        <p:spPr>
          <a:xfrm>
            <a:off x="3821040" y="3356280"/>
            <a:ext cx="235476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44" name="TextBox 10"/>
          <p:cNvSpPr/>
          <p:nvPr/>
        </p:nvSpPr>
        <p:spPr>
          <a:xfrm>
            <a:off x="6782760" y="2571840"/>
            <a:ext cx="22939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5" name="TextBox 10"/>
          <p:cNvSpPr/>
          <p:nvPr/>
        </p:nvSpPr>
        <p:spPr>
          <a:xfrm>
            <a:off x="6782760" y="3356280"/>
            <a:ext cx="22939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46" name="Прямоугольник со скругленными углами 3"/>
          <p:cNvSpPr/>
          <p:nvPr/>
        </p:nvSpPr>
        <p:spPr>
          <a:xfrm>
            <a:off x="0" y="-478800"/>
            <a:ext cx="9143280" cy="232776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7" name="TextBox 20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9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228600" y="2057400"/>
            <a:ext cx="8686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Прямоугольник со скругленными углами 3"/>
          <p:cNvSpPr/>
          <p:nvPr/>
        </p:nvSpPr>
        <p:spPr>
          <a:xfrm>
            <a:off x="186840" y="1782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50" name="Прямоугольник 5"/>
          <p:cNvSpPr/>
          <p:nvPr/>
        </p:nvSpPr>
        <p:spPr>
          <a:xfrm>
            <a:off x="1640880" y="4489920"/>
            <a:ext cx="299880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ts val="1650"/>
              </a:lnSpc>
              <a:buNone/>
            </a:pPr>
            <a:r>
              <a:rPr b="0" lang="ru-RU" sz="900" spc="-1" strike="noStrike">
                <a:solidFill>
                  <a:srgbClr val="f2f2f2"/>
                </a:solidFill>
                <a:latin typeface="Arial"/>
                <a:ea typeface="DejaVu Sans"/>
              </a:rPr>
              <a:t>Презентация создана в </a:t>
            </a:r>
            <a:r>
              <a:rPr b="0" lang="en-US" sz="900" spc="-1" strike="noStrike">
                <a:solidFill>
                  <a:srgbClr val="f2f2f2"/>
                </a:solidFill>
                <a:latin typeface="Arial"/>
                <a:ea typeface="DejaVu Sans"/>
              </a:rPr>
              <a:t>Fibonacci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51" name="Изображение 40"/>
          <p:cNvSpPr/>
          <p:nvPr/>
        </p:nvSpPr>
        <p:spPr>
          <a:xfrm>
            <a:off x="867240" y="3488040"/>
            <a:ext cx="256680" cy="25668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52" name="Рисунок 10" descr=""/>
          <p:cNvPicPr/>
          <p:nvPr/>
        </p:nvPicPr>
        <p:blipFill>
          <a:blip r:embed="rId2"/>
          <a:srcRect l="0" t="30398" r="0" b="28998"/>
          <a:stretch/>
        </p:blipFill>
        <p:spPr>
          <a:xfrm>
            <a:off x="351000" y="3691440"/>
            <a:ext cx="1289160" cy="1133280"/>
          </a:xfrm>
          <a:prstGeom prst="rect">
            <a:avLst/>
          </a:prstGeom>
          <a:ln w="0">
            <a:noFill/>
          </a:ln>
        </p:spPr>
      </p:pic>
      <p:sp>
        <p:nvSpPr>
          <p:cNvPr id="153" name="Прямоугольник 10"/>
          <p:cNvSpPr/>
          <p:nvPr/>
        </p:nvSpPr>
        <p:spPr>
          <a:xfrm>
            <a:off x="460080" y="622080"/>
            <a:ext cx="692568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154" name="Рисунок 11" descr=""/>
          <p:cNvPicPr/>
          <p:nvPr/>
        </p:nvPicPr>
        <p:blipFill>
          <a:blip r:embed="rId3"/>
          <a:stretch/>
        </p:blipFill>
        <p:spPr>
          <a:xfrm>
            <a:off x="5753880" y="2557440"/>
            <a:ext cx="4009680" cy="3133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2304</TotalTime>
  <Application>LibreOffice/7.3.7.2$Linux_X86_64 LibreOffice_project/30$Build-2</Application>
  <AppVersion>15.0000</AppVersion>
  <Words>148</Words>
  <Paragraphs>107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en-US</dc:language>
  <cp:lastModifiedBy/>
  <dcterms:modified xsi:type="dcterms:W3CDTF">2025-06-19T14:48:06Z</dcterms:modified>
  <cp:revision>57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Экран (16:9)</vt:lpwstr>
  </property>
  <property fmtid="{D5CDD505-2E9C-101B-9397-08002B2CF9AE}" pid="4" name="Slides">
    <vt:i4>12</vt:i4>
  </property>
</Properties>
</file>