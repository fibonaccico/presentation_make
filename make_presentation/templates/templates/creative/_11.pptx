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notesSlides/_rels/notesSlide11.xml.rels" ContentType="application/vnd.openxmlformats-package.relationships+xml"/>
  <Override PartName="/ppt/notesSlides/_rels/notesSlide10.xml.rels" ContentType="application/vnd.openxmlformats-package.relationships+xml"/>
  <Override PartName="/ppt/notesSlides/_rels/notesSlide9.xml.rels" ContentType="application/vnd.openxmlformats-package.relationships+xml"/>
  <Override PartName="/ppt/notesSlides/_rels/notesSlide1.xml.rels" ContentType="application/vnd.openxmlformats-package.relationships+xml"/>
  <Override PartName="/ppt/notesSlides/notesSlide1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_rels/presentation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1.xml.rels" ContentType="application/vnd.openxmlformats-package.relationships+xml"/>
  <Override PartName="/ppt/slideLayouts/slideLayout9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media/image1.png" ContentType="image/png"/>
  <Override PartName="/ppt/media/image2.png" ContentType="image/png"/>
  <Override PartName="/ppt/media/image3.png" ContentType="image/png"/>
  <Override PartName="/ppt/media/image4.png" ContentType="image/png"/>
  <Override PartName="/ppt/media/image5.png" ContentType="image/png"/>
  <Override PartName="/ppt/media/image6.png" ContentType="image/png"/>
  <Override PartName="/ppt/media/image7.png" ContentType="image/png"/>
  <Override PartName="/ppt/presProps.xml" ContentType="application/vnd.openxmlformats-officedocument.presentationml.presProps+xml"/>
  <Override PartName="/ppt/notesMasters/_rels/notesMaster1.xml.rels" ContentType="application/vnd.openxmlformats-package.relationships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_rels/slide11.xml.rels" ContentType="application/vnd.openxmlformats-package.relationships+xml"/>
  <Override PartName="/ppt/slides/_rels/slide9.xml.rels" ContentType="application/vnd.openxmlformats-package.relationships+xml"/>
  <Override PartName="/ppt/slides/_rels/slide10.xml.rels" ContentType="application/vnd.openxmlformats-package.relationships+xml"/>
  <Override PartName="/ppt/slides/_rels/slide8.xml.rels" ContentType="application/vnd.openxmlformats-package.relationships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3.xml.rels" ContentType="application/vnd.openxmlformats-package.relationships+xml"/>
  <Override PartName="/ppt/slides/_rels/slide5.xml.rels" ContentType="application/vnd.openxmlformats-package.relationships+xml"/>
  <Override PartName="/ppt/slides/_rels/slide2.xml.rels" ContentType="application/vnd.openxmlformats-package.relationships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10.xml" ContentType="application/vnd.openxmlformats-officedocument.presentationml.slide+xml"/>
  <Override PartName="/ppt/slides/slide9.xml" ContentType="application/vnd.openxmlformats-officedocument.presentationml.slide+xml"/>
  <Override PartName="/ppt/slides/slide11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</p:sldIdLst>
  <p:sldSz cx="9144000" cy="51435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r>
              <a:rPr b="0" lang="en-US" sz="4400" spc="-1" strike="noStrike">
                <a:latin typeface="Arial"/>
              </a:rPr>
              <a:t>Click to </a:t>
            </a:r>
            <a:r>
              <a:rPr b="0" lang="en-US" sz="4400" spc="-1" strike="noStrike">
                <a:latin typeface="Arial"/>
              </a:rPr>
              <a:t>move </a:t>
            </a:r>
            <a:r>
              <a:rPr b="0" lang="en-US" sz="4400" spc="-1" strike="noStrike">
                <a:latin typeface="Arial"/>
              </a:rPr>
              <a:t>the slide</a:t>
            </a:r>
            <a:endParaRPr b="0" lang="en-US" sz="4400" spc="-1" strike="noStrike">
              <a:latin typeface="Arial"/>
            </a:endParaRPr>
          </a:p>
        </p:txBody>
      </p:sp>
      <p:sp>
        <p:nvSpPr>
          <p:cNvPr id="42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2000" spc="-1" strike="noStrike">
                <a:latin typeface="Arial"/>
              </a:rPr>
              <a:t>Click to edit the </a:t>
            </a:r>
            <a:r>
              <a:rPr b="0" lang="en-US" sz="2000" spc="-1" strike="noStrike">
                <a:latin typeface="Arial"/>
              </a:rPr>
              <a:t>notes format</a:t>
            </a:r>
            <a:endParaRPr b="0" lang="en-US" sz="2000" spc="-1" strike="noStrike">
              <a:latin typeface="Arial"/>
            </a:endParaRPr>
          </a:p>
        </p:txBody>
      </p:sp>
      <p:sp>
        <p:nvSpPr>
          <p:cNvPr id="43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400" spc="-1" strike="noStrike">
                <a:latin typeface="Times New Roman"/>
              </a:rPr>
              <a:t>&lt;header&gt;</a:t>
            </a:r>
            <a:endParaRPr b="0" lang="en-US" sz="1400" spc="-1" strike="noStrike">
              <a:latin typeface="Times New Roman"/>
            </a:endParaRPr>
          </a:p>
        </p:txBody>
      </p:sp>
      <p:sp>
        <p:nvSpPr>
          <p:cNvPr id="44" name="PlaceHolder 4"/>
          <p:cNvSpPr>
            <a:spLocks noGrp="1"/>
          </p:cNvSpPr>
          <p:nvPr>
            <p:ph type="dt" idx="4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algn="r">
              <a:buNone/>
              <a:defRPr b="0" lang="en-US" sz="1400" spc="-1" strike="noStrike">
                <a:latin typeface="Times New Roman"/>
              </a:defRPr>
            </a:lvl1pPr>
          </a:lstStyle>
          <a:p>
            <a:pPr algn="r">
              <a:buNone/>
            </a:pPr>
            <a:r>
              <a:rPr b="0" lang="en-US" sz="1400" spc="-1" strike="noStrike">
                <a:latin typeface="Times New Roman"/>
              </a:rPr>
              <a:t>&lt;date/time&gt;</a:t>
            </a:r>
            <a:endParaRPr b="0" lang="en-US" sz="1400" spc="-1" strike="noStrike">
              <a:latin typeface="Times New Roman"/>
            </a:endParaRPr>
          </a:p>
        </p:txBody>
      </p:sp>
      <p:sp>
        <p:nvSpPr>
          <p:cNvPr id="45" name="PlaceHolder 5"/>
          <p:cNvSpPr>
            <a:spLocks noGrp="1"/>
          </p:cNvSpPr>
          <p:nvPr>
            <p:ph type="ftr" idx="5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>
              <a:defRPr b="0" lang="en-US" sz="1400" spc="-1" strike="noStrike">
                <a:latin typeface="Times New Roman"/>
              </a:defRPr>
            </a:lvl1pPr>
          </a:lstStyle>
          <a:p>
            <a:r>
              <a:rPr b="0" lang="en-US" sz="1400" spc="-1" strike="noStrike">
                <a:latin typeface="Times New Roman"/>
              </a:rPr>
              <a:t>&lt;footer&gt;</a:t>
            </a:r>
            <a:endParaRPr b="0" lang="en-US" sz="1400" spc="-1" strike="noStrike">
              <a:latin typeface="Times New Roman"/>
            </a:endParaRPr>
          </a:p>
        </p:txBody>
      </p:sp>
      <p:sp>
        <p:nvSpPr>
          <p:cNvPr id="46" name="PlaceHolder 6"/>
          <p:cNvSpPr>
            <a:spLocks noGrp="1"/>
          </p:cNvSpPr>
          <p:nvPr>
            <p:ph type="sldNum" idx="6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buNone/>
              <a:defRPr b="0" lang="en-US" sz="1400" spc="-1" strike="noStrike">
                <a:latin typeface="Times New Roman"/>
              </a:defRPr>
            </a:lvl1pPr>
          </a:lstStyle>
          <a:p>
            <a:pPr algn="r">
              <a:buNone/>
            </a:pPr>
            <a:fld id="{B42F44C2-B564-4079-8680-B7B3937B7200}" type="slidenum">
              <a:rPr b="0" lang="en-US" sz="1400" spc="-1" strike="noStrike">
                <a:latin typeface="Times New Roman"/>
              </a:rPr>
              <a:t>&lt;number&gt;</a:t>
            </a:fld>
            <a:endParaRPr b="0" lang="en-US" sz="1400" spc="-1" strike="noStrike"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9.xml.rels><?xml version="1.0" encoding="UTF-8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
</Relationships>
</file>

<file path=ppt/notesSlides/_rels/notesSlide10.xml.rels><?xml version="1.0" encoding="UTF-8"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
</Relationships>
</file>

<file path=ppt/notesSlides/_rels/notesSlide11.xml.rels><?xml version="1.0" encoding="UTF-8"?>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16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000" spc="-1" strike="noStrike">
              <a:latin typeface="Arial"/>
            </a:endParaRPr>
          </a:p>
        </p:txBody>
      </p:sp>
      <p:sp>
        <p:nvSpPr>
          <p:cNvPr id="169" name="PlaceHolder 3"/>
          <p:cNvSpPr>
            <a:spLocks noGrp="1"/>
          </p:cNvSpPr>
          <p:nvPr>
            <p:ph type="sldNum" idx="7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defRPr b="0" lang="ru-RU" sz="1200" spc="-1" strike="noStrike">
                <a:latin typeface="Times New Roman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9428B915-3A36-4756-B7C6-27649F3342C8}" type="slidenum">
              <a:rPr b="0" lang="ru-RU" sz="1200" spc="-1" strike="noStrike">
                <a:latin typeface="Times New Roman"/>
              </a:rPr>
              <a:t>&lt;number&gt;</a:t>
            </a:fld>
            <a:endParaRPr b="0" lang="en-US" sz="1200" spc="-1" strike="noStrike">
              <a:latin typeface="Times New Roman"/>
            </a:endParaRPr>
          </a:p>
        </p:txBody>
      </p:sp>
    </p:spTree>
  </p:cSld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17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000" spc="-1" strike="noStrike">
              <a:latin typeface="Arial"/>
            </a:endParaRPr>
          </a:p>
        </p:txBody>
      </p:sp>
      <p:sp>
        <p:nvSpPr>
          <p:cNvPr id="172" name="PlaceHolder 3"/>
          <p:cNvSpPr>
            <a:spLocks noGrp="1"/>
          </p:cNvSpPr>
          <p:nvPr>
            <p:ph type="sldNum" idx="8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defRPr b="0" lang="ru-RU" sz="1200" spc="-1" strike="noStrike">
                <a:latin typeface="Times New Roman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EA5FBCB7-6F9E-4CD5-9089-68A807643C06}" type="slidenum">
              <a:rPr b="0" lang="ru-RU" sz="1200" spc="-1" strike="noStrike">
                <a:latin typeface="Times New Roman"/>
              </a:rPr>
              <a:t>&lt;number&gt;</a:t>
            </a:fld>
            <a:endParaRPr b="0" lang="en-US" sz="1200" spc="-1" strike="noStrike">
              <a:latin typeface="Times New Roman"/>
            </a:endParaRPr>
          </a:p>
        </p:txBody>
      </p:sp>
    </p:spTree>
  </p:cSld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17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000" spc="-1" strike="noStrike">
              <a:latin typeface="Arial"/>
            </a:endParaRPr>
          </a:p>
        </p:txBody>
      </p:sp>
      <p:sp>
        <p:nvSpPr>
          <p:cNvPr id="175" name="PlaceHolder 3"/>
          <p:cNvSpPr>
            <a:spLocks noGrp="1"/>
          </p:cNvSpPr>
          <p:nvPr>
            <p:ph type="sldNum" idx="9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defRPr b="0" lang="ru-RU" sz="1200" spc="-1" strike="noStrike">
                <a:latin typeface="Times New Roman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EF1FA05B-7451-4DFA-B11E-F7BA7402F0FD}" type="slidenum">
              <a:rPr b="0" lang="ru-RU" sz="1200" spc="-1" strike="noStrike">
                <a:latin typeface="Times New Roman"/>
              </a:rPr>
              <a:t>&lt;number&gt;</a:t>
            </a:fld>
            <a:endParaRPr b="0" lang="en-US" sz="1200" spc="-1" strike="noStrike">
              <a:latin typeface="Times New Roman"/>
            </a:endParaRPr>
          </a:p>
        </p:txBody>
      </p:sp>
    </p:spTree>
  </p:cSld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17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000" spc="-1" strike="noStrike">
              <a:latin typeface="Arial"/>
            </a:endParaRPr>
          </a:p>
        </p:txBody>
      </p:sp>
      <p:sp>
        <p:nvSpPr>
          <p:cNvPr id="178" name="PlaceHolder 3"/>
          <p:cNvSpPr>
            <a:spLocks noGrp="1"/>
          </p:cNvSpPr>
          <p:nvPr>
            <p:ph type="sldNum" idx="10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defRPr b="0" lang="ru-RU" sz="1200" spc="-1" strike="noStrike">
                <a:latin typeface="Times New Roman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8DFCBC1D-5328-446C-BE81-A7F08A69F983}" type="slidenum">
              <a:rPr b="0" lang="ru-RU" sz="1200" spc="-1" strike="noStrike">
                <a:latin typeface="Times New Roman"/>
              </a:rPr>
              <a:t>&lt;number&gt;</a:t>
            </a:fld>
            <a:endParaRPr b="0" lang="en-US" sz="1200" spc="-1" strike="noStrike"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25E18114-0845-4241-B6E8-E774F1072B65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1143000" y="841680"/>
            <a:ext cx="6857280" cy="1789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AE6C6AEF-DBE4-4704-8A40-8D2036A51A5D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1143000" y="841680"/>
            <a:ext cx="6857280" cy="1789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70879F2E-05B0-4993-A391-42A47A2B86C7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1143000" y="841680"/>
            <a:ext cx="6857280" cy="1789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1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9FA61060-28AC-43CE-81AB-8552F06B7AA6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1143000" y="841680"/>
            <a:ext cx="6857280" cy="1789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7EBEC3CF-26BA-47FE-85C4-C66D92FFF456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subTitle"/>
          </p:nvPr>
        </p:nvSpPr>
        <p:spPr>
          <a:xfrm>
            <a:off x="1143000" y="841680"/>
            <a:ext cx="6857280" cy="8298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BA6E1ACC-0CAD-4EA7-BB68-6C97E3F78B6C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1143000" y="841680"/>
            <a:ext cx="6857280" cy="1789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7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11F49F43-F0BE-4B3D-AD19-CF72C5276CA3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1143000" y="841680"/>
            <a:ext cx="6857280" cy="1789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0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1" name="PlaceHolder 4"/>
          <p:cNvSpPr>
            <a:spLocks noGrp="1"/>
          </p:cNvSpPr>
          <p:nvPr>
            <p:ph/>
          </p:nvPr>
        </p:nvSpPr>
        <p:spPr>
          <a:xfrm>
            <a:off x="467424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0ACC085F-7FC6-417A-8BBC-3B4FDD700F1C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1143000" y="841680"/>
            <a:ext cx="6857280" cy="1789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5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CF8CED28-9780-4A27-8701-F92E0FD7066F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1143000" y="841680"/>
            <a:ext cx="6857280" cy="1789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/>
          </p:nvPr>
        </p:nvSpPr>
        <p:spPr>
          <a:xfrm>
            <a:off x="457200" y="276192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B62EF41B-089F-4477-AF1F-B9DC6FC2E45C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1143000" y="841680"/>
            <a:ext cx="6857280" cy="1789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3" name="PlaceHolder 5"/>
          <p:cNvSpPr>
            <a:spLocks noGrp="1"/>
          </p:cNvSpPr>
          <p:nvPr>
            <p:ph/>
          </p:nvPr>
        </p:nvSpPr>
        <p:spPr>
          <a:xfrm>
            <a:off x="467424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EFB7E78E-A4C9-4C13-9162-A64A55D1785B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1143000" y="841680"/>
            <a:ext cx="6857280" cy="1789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3239640" y="120348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6022080" y="120348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457200" y="276192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9" name="PlaceHolder 6"/>
          <p:cNvSpPr>
            <a:spLocks noGrp="1"/>
          </p:cNvSpPr>
          <p:nvPr>
            <p:ph/>
          </p:nvPr>
        </p:nvSpPr>
        <p:spPr>
          <a:xfrm>
            <a:off x="3239640" y="276192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40" name="PlaceHolder 7"/>
          <p:cNvSpPr>
            <a:spLocks noGrp="1"/>
          </p:cNvSpPr>
          <p:nvPr>
            <p:ph/>
          </p:nvPr>
        </p:nvSpPr>
        <p:spPr>
          <a:xfrm>
            <a:off x="6022080" y="276192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0337B3BC-E8F1-41A6-BCFE-CA025C17E6E0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cfe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1143000" y="841680"/>
            <a:ext cx="6857280" cy="1789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US" sz="1800" spc="-1" strike="noStrike">
                <a:latin typeface="Arial"/>
              </a:rPr>
              <a:t>Click to edit the title text </a:t>
            </a:r>
            <a:r>
              <a:rPr b="0" lang="en-US" sz="1800" spc="-1" strike="noStrike">
                <a:latin typeface="Arial"/>
              </a:rPr>
              <a:t>format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ftr" idx="1"/>
          </p:nvPr>
        </p:nvSpPr>
        <p:spPr>
          <a:xfrm>
            <a:off x="3029040" y="4767120"/>
            <a:ext cx="3085560" cy="2732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algn="ctr">
              <a:lnSpc>
                <a:spcPct val="100000"/>
              </a:lnSpc>
              <a:buNone/>
              <a:defRPr b="0" lang="en-US" sz="1400" spc="-1" strike="noStrike">
                <a:latin typeface="Times New Roman"/>
              </a:defRPr>
            </a:lvl1pPr>
          </a:lstStyle>
          <a:p>
            <a:pPr algn="ctr">
              <a:lnSpc>
                <a:spcPct val="100000"/>
              </a:lnSpc>
              <a:buNone/>
            </a:pPr>
            <a:r>
              <a:rPr b="0" lang="en-US" sz="1400" spc="-1" strike="noStrike">
                <a:latin typeface="Times New Roman"/>
              </a:rPr>
              <a:t>&lt;footer&gt;</a:t>
            </a:r>
            <a:endParaRPr b="0" lang="en-US" sz="1400" spc="-1" strike="noStrike"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sldNum" idx="2"/>
          </p:nvPr>
        </p:nvSpPr>
        <p:spPr>
          <a:xfrm>
            <a:off x="6458040" y="4767120"/>
            <a:ext cx="2056680" cy="2732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algn="r">
              <a:lnSpc>
                <a:spcPct val="100000"/>
              </a:lnSpc>
              <a:buNone/>
              <a:defRPr b="0" lang="en-US" sz="900" spc="-1" strike="noStrike">
                <a:solidFill>
                  <a:srgbClr val="8b8b8b"/>
                </a:solidFill>
                <a:latin typeface="Calibri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9231DB35-E83F-4B83-8E2C-679FD7AED6FC}" type="slidenum">
              <a:rPr b="0" lang="en-US" sz="900" spc="-1" strike="noStrike">
                <a:solidFill>
                  <a:srgbClr val="8b8b8b"/>
                </a:solidFill>
                <a:latin typeface="Calibri"/>
              </a:rPr>
              <a:t>&lt;number&gt;</a:t>
            </a:fld>
            <a:endParaRPr b="0" lang="en-US" sz="900" spc="-1" strike="noStrike"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dt" idx="3"/>
          </p:nvPr>
        </p:nvSpPr>
        <p:spPr>
          <a:xfrm>
            <a:off x="628560" y="4767120"/>
            <a:ext cx="2056680" cy="2732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>
              <a:defRPr b="0" lang="en-US" sz="1400" spc="-1" strike="noStrike">
                <a:latin typeface="Times New Roman"/>
              </a:defRPr>
            </a:lvl1pPr>
          </a:lstStyle>
          <a:p>
            <a:r>
              <a:rPr b="0" lang="en-US" sz="1400" spc="-1" strike="noStrike">
                <a:latin typeface="Times New Roman"/>
              </a:rPr>
              <a:t>&lt;date/time&gt;</a:t>
            </a:r>
            <a:endParaRPr b="0" lang="en-US" sz="1400" spc="-1" strike="noStrike">
              <a:latin typeface="Times New Roman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latin typeface="Arial"/>
              </a:rPr>
              <a:t>Click to edit the outline text format</a:t>
            </a:r>
            <a:endParaRPr b="0" lang="en-US" sz="3200" spc="-1" strike="noStrike"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latin typeface="Arial"/>
              </a:rPr>
              <a:t>Second Outline Level</a:t>
            </a:r>
            <a:endParaRPr b="0" lang="en-US" sz="2800" spc="-1" strike="noStrike"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latin typeface="Arial"/>
              </a:rPr>
              <a:t>Third Outline Level</a:t>
            </a:r>
            <a:endParaRPr b="0" lang="en-US" sz="2400" spc="-1" strike="noStrike"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latin typeface="Arial"/>
              </a:rPr>
              <a:t>Fourth Outline Level</a:t>
            </a:r>
            <a:endParaRPr b="0" lang="en-US" sz="2000" spc="-1" strike="noStrike"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Fifth Outline Level</a:t>
            </a:r>
            <a:endParaRPr b="0" lang="en-US" sz="2000" spc="-1" strike="noStrike"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Sixth Outline Level</a:t>
            </a:r>
            <a:endParaRPr b="0" lang="en-US" sz="2000" spc="-1" strike="noStrike"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Seventh Outline Level</a:t>
            </a:r>
            <a:endParaRPr b="0" lang="en-US" sz="2000" spc="-1" strike="noStrike"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3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image" Target="../media/image6.png"/><Relationship Id="rId3" Type="http://schemas.openxmlformats.org/officeDocument/2006/relationships/image" Target="../media/image7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1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Прямоугольник со скругленными углами 3"/>
          <p:cNvSpPr/>
          <p:nvPr/>
        </p:nvSpPr>
        <p:spPr>
          <a:xfrm>
            <a:off x="186840" y="178200"/>
            <a:ext cx="8769960" cy="4757760"/>
          </a:xfrm>
          <a:prstGeom prst="roundRect">
            <a:avLst>
              <a:gd name="adj" fmla="val 4051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48" name="Прямоугольник 5"/>
          <p:cNvSpPr/>
          <p:nvPr/>
        </p:nvSpPr>
        <p:spPr>
          <a:xfrm>
            <a:off x="460080" y="4445640"/>
            <a:ext cx="2998800" cy="269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ts val="1650"/>
              </a:lnSpc>
              <a:buNone/>
            </a:pPr>
            <a:r>
              <a:rPr b="0" lang="ru-RU" sz="900" spc="-1" strike="noStrike">
                <a:solidFill>
                  <a:srgbClr val="f2f2f2"/>
                </a:solidFill>
                <a:latin typeface="Arial"/>
                <a:ea typeface="DejaVu Sans"/>
              </a:rPr>
              <a:t>Презентация создана в </a:t>
            </a:r>
            <a:r>
              <a:rPr b="0" lang="en-US" sz="900" spc="-1" strike="noStrike">
                <a:solidFill>
                  <a:srgbClr val="f2f2f2"/>
                </a:solidFill>
                <a:latin typeface="Arial"/>
                <a:ea typeface="DejaVu Sans"/>
              </a:rPr>
              <a:t>Fibonacci</a:t>
            </a:r>
            <a:endParaRPr b="0" lang="en-US" sz="900" spc="-1" strike="noStrike">
              <a:latin typeface="Arial"/>
            </a:endParaRPr>
          </a:p>
        </p:txBody>
      </p:sp>
      <p:pic>
        <p:nvPicPr>
          <p:cNvPr id="49" name="Рисунок 5" descr=""/>
          <p:cNvPicPr/>
          <p:nvPr/>
        </p:nvPicPr>
        <p:blipFill>
          <a:blip r:embed="rId1"/>
          <a:stretch/>
        </p:blipFill>
        <p:spPr>
          <a:xfrm>
            <a:off x="2423160" y="4446360"/>
            <a:ext cx="290880" cy="290880"/>
          </a:xfrm>
          <a:prstGeom prst="rect">
            <a:avLst/>
          </a:prstGeom>
          <a:ln w="0">
            <a:noFill/>
          </a:ln>
        </p:spPr>
      </p:pic>
      <p:sp>
        <p:nvSpPr>
          <p:cNvPr id="50" name="Прямоугольник 10"/>
          <p:cNvSpPr/>
          <p:nvPr/>
        </p:nvSpPr>
        <p:spPr>
          <a:xfrm>
            <a:off x="460080" y="622080"/>
            <a:ext cx="6925680" cy="330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ts val="6999"/>
              </a:lnSpc>
              <a:buNone/>
            </a:pPr>
            <a:r>
              <a:rPr b="1" lang="en-US" sz="6600" spc="-1" strike="noStrike">
                <a:solidFill>
                  <a:srgbClr val="ffc000"/>
                </a:solidFill>
                <a:latin typeface="Arial"/>
                <a:ea typeface="DejaVu Sans"/>
              </a:rPr>
              <a:t>TITLE</a:t>
            </a:r>
            <a:endParaRPr b="0" lang="en-US" sz="6600" spc="-1" strike="noStrike">
              <a:latin typeface="Arial"/>
            </a:endParaRPr>
          </a:p>
        </p:txBody>
      </p:sp>
      <p:pic>
        <p:nvPicPr>
          <p:cNvPr id="51" name="Рисунок 3" descr=""/>
          <p:cNvPicPr/>
          <p:nvPr/>
        </p:nvPicPr>
        <p:blipFill>
          <a:blip r:embed="rId2"/>
          <a:stretch/>
        </p:blipFill>
        <p:spPr>
          <a:xfrm>
            <a:off x="5753880" y="2557440"/>
            <a:ext cx="4009680" cy="313308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" name="Рисунок 17" descr=""/>
          <p:cNvPicPr/>
          <p:nvPr/>
        </p:nvPicPr>
        <p:blipFill>
          <a:blip r:embed="rId1"/>
          <a:stretch/>
        </p:blipFill>
        <p:spPr>
          <a:xfrm>
            <a:off x="5753880" y="2557440"/>
            <a:ext cx="4009680" cy="3133080"/>
          </a:xfrm>
          <a:prstGeom prst="rect">
            <a:avLst/>
          </a:prstGeom>
          <a:ln w="0">
            <a:noFill/>
          </a:ln>
        </p:spPr>
      </p:pic>
      <p:sp>
        <p:nvSpPr>
          <p:cNvPr id="53" name="Овал 1"/>
          <p:cNvSpPr/>
          <p:nvPr/>
        </p:nvSpPr>
        <p:spPr>
          <a:xfrm>
            <a:off x="185760" y="831240"/>
            <a:ext cx="899280" cy="899280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ru-RU" sz="1800" spc="-1" strike="noStrike">
                <a:solidFill>
                  <a:srgbClr val="142111"/>
                </a:solidFill>
                <a:latin typeface="Calibri"/>
                <a:ea typeface="DejaVu Sans"/>
              </a:rPr>
              <a:t>01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54" name="Овал 23"/>
          <p:cNvSpPr/>
          <p:nvPr/>
        </p:nvSpPr>
        <p:spPr>
          <a:xfrm>
            <a:off x="185760" y="2381400"/>
            <a:ext cx="899280" cy="887400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ru-RU" sz="1800" spc="-1" strike="noStrike">
                <a:solidFill>
                  <a:srgbClr val="142111"/>
                </a:solidFill>
                <a:latin typeface="Calibri"/>
                <a:ea typeface="DejaVu Sans"/>
              </a:rPr>
              <a:t>02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55" name="Овал 29"/>
          <p:cNvSpPr/>
          <p:nvPr/>
        </p:nvSpPr>
        <p:spPr>
          <a:xfrm>
            <a:off x="185760" y="3860640"/>
            <a:ext cx="899280" cy="899280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ru-RU" sz="1800" spc="-1" strike="noStrike">
                <a:solidFill>
                  <a:srgbClr val="142111"/>
                </a:solidFill>
                <a:latin typeface="Calibri"/>
                <a:ea typeface="DejaVu Sans"/>
              </a:rPr>
              <a:t>03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56" name="TextBox 10"/>
          <p:cNvSpPr/>
          <p:nvPr/>
        </p:nvSpPr>
        <p:spPr>
          <a:xfrm>
            <a:off x="967680" y="797040"/>
            <a:ext cx="3764520" cy="550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400" spc="-1" strike="noStrike">
                <a:solidFill>
                  <a:srgbClr val="142111"/>
                </a:solidFill>
                <a:latin typeface="Arial"/>
                <a:ea typeface="DejaVu Sans"/>
              </a:rPr>
              <a:t>SUBTITLE</a:t>
            </a:r>
            <a:r>
              <a:rPr b="0" lang="ru-RU" sz="1400" spc="-1" strike="noStrike">
                <a:solidFill>
                  <a:srgbClr val="142111"/>
                </a:solidFill>
                <a:latin typeface="Arial"/>
                <a:ea typeface="DejaVu Sans"/>
              </a:rPr>
              <a:t>1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57" name="TextBox 10"/>
          <p:cNvSpPr/>
          <p:nvPr/>
        </p:nvSpPr>
        <p:spPr>
          <a:xfrm>
            <a:off x="967680" y="1332720"/>
            <a:ext cx="3764520" cy="789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100" spc="-1" strike="noStrike">
                <a:solidFill>
                  <a:srgbClr val="3e443e"/>
                </a:solidFill>
                <a:latin typeface="Arial"/>
                <a:ea typeface="DejaVu Sans"/>
              </a:rPr>
              <a:t>TEXT</a:t>
            </a:r>
            <a:r>
              <a:rPr b="0" lang="ru-RU" sz="1100" spc="-1" strike="noStrike">
                <a:solidFill>
                  <a:srgbClr val="3e443e"/>
                </a:solidFill>
                <a:latin typeface="Arial"/>
                <a:ea typeface="DejaVu Sans"/>
              </a:rPr>
              <a:t>1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58" name="TextBox 10"/>
          <p:cNvSpPr/>
          <p:nvPr/>
        </p:nvSpPr>
        <p:spPr>
          <a:xfrm>
            <a:off x="964080" y="2292480"/>
            <a:ext cx="3764520" cy="550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400" spc="-1" strike="noStrike">
                <a:solidFill>
                  <a:srgbClr val="142111"/>
                </a:solidFill>
                <a:latin typeface="Arial"/>
                <a:ea typeface="DejaVu Sans"/>
              </a:rPr>
              <a:t>SUBTITLE2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59" name="TextBox 10"/>
          <p:cNvSpPr/>
          <p:nvPr/>
        </p:nvSpPr>
        <p:spPr>
          <a:xfrm>
            <a:off x="964080" y="2825280"/>
            <a:ext cx="3764520" cy="84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100" spc="-1" strike="noStrike">
                <a:solidFill>
                  <a:srgbClr val="3e443e"/>
                </a:solidFill>
                <a:latin typeface="Arial"/>
                <a:ea typeface="DejaVu Sans"/>
              </a:rPr>
              <a:t>TEXT</a:t>
            </a:r>
            <a:r>
              <a:rPr b="0" lang="ru-RU" sz="1100" spc="-1" strike="noStrike">
                <a:solidFill>
                  <a:srgbClr val="3e443e"/>
                </a:solidFill>
                <a:latin typeface="Arial"/>
                <a:ea typeface="DejaVu Sans"/>
              </a:rPr>
              <a:t>2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60" name="TextBox 10"/>
          <p:cNvSpPr/>
          <p:nvPr/>
        </p:nvSpPr>
        <p:spPr>
          <a:xfrm>
            <a:off x="964080" y="3777840"/>
            <a:ext cx="3764520" cy="550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400" spc="-1" strike="noStrike">
                <a:solidFill>
                  <a:srgbClr val="142111"/>
                </a:solidFill>
                <a:latin typeface="Arial"/>
                <a:ea typeface="DejaVu Sans"/>
              </a:rPr>
              <a:t>SUBTITLE3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61" name="TextBox 10"/>
          <p:cNvSpPr/>
          <p:nvPr/>
        </p:nvSpPr>
        <p:spPr>
          <a:xfrm>
            <a:off x="964080" y="4310640"/>
            <a:ext cx="3764520" cy="794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100" spc="-1" strike="noStrike">
                <a:solidFill>
                  <a:srgbClr val="3e443e"/>
                </a:solidFill>
                <a:latin typeface="Arial"/>
                <a:ea typeface="DejaVu Sans"/>
              </a:rPr>
              <a:t>TEXT</a:t>
            </a:r>
            <a:r>
              <a:rPr b="0" lang="ru-RU" sz="1100" spc="-1" strike="noStrike">
                <a:solidFill>
                  <a:srgbClr val="3e443e"/>
                </a:solidFill>
                <a:latin typeface="Arial"/>
                <a:ea typeface="DejaVu Sans"/>
              </a:rPr>
              <a:t>3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62" name="Прямоугольник со скругленными углами 3"/>
          <p:cNvSpPr/>
          <p:nvPr/>
        </p:nvSpPr>
        <p:spPr>
          <a:xfrm>
            <a:off x="5084640" y="987840"/>
            <a:ext cx="3687480" cy="3496680"/>
          </a:xfrm>
          <a:prstGeom prst="roundRect">
            <a:avLst>
              <a:gd name="adj" fmla="val 12297"/>
            </a:avLst>
          </a:prstGeom>
          <a:solidFill>
            <a:srgbClr val="d9d9d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PIC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63" name="TextBox 13"/>
          <p:cNvSpPr/>
          <p:nvPr/>
        </p:nvSpPr>
        <p:spPr>
          <a:xfrm>
            <a:off x="8519760" y="4831560"/>
            <a:ext cx="484560" cy="22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r">
              <a:lnSpc>
                <a:spcPct val="100000"/>
              </a:lnSpc>
              <a:buNone/>
            </a:pPr>
            <a:r>
              <a:rPr b="0" lang="ru-RU" sz="900" spc="-1" strike="noStrike">
                <a:solidFill>
                  <a:srgbClr val="3e443e"/>
                </a:solidFill>
                <a:latin typeface="Arial"/>
                <a:ea typeface="DejaVu Sans"/>
              </a:rPr>
              <a:t>2</a:t>
            </a:r>
            <a:endParaRPr b="0" lang="en-US" sz="900" spc="-1" strike="noStrike">
              <a:latin typeface="Arial"/>
            </a:endParaRPr>
          </a:p>
        </p:txBody>
      </p:sp>
      <p:sp>
        <p:nvSpPr>
          <p:cNvPr id="64" name=""/>
          <p:cNvSpPr/>
          <p:nvPr/>
        </p:nvSpPr>
        <p:spPr>
          <a:xfrm>
            <a:off x="421200" y="228600"/>
            <a:ext cx="845784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800" spc="-1" strike="noStrike">
                <a:latin typeface="Arial"/>
              </a:rPr>
              <a:t>TITLE</a:t>
            </a:r>
            <a:endParaRPr b="0" lang="en-US" sz="18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Прямоугольник: скругленные углы 20"/>
          <p:cNvSpPr/>
          <p:nvPr/>
        </p:nvSpPr>
        <p:spPr>
          <a:xfrm>
            <a:off x="506520" y="1484640"/>
            <a:ext cx="2556720" cy="2055240"/>
          </a:xfrm>
          <a:prstGeom prst="roundRect">
            <a:avLst>
              <a:gd name="adj" fmla="val 12353"/>
            </a:avLst>
          </a:prstGeom>
          <a:solidFill>
            <a:schemeClr val="bg1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66" name="TextBox 10"/>
          <p:cNvSpPr/>
          <p:nvPr/>
        </p:nvSpPr>
        <p:spPr>
          <a:xfrm>
            <a:off x="624240" y="1616760"/>
            <a:ext cx="2289600" cy="72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400" spc="-1" strike="noStrike">
                <a:solidFill>
                  <a:srgbClr val="142111"/>
                </a:solidFill>
                <a:latin typeface="Arial"/>
                <a:ea typeface="DejaVu Sans"/>
              </a:rPr>
              <a:t>SUBTITLE1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67" name="TextBox 10"/>
          <p:cNvSpPr/>
          <p:nvPr/>
        </p:nvSpPr>
        <p:spPr>
          <a:xfrm>
            <a:off x="624240" y="2400480"/>
            <a:ext cx="2289600" cy="1162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100" spc="-1" strike="noStrike">
                <a:solidFill>
                  <a:srgbClr val="3e443e"/>
                </a:solidFill>
                <a:latin typeface="Arial"/>
                <a:ea typeface="DejaVu Sans"/>
              </a:rPr>
              <a:t>TEXT</a:t>
            </a:r>
            <a:r>
              <a:rPr b="0" lang="ru-RU" sz="1100" spc="-1" strike="noStrike">
                <a:solidFill>
                  <a:srgbClr val="3e443e"/>
                </a:solidFill>
                <a:latin typeface="Arial"/>
                <a:ea typeface="DejaVu Sans"/>
              </a:rPr>
              <a:t>1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68" name="Прямоугольник: скругленные углы 29"/>
          <p:cNvSpPr/>
          <p:nvPr/>
        </p:nvSpPr>
        <p:spPr>
          <a:xfrm>
            <a:off x="3309120" y="2066040"/>
            <a:ext cx="2556720" cy="2055240"/>
          </a:xfrm>
          <a:prstGeom prst="roundRect">
            <a:avLst>
              <a:gd name="adj" fmla="val 12353"/>
            </a:avLst>
          </a:prstGeom>
          <a:solidFill>
            <a:schemeClr val="bg1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69" name="TextBox 10"/>
          <p:cNvSpPr/>
          <p:nvPr/>
        </p:nvSpPr>
        <p:spPr>
          <a:xfrm>
            <a:off x="3426840" y="2198160"/>
            <a:ext cx="2289600" cy="72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400" spc="-1" strike="noStrike">
                <a:solidFill>
                  <a:srgbClr val="142111"/>
                </a:solidFill>
                <a:latin typeface="Arial"/>
                <a:ea typeface="DejaVu Sans"/>
              </a:rPr>
              <a:t>SUBTITLE2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70" name="TextBox 10"/>
          <p:cNvSpPr/>
          <p:nvPr/>
        </p:nvSpPr>
        <p:spPr>
          <a:xfrm>
            <a:off x="3426840" y="2981880"/>
            <a:ext cx="2289600" cy="1162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100" spc="-1" strike="noStrike">
                <a:solidFill>
                  <a:srgbClr val="3e443e"/>
                </a:solidFill>
                <a:latin typeface="Arial"/>
                <a:ea typeface="DejaVu Sans"/>
              </a:rPr>
              <a:t>TEXT2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71" name="Прямоугольник: скругленные углы 36"/>
          <p:cNvSpPr/>
          <p:nvPr/>
        </p:nvSpPr>
        <p:spPr>
          <a:xfrm>
            <a:off x="6111720" y="2659320"/>
            <a:ext cx="2556720" cy="2055240"/>
          </a:xfrm>
          <a:prstGeom prst="roundRect">
            <a:avLst>
              <a:gd name="adj" fmla="val 12353"/>
            </a:avLst>
          </a:prstGeom>
          <a:solidFill>
            <a:schemeClr val="bg1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72" name="TextBox 10"/>
          <p:cNvSpPr/>
          <p:nvPr/>
        </p:nvSpPr>
        <p:spPr>
          <a:xfrm>
            <a:off x="6229440" y="2791440"/>
            <a:ext cx="2289600" cy="72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400" spc="-1" strike="noStrike">
                <a:solidFill>
                  <a:srgbClr val="142111"/>
                </a:solidFill>
                <a:latin typeface="Arial"/>
                <a:ea typeface="DejaVu Sans"/>
              </a:rPr>
              <a:t>SUBTITLE2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73" name="TextBox 10"/>
          <p:cNvSpPr/>
          <p:nvPr/>
        </p:nvSpPr>
        <p:spPr>
          <a:xfrm>
            <a:off x="6229440" y="3574800"/>
            <a:ext cx="2289600" cy="1162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100" spc="-1" strike="noStrike">
                <a:solidFill>
                  <a:srgbClr val="3e443e"/>
                </a:solidFill>
                <a:latin typeface="Arial"/>
                <a:ea typeface="DejaVu Sans"/>
              </a:rPr>
              <a:t>TEXT2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74" name="TextBox 39"/>
          <p:cNvSpPr/>
          <p:nvPr/>
        </p:nvSpPr>
        <p:spPr>
          <a:xfrm>
            <a:off x="8519760" y="4831560"/>
            <a:ext cx="484560" cy="22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r">
              <a:lnSpc>
                <a:spcPct val="100000"/>
              </a:lnSpc>
              <a:buNone/>
            </a:pPr>
            <a:r>
              <a:rPr b="0" lang="ru-RU" sz="900" spc="-1" strike="noStrike">
                <a:solidFill>
                  <a:srgbClr val="3e443e"/>
                </a:solidFill>
                <a:latin typeface="Arial"/>
                <a:ea typeface="DejaVu Sans"/>
              </a:rPr>
              <a:t>3</a:t>
            </a:r>
            <a:endParaRPr b="0" lang="en-US" sz="900" spc="-1" strike="noStrike">
              <a:latin typeface="Arial"/>
            </a:endParaRPr>
          </a:p>
        </p:txBody>
      </p:sp>
      <p:sp>
        <p:nvSpPr>
          <p:cNvPr id="75" name=""/>
          <p:cNvSpPr/>
          <p:nvPr/>
        </p:nvSpPr>
        <p:spPr>
          <a:xfrm>
            <a:off x="457200" y="228600"/>
            <a:ext cx="8229240" cy="1142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800" spc="-1" strike="noStrike">
                <a:latin typeface="Arial"/>
              </a:rPr>
              <a:t>TITLE</a:t>
            </a:r>
            <a:endParaRPr b="0" lang="en-US" sz="18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Прямоугольник: скругленные углы 12"/>
          <p:cNvSpPr/>
          <p:nvPr/>
        </p:nvSpPr>
        <p:spPr>
          <a:xfrm>
            <a:off x="3601800" y="3271680"/>
            <a:ext cx="5236200" cy="1320840"/>
          </a:xfrm>
          <a:prstGeom prst="roundRect">
            <a:avLst>
              <a:gd name="adj" fmla="val 12711"/>
            </a:avLst>
          </a:prstGeom>
          <a:noFill/>
          <a:ln w="1905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77" name="Прямоугольник: скругленные углы 11"/>
          <p:cNvSpPr/>
          <p:nvPr/>
        </p:nvSpPr>
        <p:spPr>
          <a:xfrm>
            <a:off x="6308640" y="1028880"/>
            <a:ext cx="2532960" cy="2056680"/>
          </a:xfrm>
          <a:prstGeom prst="roundRect">
            <a:avLst>
              <a:gd name="adj" fmla="val 10279"/>
            </a:avLst>
          </a:prstGeom>
          <a:noFill/>
          <a:ln w="1905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78" name="Прямоугольник: скругленные углы 2"/>
          <p:cNvSpPr/>
          <p:nvPr/>
        </p:nvSpPr>
        <p:spPr>
          <a:xfrm>
            <a:off x="3604320" y="1014480"/>
            <a:ext cx="2532960" cy="2056680"/>
          </a:xfrm>
          <a:prstGeom prst="roundRect">
            <a:avLst>
              <a:gd name="adj" fmla="val 10649"/>
            </a:avLst>
          </a:prstGeom>
          <a:noFill/>
          <a:ln w="1905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79" name="TextBox 10"/>
          <p:cNvSpPr/>
          <p:nvPr/>
        </p:nvSpPr>
        <p:spPr>
          <a:xfrm>
            <a:off x="3696480" y="1059120"/>
            <a:ext cx="2343240" cy="713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400" spc="-1" strike="noStrike">
                <a:solidFill>
                  <a:srgbClr val="142111"/>
                </a:solidFill>
                <a:latin typeface="Arial"/>
                <a:ea typeface="DejaVu Sans"/>
              </a:rPr>
              <a:t>SUBTITLE</a:t>
            </a:r>
            <a:r>
              <a:rPr b="0" lang="ru-RU" sz="1400" spc="-1" strike="noStrike">
                <a:solidFill>
                  <a:srgbClr val="142111"/>
                </a:solidFill>
                <a:latin typeface="Arial"/>
                <a:ea typeface="DejaVu Sans"/>
              </a:rPr>
              <a:t>1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80" name="TextBox 10"/>
          <p:cNvSpPr/>
          <p:nvPr/>
        </p:nvSpPr>
        <p:spPr>
          <a:xfrm>
            <a:off x="3696480" y="1843560"/>
            <a:ext cx="2343240" cy="114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100" spc="-1" strike="noStrike">
                <a:solidFill>
                  <a:srgbClr val="3e443e"/>
                </a:solidFill>
                <a:latin typeface="Arial"/>
                <a:ea typeface="DejaVu Sans"/>
              </a:rPr>
              <a:t>TEXT</a:t>
            </a:r>
            <a:r>
              <a:rPr b="0" lang="ru-RU" sz="1100" spc="-1" strike="noStrike">
                <a:solidFill>
                  <a:srgbClr val="3e443e"/>
                </a:solidFill>
                <a:latin typeface="Arial"/>
                <a:ea typeface="DejaVu Sans"/>
              </a:rPr>
              <a:t>1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81" name="TextBox 10"/>
          <p:cNvSpPr/>
          <p:nvPr/>
        </p:nvSpPr>
        <p:spPr>
          <a:xfrm>
            <a:off x="6400080" y="1059120"/>
            <a:ext cx="2340000" cy="713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400" spc="-1" strike="noStrike">
                <a:solidFill>
                  <a:srgbClr val="142111"/>
                </a:solidFill>
                <a:latin typeface="Arial"/>
                <a:ea typeface="DejaVu Sans"/>
              </a:rPr>
              <a:t>SUBTITLE2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82" name="TextBox 10"/>
          <p:cNvSpPr/>
          <p:nvPr/>
        </p:nvSpPr>
        <p:spPr>
          <a:xfrm>
            <a:off x="6400080" y="1843560"/>
            <a:ext cx="2340000" cy="114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100" spc="-1" strike="noStrike">
                <a:solidFill>
                  <a:srgbClr val="3e443e"/>
                </a:solidFill>
                <a:latin typeface="Arial"/>
                <a:ea typeface="DejaVu Sans"/>
              </a:rPr>
              <a:t>TEXT</a:t>
            </a:r>
            <a:r>
              <a:rPr b="0" lang="ru-RU" sz="1100" spc="-1" strike="noStrike">
                <a:solidFill>
                  <a:srgbClr val="3e443e"/>
                </a:solidFill>
                <a:latin typeface="Arial"/>
                <a:ea typeface="DejaVu Sans"/>
              </a:rPr>
              <a:t>2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83" name="TextBox 10"/>
          <p:cNvSpPr/>
          <p:nvPr/>
        </p:nvSpPr>
        <p:spPr>
          <a:xfrm>
            <a:off x="3696480" y="3362040"/>
            <a:ext cx="523620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400" spc="-1" strike="noStrike">
                <a:solidFill>
                  <a:srgbClr val="142111"/>
                </a:solidFill>
                <a:latin typeface="Arial"/>
                <a:ea typeface="DejaVu Sans"/>
              </a:rPr>
              <a:t>SUBTITLE3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84" name="TextBox 10"/>
          <p:cNvSpPr/>
          <p:nvPr/>
        </p:nvSpPr>
        <p:spPr>
          <a:xfrm>
            <a:off x="3696480" y="3713400"/>
            <a:ext cx="5146560" cy="713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100" spc="-1" strike="noStrike">
                <a:solidFill>
                  <a:srgbClr val="3e443e"/>
                </a:solidFill>
                <a:latin typeface="Arial"/>
                <a:ea typeface="DejaVu Sans"/>
              </a:rPr>
              <a:t>TEXT</a:t>
            </a:r>
            <a:r>
              <a:rPr b="0" lang="ru-RU" sz="1100" spc="-1" strike="noStrike">
                <a:solidFill>
                  <a:srgbClr val="3e443e"/>
                </a:solidFill>
                <a:latin typeface="Arial"/>
                <a:ea typeface="DejaVu Sans"/>
              </a:rPr>
              <a:t>3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85" name="Прямоугольник со скругленными углами 3"/>
          <p:cNvSpPr/>
          <p:nvPr/>
        </p:nvSpPr>
        <p:spPr>
          <a:xfrm>
            <a:off x="384840" y="1028880"/>
            <a:ext cx="3002400" cy="3564000"/>
          </a:xfrm>
          <a:prstGeom prst="roundRect">
            <a:avLst>
              <a:gd name="adj" fmla="val 12297"/>
            </a:avLst>
          </a:prstGeom>
          <a:solidFill>
            <a:srgbClr val="d9d9d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PIC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86" name="TextBox 15"/>
          <p:cNvSpPr/>
          <p:nvPr/>
        </p:nvSpPr>
        <p:spPr>
          <a:xfrm>
            <a:off x="8519760" y="4831560"/>
            <a:ext cx="484560" cy="22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r">
              <a:lnSpc>
                <a:spcPct val="100000"/>
              </a:lnSpc>
              <a:buNone/>
            </a:pPr>
            <a:r>
              <a:rPr b="0" lang="ru-RU" sz="900" spc="-1" strike="noStrike">
                <a:solidFill>
                  <a:srgbClr val="3e443e"/>
                </a:solidFill>
                <a:latin typeface="Arial"/>
                <a:ea typeface="DejaVu Sans"/>
              </a:rPr>
              <a:t>4</a:t>
            </a:r>
            <a:endParaRPr b="0" lang="en-US" sz="900" spc="-1" strike="noStrike">
              <a:latin typeface="Arial"/>
            </a:endParaRPr>
          </a:p>
        </p:txBody>
      </p:sp>
      <p:sp>
        <p:nvSpPr>
          <p:cNvPr id="87" name=""/>
          <p:cNvSpPr/>
          <p:nvPr/>
        </p:nvSpPr>
        <p:spPr>
          <a:xfrm>
            <a:off x="313200" y="228600"/>
            <a:ext cx="845784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800" spc="-1" strike="noStrike">
                <a:latin typeface="Arial"/>
              </a:rPr>
              <a:t>TITLE</a:t>
            </a:r>
            <a:endParaRPr b="0" lang="en-US" sz="18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" name="Рисунок 15" descr=""/>
          <p:cNvPicPr/>
          <p:nvPr/>
        </p:nvPicPr>
        <p:blipFill>
          <a:blip r:embed="rId1"/>
          <a:stretch/>
        </p:blipFill>
        <p:spPr>
          <a:xfrm>
            <a:off x="-877680" y="2245320"/>
            <a:ext cx="4613040" cy="3604680"/>
          </a:xfrm>
          <a:prstGeom prst="rect">
            <a:avLst/>
          </a:prstGeom>
          <a:ln w="0">
            <a:noFill/>
          </a:ln>
        </p:spPr>
      </p:pic>
      <p:sp>
        <p:nvSpPr>
          <p:cNvPr id="89" name="Овал 1"/>
          <p:cNvSpPr/>
          <p:nvPr/>
        </p:nvSpPr>
        <p:spPr>
          <a:xfrm>
            <a:off x="4157640" y="631080"/>
            <a:ext cx="899280" cy="899280"/>
          </a:xfrm>
          <a:prstGeom prst="ellipse">
            <a:avLst/>
          </a:prstGeom>
          <a:noFill/>
          <a:ln>
            <a:solidFill>
              <a:srgbClr val="3e443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ru-RU" sz="1800" spc="-1" strike="noStrike">
                <a:solidFill>
                  <a:srgbClr val="3e443e"/>
                </a:solidFill>
                <a:latin typeface="Calibri"/>
                <a:ea typeface="DejaVu Sans"/>
              </a:rPr>
              <a:t>01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90" name="Овал 23"/>
          <p:cNvSpPr/>
          <p:nvPr/>
        </p:nvSpPr>
        <p:spPr>
          <a:xfrm>
            <a:off x="4157640" y="2127600"/>
            <a:ext cx="899280" cy="887400"/>
          </a:xfrm>
          <a:prstGeom prst="ellipse">
            <a:avLst/>
          </a:prstGeom>
          <a:noFill/>
          <a:ln>
            <a:solidFill>
              <a:srgbClr val="3e443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ru-RU" sz="1800" spc="-1" strike="noStrike">
                <a:solidFill>
                  <a:srgbClr val="3e443e"/>
                </a:solidFill>
                <a:latin typeface="Calibri"/>
                <a:ea typeface="DejaVu Sans"/>
              </a:rPr>
              <a:t>02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91" name="Овал 29"/>
          <p:cNvSpPr/>
          <p:nvPr/>
        </p:nvSpPr>
        <p:spPr>
          <a:xfrm>
            <a:off x="4157640" y="3612240"/>
            <a:ext cx="899280" cy="899280"/>
          </a:xfrm>
          <a:prstGeom prst="ellipse">
            <a:avLst/>
          </a:prstGeom>
          <a:noFill/>
          <a:ln>
            <a:solidFill>
              <a:srgbClr val="3e443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ru-RU" sz="1800" spc="-1" strike="noStrike">
                <a:solidFill>
                  <a:srgbClr val="3e443e"/>
                </a:solidFill>
                <a:latin typeface="Calibri"/>
                <a:ea typeface="DejaVu Sans"/>
              </a:rPr>
              <a:t>03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92" name="TextBox 10"/>
          <p:cNvSpPr/>
          <p:nvPr/>
        </p:nvSpPr>
        <p:spPr>
          <a:xfrm>
            <a:off x="5146560" y="489600"/>
            <a:ext cx="3578760" cy="550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400" spc="-1" strike="noStrike">
                <a:solidFill>
                  <a:srgbClr val="142111"/>
                </a:solidFill>
                <a:latin typeface="Arial"/>
                <a:ea typeface="DejaVu Sans"/>
              </a:rPr>
              <a:t>SUBTITLE</a:t>
            </a:r>
            <a:r>
              <a:rPr b="0" lang="ru-RU" sz="1400" spc="-1" strike="noStrike">
                <a:solidFill>
                  <a:srgbClr val="142111"/>
                </a:solidFill>
                <a:latin typeface="Arial"/>
                <a:ea typeface="DejaVu Sans"/>
              </a:rPr>
              <a:t>1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93" name="TextBox 10"/>
          <p:cNvSpPr/>
          <p:nvPr/>
        </p:nvSpPr>
        <p:spPr>
          <a:xfrm>
            <a:off x="5146560" y="1025280"/>
            <a:ext cx="3578760" cy="789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100" spc="-1" strike="noStrike">
                <a:solidFill>
                  <a:srgbClr val="3e443e"/>
                </a:solidFill>
                <a:latin typeface="Arial"/>
                <a:ea typeface="DejaVu Sans"/>
              </a:rPr>
              <a:t>TEXT</a:t>
            </a:r>
            <a:r>
              <a:rPr b="0" lang="ru-RU" sz="1100" spc="-1" strike="noStrike">
                <a:solidFill>
                  <a:srgbClr val="3e443e"/>
                </a:solidFill>
                <a:latin typeface="Arial"/>
                <a:ea typeface="DejaVu Sans"/>
              </a:rPr>
              <a:t>1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94" name="TextBox 10"/>
          <p:cNvSpPr/>
          <p:nvPr/>
        </p:nvSpPr>
        <p:spPr>
          <a:xfrm>
            <a:off x="5142960" y="1985400"/>
            <a:ext cx="3578760" cy="550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400" spc="-1" strike="noStrike">
                <a:solidFill>
                  <a:srgbClr val="142111"/>
                </a:solidFill>
                <a:latin typeface="Arial"/>
                <a:ea typeface="DejaVu Sans"/>
              </a:rPr>
              <a:t>SUBTITLE2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95" name="TextBox 10"/>
          <p:cNvSpPr/>
          <p:nvPr/>
        </p:nvSpPr>
        <p:spPr>
          <a:xfrm>
            <a:off x="5142960" y="2517840"/>
            <a:ext cx="3578760" cy="84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100" spc="-1" strike="noStrike">
                <a:solidFill>
                  <a:srgbClr val="3e443e"/>
                </a:solidFill>
                <a:latin typeface="Arial"/>
                <a:ea typeface="DejaVu Sans"/>
              </a:rPr>
              <a:t>TEXT</a:t>
            </a:r>
            <a:r>
              <a:rPr b="0" lang="ru-RU" sz="1100" spc="-1" strike="noStrike">
                <a:solidFill>
                  <a:srgbClr val="3e443e"/>
                </a:solidFill>
                <a:latin typeface="Arial"/>
                <a:ea typeface="DejaVu Sans"/>
              </a:rPr>
              <a:t>2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96" name="TextBox 10"/>
          <p:cNvSpPr/>
          <p:nvPr/>
        </p:nvSpPr>
        <p:spPr>
          <a:xfrm>
            <a:off x="5142960" y="3470760"/>
            <a:ext cx="3578760" cy="550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400" spc="-1" strike="noStrike">
                <a:solidFill>
                  <a:srgbClr val="142111"/>
                </a:solidFill>
                <a:latin typeface="Arial"/>
                <a:ea typeface="DejaVu Sans"/>
              </a:rPr>
              <a:t>SUBTITLE3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97" name="TextBox 10"/>
          <p:cNvSpPr/>
          <p:nvPr/>
        </p:nvSpPr>
        <p:spPr>
          <a:xfrm>
            <a:off x="5142960" y="4003560"/>
            <a:ext cx="3578760" cy="794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100" spc="-1" strike="noStrike">
                <a:solidFill>
                  <a:srgbClr val="3e443e"/>
                </a:solidFill>
                <a:latin typeface="Arial"/>
                <a:ea typeface="DejaVu Sans"/>
              </a:rPr>
              <a:t>TEXT</a:t>
            </a:r>
            <a:r>
              <a:rPr b="0" lang="ru-RU" sz="1100" spc="-1" strike="noStrike">
                <a:solidFill>
                  <a:srgbClr val="3e443e"/>
                </a:solidFill>
                <a:latin typeface="Arial"/>
                <a:ea typeface="DejaVu Sans"/>
              </a:rPr>
              <a:t>3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98" name="TextBox 14"/>
          <p:cNvSpPr/>
          <p:nvPr/>
        </p:nvSpPr>
        <p:spPr>
          <a:xfrm>
            <a:off x="8519760" y="4831560"/>
            <a:ext cx="484560" cy="22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r">
              <a:lnSpc>
                <a:spcPct val="100000"/>
              </a:lnSpc>
              <a:buNone/>
            </a:pPr>
            <a:r>
              <a:rPr b="0" lang="ru-RU" sz="900" spc="-1" strike="noStrike">
                <a:solidFill>
                  <a:srgbClr val="3e443e"/>
                </a:solidFill>
                <a:latin typeface="Arial"/>
                <a:ea typeface="DejaVu Sans"/>
              </a:rPr>
              <a:t>5</a:t>
            </a:r>
            <a:endParaRPr b="0" lang="en-US" sz="900" spc="-1" strike="noStrike">
              <a:latin typeface="Arial"/>
            </a:endParaRPr>
          </a:p>
        </p:txBody>
      </p:sp>
      <p:sp>
        <p:nvSpPr>
          <p:cNvPr id="99" name=""/>
          <p:cNvSpPr/>
          <p:nvPr/>
        </p:nvSpPr>
        <p:spPr>
          <a:xfrm>
            <a:off x="264600" y="228600"/>
            <a:ext cx="3657240" cy="2016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800" spc="-1" strike="noStrike">
                <a:latin typeface="Arial"/>
              </a:rPr>
              <a:t>TITLE</a:t>
            </a:r>
            <a:endParaRPr b="0" lang="en-US" sz="18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Овал 1"/>
          <p:cNvSpPr/>
          <p:nvPr/>
        </p:nvSpPr>
        <p:spPr>
          <a:xfrm>
            <a:off x="4238640" y="831240"/>
            <a:ext cx="899280" cy="899280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ru-RU" sz="1800" spc="-1" strike="noStrike">
                <a:solidFill>
                  <a:srgbClr val="142111"/>
                </a:solidFill>
                <a:latin typeface="Calibri"/>
                <a:ea typeface="DejaVu Sans"/>
              </a:rPr>
              <a:t>01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101" name="Овал 23"/>
          <p:cNvSpPr/>
          <p:nvPr/>
        </p:nvSpPr>
        <p:spPr>
          <a:xfrm>
            <a:off x="4238640" y="2243880"/>
            <a:ext cx="899280" cy="887400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ru-RU" sz="1800" spc="-1" strike="noStrike">
                <a:solidFill>
                  <a:srgbClr val="142111"/>
                </a:solidFill>
                <a:latin typeface="Calibri"/>
                <a:ea typeface="DejaVu Sans"/>
              </a:rPr>
              <a:t>02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102" name="Овал 29"/>
          <p:cNvSpPr/>
          <p:nvPr/>
        </p:nvSpPr>
        <p:spPr>
          <a:xfrm>
            <a:off x="4238640" y="3667320"/>
            <a:ext cx="899280" cy="899280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ru-RU" sz="1800" spc="-1" strike="noStrike">
                <a:solidFill>
                  <a:srgbClr val="142111"/>
                </a:solidFill>
                <a:latin typeface="Calibri"/>
                <a:ea typeface="DejaVu Sans"/>
              </a:rPr>
              <a:t>03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103" name="TextBox 10"/>
          <p:cNvSpPr/>
          <p:nvPr/>
        </p:nvSpPr>
        <p:spPr>
          <a:xfrm>
            <a:off x="5020200" y="797040"/>
            <a:ext cx="3764520" cy="550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400" spc="-1" strike="noStrike">
                <a:solidFill>
                  <a:srgbClr val="142111"/>
                </a:solidFill>
                <a:latin typeface="Arial"/>
                <a:ea typeface="DejaVu Sans"/>
              </a:rPr>
              <a:t>SUBTITLE</a:t>
            </a:r>
            <a:r>
              <a:rPr b="0" lang="ru-RU" sz="1400" spc="-1" strike="noStrike">
                <a:solidFill>
                  <a:srgbClr val="142111"/>
                </a:solidFill>
                <a:latin typeface="Arial"/>
                <a:ea typeface="DejaVu Sans"/>
              </a:rPr>
              <a:t>1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104" name="TextBox 10"/>
          <p:cNvSpPr/>
          <p:nvPr/>
        </p:nvSpPr>
        <p:spPr>
          <a:xfrm>
            <a:off x="5020200" y="1332720"/>
            <a:ext cx="3764520" cy="789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100" spc="-1" strike="noStrike">
                <a:solidFill>
                  <a:srgbClr val="3e443e"/>
                </a:solidFill>
                <a:latin typeface="Arial"/>
                <a:ea typeface="DejaVu Sans"/>
              </a:rPr>
              <a:t>TEXT</a:t>
            </a:r>
            <a:r>
              <a:rPr b="0" lang="ru-RU" sz="1100" spc="-1" strike="noStrike">
                <a:solidFill>
                  <a:srgbClr val="3e443e"/>
                </a:solidFill>
                <a:latin typeface="Arial"/>
                <a:ea typeface="DejaVu Sans"/>
              </a:rPr>
              <a:t>1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105" name="TextBox 10"/>
          <p:cNvSpPr/>
          <p:nvPr/>
        </p:nvSpPr>
        <p:spPr>
          <a:xfrm>
            <a:off x="5016600" y="2155320"/>
            <a:ext cx="3764520" cy="550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400" spc="-1" strike="noStrike">
                <a:solidFill>
                  <a:srgbClr val="142111"/>
                </a:solidFill>
                <a:latin typeface="Arial"/>
                <a:ea typeface="DejaVu Sans"/>
              </a:rPr>
              <a:t>SUBTITLE2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106" name="TextBox 10"/>
          <p:cNvSpPr/>
          <p:nvPr/>
        </p:nvSpPr>
        <p:spPr>
          <a:xfrm>
            <a:off x="5016600" y="2687760"/>
            <a:ext cx="3764520" cy="84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100" spc="-1" strike="noStrike">
                <a:solidFill>
                  <a:srgbClr val="3e443e"/>
                </a:solidFill>
                <a:latin typeface="Arial"/>
                <a:ea typeface="DejaVu Sans"/>
              </a:rPr>
              <a:t>TEXT</a:t>
            </a:r>
            <a:r>
              <a:rPr b="0" lang="ru-RU" sz="1100" spc="-1" strike="noStrike">
                <a:solidFill>
                  <a:srgbClr val="3e443e"/>
                </a:solidFill>
                <a:latin typeface="Arial"/>
                <a:ea typeface="DejaVu Sans"/>
              </a:rPr>
              <a:t>2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107" name="TextBox 10"/>
          <p:cNvSpPr/>
          <p:nvPr/>
        </p:nvSpPr>
        <p:spPr>
          <a:xfrm>
            <a:off x="5016600" y="3584880"/>
            <a:ext cx="3764520" cy="550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400" spc="-1" strike="noStrike">
                <a:solidFill>
                  <a:srgbClr val="142111"/>
                </a:solidFill>
                <a:latin typeface="Arial"/>
                <a:ea typeface="DejaVu Sans"/>
              </a:rPr>
              <a:t>SUBTITLE3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108" name="TextBox 10"/>
          <p:cNvSpPr/>
          <p:nvPr/>
        </p:nvSpPr>
        <p:spPr>
          <a:xfrm>
            <a:off x="5016600" y="4117320"/>
            <a:ext cx="3764520" cy="794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100" spc="-1" strike="noStrike">
                <a:solidFill>
                  <a:srgbClr val="3e443e"/>
                </a:solidFill>
                <a:latin typeface="Arial"/>
                <a:ea typeface="DejaVu Sans"/>
              </a:rPr>
              <a:t>TEXT</a:t>
            </a:r>
            <a:r>
              <a:rPr b="0" lang="ru-RU" sz="1100" spc="-1" strike="noStrike">
                <a:solidFill>
                  <a:srgbClr val="3e443e"/>
                </a:solidFill>
                <a:latin typeface="Arial"/>
                <a:ea typeface="DejaVu Sans"/>
              </a:rPr>
              <a:t>3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109" name="Прямоугольник со скругленными углами 3"/>
          <p:cNvSpPr/>
          <p:nvPr/>
        </p:nvSpPr>
        <p:spPr>
          <a:xfrm>
            <a:off x="384840" y="987840"/>
            <a:ext cx="3687480" cy="3496680"/>
          </a:xfrm>
          <a:prstGeom prst="roundRect">
            <a:avLst>
              <a:gd name="adj" fmla="val 12297"/>
            </a:avLst>
          </a:prstGeom>
          <a:solidFill>
            <a:srgbClr val="d9d9d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PIC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110" name="TextBox 13"/>
          <p:cNvSpPr/>
          <p:nvPr/>
        </p:nvSpPr>
        <p:spPr>
          <a:xfrm>
            <a:off x="8519760" y="4831560"/>
            <a:ext cx="484560" cy="22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r">
              <a:lnSpc>
                <a:spcPct val="100000"/>
              </a:lnSpc>
              <a:buNone/>
            </a:pPr>
            <a:r>
              <a:rPr b="0" lang="ru-RU" sz="900" spc="-1" strike="noStrike">
                <a:solidFill>
                  <a:srgbClr val="3e443e"/>
                </a:solidFill>
                <a:latin typeface="Arial"/>
                <a:ea typeface="DejaVu Sans"/>
              </a:rPr>
              <a:t>6</a:t>
            </a:r>
            <a:endParaRPr b="0" lang="en-US" sz="900" spc="-1" strike="noStrike">
              <a:latin typeface="Arial"/>
            </a:endParaRPr>
          </a:p>
        </p:txBody>
      </p:sp>
      <p:sp>
        <p:nvSpPr>
          <p:cNvPr id="111" name=""/>
          <p:cNvSpPr/>
          <p:nvPr/>
        </p:nvSpPr>
        <p:spPr>
          <a:xfrm>
            <a:off x="300600" y="228600"/>
            <a:ext cx="861444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800" spc="-1" strike="noStrike">
                <a:latin typeface="Arial"/>
              </a:rPr>
              <a:t>TITLE</a:t>
            </a:r>
            <a:endParaRPr b="0" lang="en-US" sz="18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Прямоугольник со скругленными углами 3"/>
          <p:cNvSpPr/>
          <p:nvPr/>
        </p:nvSpPr>
        <p:spPr>
          <a:xfrm>
            <a:off x="0" y="3075480"/>
            <a:ext cx="9143280" cy="2494800"/>
          </a:xfrm>
          <a:prstGeom prst="roundRect">
            <a:avLst>
              <a:gd name="adj" fmla="val 12297"/>
            </a:avLst>
          </a:prstGeom>
          <a:solidFill>
            <a:srgbClr val="d9d9d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PIC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113" name="Прямоугольник: скругленные углы 20"/>
          <p:cNvSpPr/>
          <p:nvPr/>
        </p:nvSpPr>
        <p:spPr>
          <a:xfrm>
            <a:off x="474840" y="841680"/>
            <a:ext cx="2556720" cy="2055240"/>
          </a:xfrm>
          <a:prstGeom prst="roundRect">
            <a:avLst>
              <a:gd name="adj" fmla="val 12353"/>
            </a:avLst>
          </a:prstGeom>
          <a:solidFill>
            <a:schemeClr val="bg1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14" name="TextBox 10"/>
          <p:cNvSpPr/>
          <p:nvPr/>
        </p:nvSpPr>
        <p:spPr>
          <a:xfrm>
            <a:off x="592920" y="973800"/>
            <a:ext cx="2289600" cy="72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400" spc="-1" strike="noStrike">
                <a:solidFill>
                  <a:srgbClr val="142111"/>
                </a:solidFill>
                <a:latin typeface="Arial"/>
                <a:ea typeface="DejaVu Sans"/>
              </a:rPr>
              <a:t>SUBTITLE1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115" name="TextBox 10"/>
          <p:cNvSpPr/>
          <p:nvPr/>
        </p:nvSpPr>
        <p:spPr>
          <a:xfrm>
            <a:off x="592920" y="1757520"/>
            <a:ext cx="2289600" cy="1162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100" spc="-1" strike="noStrike">
                <a:solidFill>
                  <a:srgbClr val="3e443e"/>
                </a:solidFill>
                <a:latin typeface="Arial"/>
                <a:ea typeface="DejaVu Sans"/>
              </a:rPr>
              <a:t>TEXT</a:t>
            </a:r>
            <a:r>
              <a:rPr b="0" lang="ru-RU" sz="1100" spc="-1" strike="noStrike">
                <a:solidFill>
                  <a:srgbClr val="3e443e"/>
                </a:solidFill>
                <a:latin typeface="Arial"/>
                <a:ea typeface="DejaVu Sans"/>
              </a:rPr>
              <a:t>1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116" name="Прямоугольник: скругленные углы 29"/>
          <p:cNvSpPr/>
          <p:nvPr/>
        </p:nvSpPr>
        <p:spPr>
          <a:xfrm>
            <a:off x="3309120" y="841680"/>
            <a:ext cx="2556720" cy="2055240"/>
          </a:xfrm>
          <a:prstGeom prst="roundRect">
            <a:avLst>
              <a:gd name="adj" fmla="val 12353"/>
            </a:avLst>
          </a:prstGeom>
          <a:solidFill>
            <a:schemeClr val="bg1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17" name="TextBox 10"/>
          <p:cNvSpPr/>
          <p:nvPr/>
        </p:nvSpPr>
        <p:spPr>
          <a:xfrm>
            <a:off x="3426840" y="973800"/>
            <a:ext cx="2289600" cy="72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400" spc="-1" strike="noStrike">
                <a:solidFill>
                  <a:srgbClr val="142111"/>
                </a:solidFill>
                <a:latin typeface="Arial"/>
                <a:ea typeface="DejaVu Sans"/>
              </a:rPr>
              <a:t>SUBTITLE2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118" name="TextBox 10"/>
          <p:cNvSpPr/>
          <p:nvPr/>
        </p:nvSpPr>
        <p:spPr>
          <a:xfrm>
            <a:off x="3426840" y="1757520"/>
            <a:ext cx="2289600" cy="1162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100" spc="-1" strike="noStrike">
                <a:solidFill>
                  <a:srgbClr val="3e443e"/>
                </a:solidFill>
                <a:latin typeface="Arial"/>
                <a:ea typeface="DejaVu Sans"/>
              </a:rPr>
              <a:t>TEXT2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119" name="Прямоугольник: скругленные углы 36"/>
          <p:cNvSpPr/>
          <p:nvPr/>
        </p:nvSpPr>
        <p:spPr>
          <a:xfrm>
            <a:off x="6143040" y="841680"/>
            <a:ext cx="2556720" cy="2055240"/>
          </a:xfrm>
          <a:prstGeom prst="roundRect">
            <a:avLst>
              <a:gd name="adj" fmla="val 12353"/>
            </a:avLst>
          </a:prstGeom>
          <a:solidFill>
            <a:schemeClr val="bg1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20" name="TextBox 10"/>
          <p:cNvSpPr/>
          <p:nvPr/>
        </p:nvSpPr>
        <p:spPr>
          <a:xfrm>
            <a:off x="6260760" y="973800"/>
            <a:ext cx="2289600" cy="72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400" spc="-1" strike="noStrike">
                <a:solidFill>
                  <a:srgbClr val="142111"/>
                </a:solidFill>
                <a:latin typeface="Arial"/>
                <a:ea typeface="DejaVu Sans"/>
              </a:rPr>
              <a:t>SUBTITLE3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121" name="TextBox 10"/>
          <p:cNvSpPr/>
          <p:nvPr/>
        </p:nvSpPr>
        <p:spPr>
          <a:xfrm>
            <a:off x="6260760" y="1757520"/>
            <a:ext cx="2289600" cy="1162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100" spc="-1" strike="noStrike">
                <a:solidFill>
                  <a:srgbClr val="3e443e"/>
                </a:solidFill>
                <a:latin typeface="Arial"/>
                <a:ea typeface="DejaVu Sans"/>
              </a:rPr>
              <a:t>TEXT3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122" name="TextBox 13"/>
          <p:cNvSpPr/>
          <p:nvPr/>
        </p:nvSpPr>
        <p:spPr>
          <a:xfrm>
            <a:off x="8519760" y="4831560"/>
            <a:ext cx="484560" cy="22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r">
              <a:lnSpc>
                <a:spcPct val="100000"/>
              </a:lnSpc>
              <a:buNone/>
            </a:pPr>
            <a:r>
              <a:rPr b="0" lang="ru-RU" sz="900" spc="-1" strike="noStrike">
                <a:solidFill>
                  <a:srgbClr val="3e443e"/>
                </a:solidFill>
                <a:latin typeface="Arial"/>
                <a:ea typeface="DejaVu Sans"/>
              </a:rPr>
              <a:t>7</a:t>
            </a:r>
            <a:endParaRPr b="0" lang="en-US" sz="900" spc="-1" strike="noStrike">
              <a:latin typeface="Arial"/>
            </a:endParaRPr>
          </a:p>
        </p:txBody>
      </p:sp>
      <p:sp>
        <p:nvSpPr>
          <p:cNvPr id="123" name=""/>
          <p:cNvSpPr/>
          <p:nvPr/>
        </p:nvSpPr>
        <p:spPr>
          <a:xfrm>
            <a:off x="457200" y="349200"/>
            <a:ext cx="8457840" cy="1022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800" spc="-1" strike="noStrike">
                <a:latin typeface="Arial"/>
              </a:rPr>
              <a:t>TITLE</a:t>
            </a:r>
            <a:endParaRPr b="0" lang="en-US" sz="18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c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Прямоугольник: скругленные углы 15"/>
          <p:cNvSpPr/>
          <p:nvPr/>
        </p:nvSpPr>
        <p:spPr>
          <a:xfrm>
            <a:off x="5014080" y="250200"/>
            <a:ext cx="3820320" cy="4624920"/>
          </a:xfrm>
          <a:prstGeom prst="roundRect">
            <a:avLst>
              <a:gd name="adj" fmla="val 6228"/>
            </a:avLst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en-US" sz="1800" spc="-1" strike="noStrike">
                <a:solidFill>
                  <a:srgbClr val="ffffff"/>
                </a:solidFill>
                <a:latin typeface="Calibri"/>
                <a:ea typeface="DejaVu Sans"/>
              </a:rPr>
              <a:t>PIC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125" name="Прямоугольник: скругленные углы 16"/>
          <p:cNvSpPr/>
          <p:nvPr/>
        </p:nvSpPr>
        <p:spPr>
          <a:xfrm>
            <a:off x="329400" y="250200"/>
            <a:ext cx="4424760" cy="4624920"/>
          </a:xfrm>
          <a:prstGeom prst="roundRect">
            <a:avLst>
              <a:gd name="adj" fmla="val 6228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26" name="TextBox 10"/>
          <p:cNvSpPr/>
          <p:nvPr/>
        </p:nvSpPr>
        <p:spPr>
          <a:xfrm>
            <a:off x="581760" y="828720"/>
            <a:ext cx="3901680" cy="550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400" spc="-1" strike="noStrike">
                <a:solidFill>
                  <a:srgbClr val="142111"/>
                </a:solidFill>
                <a:latin typeface="Arial"/>
                <a:ea typeface="DejaVu Sans"/>
              </a:rPr>
              <a:t>SUBTITLE</a:t>
            </a:r>
            <a:r>
              <a:rPr b="0" lang="ru-RU" sz="1400" spc="-1" strike="noStrike">
                <a:solidFill>
                  <a:srgbClr val="142111"/>
                </a:solidFill>
                <a:latin typeface="Arial"/>
                <a:ea typeface="DejaVu Sans"/>
              </a:rPr>
              <a:t>1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127" name="TextBox 10"/>
          <p:cNvSpPr/>
          <p:nvPr/>
        </p:nvSpPr>
        <p:spPr>
          <a:xfrm>
            <a:off x="581760" y="1364400"/>
            <a:ext cx="3901680" cy="789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100" spc="-1" strike="noStrike">
                <a:solidFill>
                  <a:srgbClr val="3e443e"/>
                </a:solidFill>
                <a:latin typeface="Arial"/>
                <a:ea typeface="DejaVu Sans"/>
              </a:rPr>
              <a:t>TEXT</a:t>
            </a:r>
            <a:r>
              <a:rPr b="0" lang="ru-RU" sz="1100" spc="-1" strike="noStrike">
                <a:solidFill>
                  <a:srgbClr val="3e443e"/>
                </a:solidFill>
                <a:latin typeface="Arial"/>
                <a:ea typeface="DejaVu Sans"/>
              </a:rPr>
              <a:t>1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128" name="TextBox 10"/>
          <p:cNvSpPr/>
          <p:nvPr/>
        </p:nvSpPr>
        <p:spPr>
          <a:xfrm>
            <a:off x="578160" y="2154600"/>
            <a:ext cx="3901680" cy="550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400" spc="-1" strike="noStrike">
                <a:solidFill>
                  <a:srgbClr val="142111"/>
                </a:solidFill>
                <a:latin typeface="Arial"/>
                <a:ea typeface="DejaVu Sans"/>
              </a:rPr>
              <a:t>SUBTITLE2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129" name="TextBox 10"/>
          <p:cNvSpPr/>
          <p:nvPr/>
        </p:nvSpPr>
        <p:spPr>
          <a:xfrm>
            <a:off x="578160" y="2687040"/>
            <a:ext cx="3901680" cy="84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100" spc="-1" strike="noStrike">
                <a:solidFill>
                  <a:srgbClr val="3e443e"/>
                </a:solidFill>
                <a:latin typeface="Arial"/>
                <a:ea typeface="DejaVu Sans"/>
              </a:rPr>
              <a:t>TEXT</a:t>
            </a:r>
            <a:r>
              <a:rPr b="0" lang="ru-RU" sz="1100" spc="-1" strike="noStrike">
                <a:solidFill>
                  <a:srgbClr val="3e443e"/>
                </a:solidFill>
                <a:latin typeface="Arial"/>
                <a:ea typeface="DejaVu Sans"/>
              </a:rPr>
              <a:t>2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130" name="TextBox 10"/>
          <p:cNvSpPr/>
          <p:nvPr/>
        </p:nvSpPr>
        <p:spPr>
          <a:xfrm>
            <a:off x="578160" y="3482280"/>
            <a:ext cx="3901680" cy="550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400" spc="-1" strike="noStrike">
                <a:solidFill>
                  <a:srgbClr val="142111"/>
                </a:solidFill>
                <a:latin typeface="Arial"/>
                <a:ea typeface="DejaVu Sans"/>
              </a:rPr>
              <a:t>SUBTITLE3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131" name="TextBox 10"/>
          <p:cNvSpPr/>
          <p:nvPr/>
        </p:nvSpPr>
        <p:spPr>
          <a:xfrm>
            <a:off x="578160" y="4015080"/>
            <a:ext cx="3901680" cy="794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100" spc="-1" strike="noStrike">
                <a:solidFill>
                  <a:srgbClr val="3e443e"/>
                </a:solidFill>
                <a:latin typeface="Arial"/>
                <a:ea typeface="DejaVu Sans"/>
              </a:rPr>
              <a:t>TEXT</a:t>
            </a:r>
            <a:r>
              <a:rPr b="0" lang="ru-RU" sz="1100" spc="-1" strike="noStrike">
                <a:solidFill>
                  <a:srgbClr val="3e443e"/>
                </a:solidFill>
                <a:latin typeface="Arial"/>
                <a:ea typeface="DejaVu Sans"/>
              </a:rPr>
              <a:t>3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132" name="TextBox 10"/>
          <p:cNvSpPr/>
          <p:nvPr/>
        </p:nvSpPr>
        <p:spPr>
          <a:xfrm>
            <a:off x="8519760" y="4831560"/>
            <a:ext cx="484560" cy="22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r">
              <a:lnSpc>
                <a:spcPct val="100000"/>
              </a:lnSpc>
              <a:buNone/>
            </a:pPr>
            <a:r>
              <a:rPr b="0" lang="ru-RU" sz="900" spc="-1" strike="noStrike">
                <a:solidFill>
                  <a:srgbClr val="3e443e"/>
                </a:solidFill>
                <a:latin typeface="Arial"/>
                <a:ea typeface="DejaVu Sans"/>
              </a:rPr>
              <a:t>8</a:t>
            </a:r>
            <a:endParaRPr b="0" lang="en-US" sz="900" spc="-1" strike="noStrike">
              <a:latin typeface="Arial"/>
            </a:endParaRPr>
          </a:p>
        </p:txBody>
      </p:sp>
      <p:sp>
        <p:nvSpPr>
          <p:cNvPr id="133" name=""/>
          <p:cNvSpPr/>
          <p:nvPr/>
        </p:nvSpPr>
        <p:spPr>
          <a:xfrm>
            <a:off x="493200" y="300600"/>
            <a:ext cx="4078440" cy="842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800" spc="-1" strike="noStrike">
                <a:latin typeface="Arial"/>
              </a:rPr>
              <a:t>TITLE</a:t>
            </a:r>
            <a:endParaRPr b="0" lang="en-US" sz="18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Shape 3"/>
          <p:cNvSpPr/>
          <p:nvPr/>
        </p:nvSpPr>
        <p:spPr>
          <a:xfrm>
            <a:off x="479160" y="2886480"/>
            <a:ext cx="365040" cy="359640"/>
          </a:xfrm>
          <a:prstGeom prst="roundRect">
            <a:avLst>
              <a:gd name="adj" fmla="val 18669"/>
            </a:avLst>
          </a:prstGeom>
          <a:solidFill>
            <a:srgbClr val="ffc000"/>
          </a:solidFill>
          <a:ln w="762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35" name="Shape 3"/>
          <p:cNvSpPr/>
          <p:nvPr/>
        </p:nvSpPr>
        <p:spPr>
          <a:xfrm>
            <a:off x="3440880" y="2886480"/>
            <a:ext cx="365040" cy="359640"/>
          </a:xfrm>
          <a:prstGeom prst="roundRect">
            <a:avLst>
              <a:gd name="adj" fmla="val 18669"/>
            </a:avLst>
          </a:prstGeom>
          <a:solidFill>
            <a:srgbClr val="ffc000"/>
          </a:solidFill>
          <a:ln w="762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36" name="Shape 3"/>
          <p:cNvSpPr/>
          <p:nvPr/>
        </p:nvSpPr>
        <p:spPr>
          <a:xfrm>
            <a:off x="6402960" y="2886480"/>
            <a:ext cx="365040" cy="359640"/>
          </a:xfrm>
          <a:prstGeom prst="roundRect">
            <a:avLst>
              <a:gd name="adj" fmla="val 18669"/>
            </a:avLst>
          </a:prstGeom>
          <a:solidFill>
            <a:srgbClr val="ffc000"/>
          </a:solidFill>
          <a:ln w="762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37" name="TextBox 11"/>
          <p:cNvSpPr/>
          <p:nvPr/>
        </p:nvSpPr>
        <p:spPr>
          <a:xfrm>
            <a:off x="479160" y="2883600"/>
            <a:ext cx="36504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  <a:buNone/>
            </a:pPr>
            <a:r>
              <a:rPr b="0" lang="ru-RU" sz="1800" spc="-1" strike="noStrike">
                <a:solidFill>
                  <a:srgbClr val="142111"/>
                </a:solidFill>
                <a:latin typeface="Arial"/>
                <a:ea typeface="DejaVu Sans"/>
              </a:rPr>
              <a:t>1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138" name="TextBox 15"/>
          <p:cNvSpPr/>
          <p:nvPr/>
        </p:nvSpPr>
        <p:spPr>
          <a:xfrm>
            <a:off x="3440880" y="2883600"/>
            <a:ext cx="36504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  <a:buNone/>
            </a:pPr>
            <a:r>
              <a:rPr b="0" lang="ru-RU" sz="1800" spc="-1" strike="noStrike">
                <a:solidFill>
                  <a:srgbClr val="142111"/>
                </a:solidFill>
                <a:latin typeface="Arial"/>
                <a:ea typeface="DejaVu Sans"/>
              </a:rPr>
              <a:t>2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139" name="TextBox 19"/>
          <p:cNvSpPr/>
          <p:nvPr/>
        </p:nvSpPr>
        <p:spPr>
          <a:xfrm>
            <a:off x="6402960" y="2883600"/>
            <a:ext cx="36504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  <a:buNone/>
            </a:pPr>
            <a:r>
              <a:rPr b="0" lang="ru-RU" sz="1800" spc="-1" strike="noStrike">
                <a:solidFill>
                  <a:srgbClr val="142111"/>
                </a:solidFill>
                <a:latin typeface="Arial"/>
                <a:ea typeface="DejaVu Sans"/>
              </a:rPr>
              <a:t>3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140" name="TextBox 10"/>
          <p:cNvSpPr/>
          <p:nvPr/>
        </p:nvSpPr>
        <p:spPr>
          <a:xfrm>
            <a:off x="858960" y="2571840"/>
            <a:ext cx="2354760" cy="713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400" spc="-1" strike="noStrike">
                <a:solidFill>
                  <a:srgbClr val="142111"/>
                </a:solidFill>
                <a:latin typeface="Arial"/>
                <a:ea typeface="DejaVu Sans"/>
              </a:rPr>
              <a:t>SUBTITLE</a:t>
            </a:r>
            <a:r>
              <a:rPr b="0" lang="ru-RU" sz="1400" spc="-1" strike="noStrike">
                <a:solidFill>
                  <a:srgbClr val="142111"/>
                </a:solidFill>
                <a:latin typeface="Arial"/>
                <a:ea typeface="DejaVu Sans"/>
              </a:rPr>
              <a:t>1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141" name="TextBox 10"/>
          <p:cNvSpPr/>
          <p:nvPr/>
        </p:nvSpPr>
        <p:spPr>
          <a:xfrm>
            <a:off x="858960" y="3356280"/>
            <a:ext cx="2354760" cy="1564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100" spc="-1" strike="noStrike">
                <a:solidFill>
                  <a:srgbClr val="3e443e"/>
                </a:solidFill>
                <a:latin typeface="Arial"/>
                <a:ea typeface="DejaVu Sans"/>
              </a:rPr>
              <a:t>TEXT</a:t>
            </a:r>
            <a:r>
              <a:rPr b="0" lang="ru-RU" sz="1100" spc="-1" strike="noStrike">
                <a:solidFill>
                  <a:srgbClr val="3e443e"/>
                </a:solidFill>
                <a:latin typeface="Arial"/>
                <a:ea typeface="DejaVu Sans"/>
              </a:rPr>
              <a:t>1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142" name="TextBox 10"/>
          <p:cNvSpPr/>
          <p:nvPr/>
        </p:nvSpPr>
        <p:spPr>
          <a:xfrm>
            <a:off x="3821040" y="2571840"/>
            <a:ext cx="2354760" cy="713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400" spc="-1" strike="noStrike">
                <a:solidFill>
                  <a:srgbClr val="142111"/>
                </a:solidFill>
                <a:latin typeface="Arial"/>
                <a:ea typeface="DejaVu Sans"/>
              </a:rPr>
              <a:t>SUBTITLE</a:t>
            </a:r>
            <a:r>
              <a:rPr b="0" lang="ru-RU" sz="1400" spc="-1" strike="noStrike">
                <a:solidFill>
                  <a:srgbClr val="142111"/>
                </a:solidFill>
                <a:latin typeface="Arial"/>
                <a:ea typeface="DejaVu Sans"/>
              </a:rPr>
              <a:t>2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143" name="TextBox 10"/>
          <p:cNvSpPr/>
          <p:nvPr/>
        </p:nvSpPr>
        <p:spPr>
          <a:xfrm>
            <a:off x="3821040" y="3356280"/>
            <a:ext cx="2354760" cy="1564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100" spc="-1" strike="noStrike">
                <a:solidFill>
                  <a:srgbClr val="3e443e"/>
                </a:solidFill>
                <a:latin typeface="Arial"/>
                <a:ea typeface="DejaVu Sans"/>
              </a:rPr>
              <a:t>TEXT</a:t>
            </a:r>
            <a:r>
              <a:rPr b="0" lang="ru-RU" sz="1100" spc="-1" strike="noStrike">
                <a:solidFill>
                  <a:srgbClr val="3e443e"/>
                </a:solidFill>
                <a:latin typeface="Arial"/>
                <a:ea typeface="DejaVu Sans"/>
              </a:rPr>
              <a:t>2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144" name="TextBox 10"/>
          <p:cNvSpPr/>
          <p:nvPr/>
        </p:nvSpPr>
        <p:spPr>
          <a:xfrm>
            <a:off x="6782760" y="2571840"/>
            <a:ext cx="2293920" cy="713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400" spc="-1" strike="noStrike">
                <a:solidFill>
                  <a:srgbClr val="142111"/>
                </a:solidFill>
                <a:latin typeface="Arial"/>
                <a:ea typeface="DejaVu Sans"/>
              </a:rPr>
              <a:t>SUBTITLE</a:t>
            </a:r>
            <a:r>
              <a:rPr b="0" lang="ru-RU" sz="1400" spc="-1" strike="noStrike">
                <a:solidFill>
                  <a:srgbClr val="142111"/>
                </a:solidFill>
                <a:latin typeface="Arial"/>
                <a:ea typeface="DejaVu Sans"/>
              </a:rPr>
              <a:t>3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145" name="TextBox 10"/>
          <p:cNvSpPr/>
          <p:nvPr/>
        </p:nvSpPr>
        <p:spPr>
          <a:xfrm>
            <a:off x="6782760" y="3356280"/>
            <a:ext cx="2293920" cy="1564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100" spc="-1" strike="noStrike">
                <a:solidFill>
                  <a:srgbClr val="3e443e"/>
                </a:solidFill>
                <a:latin typeface="Arial"/>
                <a:ea typeface="DejaVu Sans"/>
              </a:rPr>
              <a:t>TEXT</a:t>
            </a:r>
            <a:r>
              <a:rPr b="0" lang="ru-RU" sz="1100" spc="-1" strike="noStrike">
                <a:solidFill>
                  <a:srgbClr val="3e443e"/>
                </a:solidFill>
                <a:latin typeface="Arial"/>
                <a:ea typeface="DejaVu Sans"/>
              </a:rPr>
              <a:t>3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146" name="Прямоугольник со скругленными углами 3"/>
          <p:cNvSpPr/>
          <p:nvPr/>
        </p:nvSpPr>
        <p:spPr>
          <a:xfrm>
            <a:off x="0" y="-478800"/>
            <a:ext cx="9143280" cy="2327760"/>
          </a:xfrm>
          <a:prstGeom prst="roundRect">
            <a:avLst>
              <a:gd name="adj" fmla="val 12297"/>
            </a:avLst>
          </a:prstGeom>
          <a:solidFill>
            <a:srgbClr val="d9d9d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PIC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147" name="TextBox 20"/>
          <p:cNvSpPr/>
          <p:nvPr/>
        </p:nvSpPr>
        <p:spPr>
          <a:xfrm>
            <a:off x="8519760" y="4831560"/>
            <a:ext cx="484560" cy="22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r">
              <a:lnSpc>
                <a:spcPct val="100000"/>
              </a:lnSpc>
              <a:buNone/>
            </a:pPr>
            <a:r>
              <a:rPr b="0" lang="ru-RU" sz="900" spc="-1" strike="noStrike">
                <a:solidFill>
                  <a:srgbClr val="3e443e"/>
                </a:solidFill>
                <a:latin typeface="Arial"/>
                <a:ea typeface="DejaVu Sans"/>
              </a:rPr>
              <a:t>9</a:t>
            </a:r>
            <a:endParaRPr b="0" lang="en-US" sz="900" spc="-1" strike="noStrike">
              <a:latin typeface="Arial"/>
            </a:endParaRPr>
          </a:p>
        </p:txBody>
      </p:sp>
      <p:sp>
        <p:nvSpPr>
          <p:cNvPr id="148" name=""/>
          <p:cNvSpPr/>
          <p:nvPr/>
        </p:nvSpPr>
        <p:spPr>
          <a:xfrm>
            <a:off x="228600" y="2057400"/>
            <a:ext cx="868644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800" spc="-1" strike="noStrike">
                <a:latin typeface="Arial"/>
              </a:rPr>
              <a:t>TITLE</a:t>
            </a:r>
            <a:endParaRPr b="0" lang="en-US" sz="18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Прямоугольник со скругленными углами 3"/>
          <p:cNvSpPr/>
          <p:nvPr/>
        </p:nvSpPr>
        <p:spPr>
          <a:xfrm>
            <a:off x="0" y="-478800"/>
            <a:ext cx="9143280" cy="1765800"/>
          </a:xfrm>
          <a:prstGeom prst="roundRect">
            <a:avLst>
              <a:gd name="adj" fmla="val 12297"/>
            </a:avLst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50" name="TextBox 10"/>
          <p:cNvSpPr/>
          <p:nvPr/>
        </p:nvSpPr>
        <p:spPr>
          <a:xfrm>
            <a:off x="384840" y="1726200"/>
            <a:ext cx="2664720" cy="713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en-US" sz="1400" spc="-1" strike="noStrike">
                <a:solidFill>
                  <a:srgbClr val="142111"/>
                </a:solidFill>
                <a:latin typeface="Arial"/>
                <a:ea typeface="DejaVu Sans"/>
              </a:rPr>
              <a:t>SUBTITLE1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151" name="TextBox 10"/>
          <p:cNvSpPr/>
          <p:nvPr/>
        </p:nvSpPr>
        <p:spPr>
          <a:xfrm>
            <a:off x="384840" y="2611080"/>
            <a:ext cx="2664720" cy="1564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100" spc="-1" strike="noStrike">
                <a:solidFill>
                  <a:srgbClr val="3e443e"/>
                </a:solidFill>
                <a:latin typeface="Arial"/>
                <a:ea typeface="DejaVu Sans"/>
              </a:rPr>
              <a:t>TEXT</a:t>
            </a:r>
            <a:r>
              <a:rPr b="0" lang="ru-RU" sz="1100" spc="-1" strike="noStrike">
                <a:solidFill>
                  <a:srgbClr val="3e443e"/>
                </a:solidFill>
                <a:latin typeface="Arial"/>
                <a:ea typeface="DejaVu Sans"/>
              </a:rPr>
              <a:t>1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152" name="TextBox 10"/>
          <p:cNvSpPr/>
          <p:nvPr/>
        </p:nvSpPr>
        <p:spPr>
          <a:xfrm>
            <a:off x="3239280" y="1726200"/>
            <a:ext cx="2664720" cy="713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en-US" sz="1400" spc="-1" strike="noStrike">
                <a:solidFill>
                  <a:srgbClr val="142111"/>
                </a:solidFill>
                <a:latin typeface="Arial"/>
                <a:ea typeface="DejaVu Sans"/>
              </a:rPr>
              <a:t>SUBTITLE2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153" name="TextBox 10"/>
          <p:cNvSpPr/>
          <p:nvPr/>
        </p:nvSpPr>
        <p:spPr>
          <a:xfrm>
            <a:off x="3239280" y="2611080"/>
            <a:ext cx="2664720" cy="1564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100" spc="-1" strike="noStrike">
                <a:solidFill>
                  <a:srgbClr val="3e443e"/>
                </a:solidFill>
                <a:latin typeface="Arial"/>
                <a:ea typeface="DejaVu Sans"/>
              </a:rPr>
              <a:t>TEXT</a:t>
            </a:r>
            <a:r>
              <a:rPr b="0" lang="ru-RU" sz="1100" spc="-1" strike="noStrike">
                <a:solidFill>
                  <a:srgbClr val="3e443e"/>
                </a:solidFill>
                <a:latin typeface="Arial"/>
                <a:ea typeface="DejaVu Sans"/>
              </a:rPr>
              <a:t>2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154" name="TextBox 10"/>
          <p:cNvSpPr/>
          <p:nvPr/>
        </p:nvSpPr>
        <p:spPr>
          <a:xfrm>
            <a:off x="6093720" y="1726200"/>
            <a:ext cx="2664720" cy="713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en-US" sz="1400" spc="-1" strike="noStrike">
                <a:solidFill>
                  <a:srgbClr val="142111"/>
                </a:solidFill>
                <a:latin typeface="Arial"/>
                <a:ea typeface="DejaVu Sans"/>
              </a:rPr>
              <a:t>SUBTITLE3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155" name="TextBox 10"/>
          <p:cNvSpPr/>
          <p:nvPr/>
        </p:nvSpPr>
        <p:spPr>
          <a:xfrm>
            <a:off x="6093720" y="2611080"/>
            <a:ext cx="2664720" cy="1564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100" spc="-1" strike="noStrike">
                <a:solidFill>
                  <a:srgbClr val="3e443e"/>
                </a:solidFill>
                <a:latin typeface="Arial"/>
                <a:ea typeface="DejaVu Sans"/>
              </a:rPr>
              <a:t>TEXT</a:t>
            </a:r>
            <a:r>
              <a:rPr b="0" lang="ru-RU" sz="1100" spc="-1" strike="noStrike">
                <a:solidFill>
                  <a:srgbClr val="3e443e"/>
                </a:solidFill>
                <a:latin typeface="Arial"/>
                <a:ea typeface="DejaVu Sans"/>
              </a:rPr>
              <a:t>3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156" name="Прямая соединительная линия 2"/>
          <p:cNvSpPr/>
          <p:nvPr/>
        </p:nvSpPr>
        <p:spPr>
          <a:xfrm>
            <a:off x="3149280" y="1791000"/>
            <a:ext cx="360" cy="2385360"/>
          </a:xfrm>
          <a:prstGeom prst="line">
            <a:avLst/>
          </a:prstGeom>
          <a:ln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57" name="Прямая соединительная линия 11"/>
          <p:cNvSpPr/>
          <p:nvPr/>
        </p:nvSpPr>
        <p:spPr>
          <a:xfrm>
            <a:off x="6014520" y="1791000"/>
            <a:ext cx="360" cy="2385360"/>
          </a:xfrm>
          <a:prstGeom prst="line">
            <a:avLst/>
          </a:prstGeom>
          <a:ln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58" name="Прямая соединительная линия 30"/>
          <p:cNvSpPr/>
          <p:nvPr/>
        </p:nvSpPr>
        <p:spPr>
          <a:xfrm flipH="1">
            <a:off x="485640" y="2525760"/>
            <a:ext cx="8365320" cy="360"/>
          </a:xfrm>
          <a:prstGeom prst="line">
            <a:avLst/>
          </a:prstGeom>
          <a:ln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59" name="TextBox 12"/>
          <p:cNvSpPr/>
          <p:nvPr/>
        </p:nvSpPr>
        <p:spPr>
          <a:xfrm>
            <a:off x="8519760" y="4831560"/>
            <a:ext cx="484560" cy="22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r">
              <a:lnSpc>
                <a:spcPct val="100000"/>
              </a:lnSpc>
              <a:buNone/>
            </a:pPr>
            <a:r>
              <a:rPr b="0" lang="ru-RU" sz="900" spc="-1" strike="noStrike">
                <a:solidFill>
                  <a:srgbClr val="3e443e"/>
                </a:solidFill>
                <a:latin typeface="Arial"/>
                <a:ea typeface="DejaVu Sans"/>
              </a:rPr>
              <a:t>10</a:t>
            </a:r>
            <a:endParaRPr b="0" lang="en-US" sz="900" spc="-1" strike="noStrike">
              <a:latin typeface="Arial"/>
            </a:endParaRPr>
          </a:p>
        </p:txBody>
      </p:sp>
      <p:sp>
        <p:nvSpPr>
          <p:cNvPr id="160" name=""/>
          <p:cNvSpPr/>
          <p:nvPr/>
        </p:nvSpPr>
        <p:spPr>
          <a:xfrm>
            <a:off x="313200" y="156600"/>
            <a:ext cx="8457840" cy="757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800" spc="-1" strike="noStrike">
                <a:latin typeface="Arial"/>
              </a:rPr>
              <a:t>TITLE</a:t>
            </a:r>
            <a:endParaRPr b="0" lang="en-US" sz="18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Прямоугольник со скругленными углами 3"/>
          <p:cNvSpPr/>
          <p:nvPr/>
        </p:nvSpPr>
        <p:spPr>
          <a:xfrm>
            <a:off x="186840" y="178200"/>
            <a:ext cx="8769960" cy="4757760"/>
          </a:xfrm>
          <a:prstGeom prst="roundRect">
            <a:avLst>
              <a:gd name="adj" fmla="val 4051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62" name="Прямоугольник 5"/>
          <p:cNvSpPr/>
          <p:nvPr/>
        </p:nvSpPr>
        <p:spPr>
          <a:xfrm>
            <a:off x="1640880" y="4489920"/>
            <a:ext cx="2998800" cy="269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ts val="1650"/>
              </a:lnSpc>
              <a:buNone/>
            </a:pPr>
            <a:r>
              <a:rPr b="0" lang="ru-RU" sz="900" spc="-1" strike="noStrike">
                <a:solidFill>
                  <a:srgbClr val="f2f2f2"/>
                </a:solidFill>
                <a:latin typeface="Arial"/>
                <a:ea typeface="DejaVu Sans"/>
              </a:rPr>
              <a:t>Презентация создана в </a:t>
            </a:r>
            <a:r>
              <a:rPr b="0" lang="en-US" sz="900" spc="-1" strike="noStrike">
                <a:solidFill>
                  <a:srgbClr val="f2f2f2"/>
                </a:solidFill>
                <a:latin typeface="Arial"/>
                <a:ea typeface="DejaVu Sans"/>
              </a:rPr>
              <a:t>Fibonacci</a:t>
            </a:r>
            <a:endParaRPr b="0" lang="en-US" sz="900" spc="-1" strike="noStrike">
              <a:latin typeface="Arial"/>
            </a:endParaRPr>
          </a:p>
        </p:txBody>
      </p:sp>
      <p:sp>
        <p:nvSpPr>
          <p:cNvPr id="163" name="Изображение 40"/>
          <p:cNvSpPr/>
          <p:nvPr/>
        </p:nvSpPr>
        <p:spPr>
          <a:xfrm>
            <a:off x="867240" y="3488040"/>
            <a:ext cx="256680" cy="256680"/>
          </a:xfrm>
          <a:prstGeom prst="ellipse">
            <a:avLst/>
          </a:prstGeom>
          <a:blipFill rotWithShape="0">
            <a:blip r:embed="rId1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</p:sp>
      <p:pic>
        <p:nvPicPr>
          <p:cNvPr id="164" name="Рисунок 10" descr=""/>
          <p:cNvPicPr/>
          <p:nvPr/>
        </p:nvPicPr>
        <p:blipFill>
          <a:blip r:embed="rId2"/>
          <a:srcRect l="0" t="30398" r="0" b="28998"/>
          <a:stretch/>
        </p:blipFill>
        <p:spPr>
          <a:xfrm>
            <a:off x="351000" y="3691440"/>
            <a:ext cx="1289160" cy="1133280"/>
          </a:xfrm>
          <a:prstGeom prst="rect">
            <a:avLst/>
          </a:prstGeom>
          <a:ln w="0">
            <a:noFill/>
          </a:ln>
        </p:spPr>
      </p:pic>
      <p:sp>
        <p:nvSpPr>
          <p:cNvPr id="165" name="Прямоугольник 10"/>
          <p:cNvSpPr/>
          <p:nvPr/>
        </p:nvSpPr>
        <p:spPr>
          <a:xfrm>
            <a:off x="460080" y="622080"/>
            <a:ext cx="6925680" cy="330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ts val="6999"/>
              </a:lnSpc>
              <a:buNone/>
            </a:pPr>
            <a:r>
              <a:rPr b="1" lang="en-US" sz="6600" spc="-1" strike="noStrike">
                <a:solidFill>
                  <a:srgbClr val="ffc000"/>
                </a:solidFill>
                <a:latin typeface="Arial"/>
                <a:ea typeface="DejaVu Sans"/>
              </a:rPr>
              <a:t>TITLE</a:t>
            </a:r>
            <a:endParaRPr b="0" lang="en-US" sz="6600" spc="-1" strike="noStrike">
              <a:latin typeface="Arial"/>
            </a:endParaRPr>
          </a:p>
        </p:txBody>
      </p:sp>
      <p:pic>
        <p:nvPicPr>
          <p:cNvPr id="166" name="Рисунок 11" descr=""/>
          <p:cNvPicPr/>
          <p:nvPr/>
        </p:nvPicPr>
        <p:blipFill>
          <a:blip r:embed="rId3"/>
          <a:stretch/>
        </p:blipFill>
        <p:spPr>
          <a:xfrm>
            <a:off x="5753880" y="2557440"/>
            <a:ext cx="4009680" cy="313308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2304</TotalTime>
  <Application>LibreOffice/7.3.7.2$Linux_X86_64 LibreOffice_project/30$Build-2</Application>
  <AppVersion>15.0000</AppVersion>
  <Words>148</Words>
  <Paragraphs>107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2024-04-17T19:56:02Z</dcterms:created>
  <dc:creator>Алика Шпагина</dc:creator>
  <dc:description/>
  <dc:language>en-US</dc:language>
  <cp:lastModifiedBy/>
  <dcterms:modified xsi:type="dcterms:W3CDTF">2025-06-19T14:47:50Z</dcterms:modified>
  <cp:revision>56</cp:revision>
  <dc:subject/>
  <dc:title>Презентация PowerPoint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4</vt:i4>
  </property>
  <property fmtid="{D5CDD505-2E9C-101B-9397-08002B2CF9AE}" pid="3" name="PresentationFormat">
    <vt:lpwstr>Экран (16:9)</vt:lpwstr>
  </property>
  <property fmtid="{D5CDD505-2E9C-101B-9397-08002B2CF9AE}" pid="4" name="Slides">
    <vt:i4>12</vt:i4>
  </property>
</Properties>
</file>