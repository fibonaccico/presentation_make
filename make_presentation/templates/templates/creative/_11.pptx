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21FAA00-F185-4AEF-A237-6D5F81C99A3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20B0E7-2F11-4E2A-9D74-51323DE78BA2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841A52-A17C-4BD9-B968-C2C9F5DD51BD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D9F7E87-7C68-48EA-8B4E-DEB466B66F71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92443E9-5040-4D34-B0E0-91A0634B5E44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9DF6F5-7B81-43D7-9F90-37C8179F28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7EBC2E-5877-4B1E-A9E5-9256B7F572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659C9D-EA4B-45DF-9253-A817DAB21D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A2BB2A-D161-4D38-A890-EC40CECA08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62A99F-4D84-4AA6-9F8C-C6AB84D0A1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EBB640-7617-4C88-A14F-670978B761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6ED6A8-6AC4-4FC6-B60E-A408A985D3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7E5DE2-C48C-486A-B4B5-02A1411D86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D9E42C-C8C5-42B5-84C7-39E377D753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FFD67F-53F1-421B-9EFC-A8343054AC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2FE1DC-D81E-4552-B97D-309EDA8102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6900A2-AA34-4FD3-B327-F09E58AF768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46122F2-73D4-4A78-883B-F86413C8E850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520" cy="29052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0" y="3075480"/>
            <a:ext cx="9142920" cy="24944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0"/>
          <p:cNvSpPr/>
          <p:nvPr/>
        </p:nvSpPr>
        <p:spPr>
          <a:xfrm>
            <a:off x="4748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59292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59292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29"/>
          <p:cNvSpPr/>
          <p:nvPr/>
        </p:nvSpPr>
        <p:spPr>
          <a:xfrm>
            <a:off x="330912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342684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342684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Прямоугольник: скругленные углы 36"/>
          <p:cNvSpPr/>
          <p:nvPr/>
        </p:nvSpPr>
        <p:spPr>
          <a:xfrm>
            <a:off x="61430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10"/>
          <p:cNvSpPr/>
          <p:nvPr/>
        </p:nvSpPr>
        <p:spPr>
          <a:xfrm>
            <a:off x="626076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626076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7200" y="349200"/>
            <a:ext cx="845748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Прямоугольник: скругленные углы 15"/>
          <p:cNvSpPr/>
          <p:nvPr/>
        </p:nvSpPr>
        <p:spPr>
          <a:xfrm>
            <a:off x="5014080" y="250200"/>
            <a:ext cx="3819960" cy="462456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Прямоугольник: скругленные углы 16"/>
          <p:cNvSpPr/>
          <p:nvPr/>
        </p:nvSpPr>
        <p:spPr>
          <a:xfrm>
            <a:off x="329400" y="250200"/>
            <a:ext cx="4424400" cy="462456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TextBox 10"/>
          <p:cNvSpPr/>
          <p:nvPr/>
        </p:nvSpPr>
        <p:spPr>
          <a:xfrm>
            <a:off x="581760" y="82872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81760" y="1364400"/>
            <a:ext cx="390132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215460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2687040"/>
            <a:ext cx="390132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578160" y="348228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578160" y="4015080"/>
            <a:ext cx="390132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1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93200" y="300600"/>
            <a:ext cx="4078080" cy="8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3"/>
          <p:cNvSpPr/>
          <p:nvPr/>
        </p:nvSpPr>
        <p:spPr>
          <a:xfrm>
            <a:off x="4791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Shape 3"/>
          <p:cNvSpPr/>
          <p:nvPr/>
        </p:nvSpPr>
        <p:spPr>
          <a:xfrm>
            <a:off x="344088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Shape 3"/>
          <p:cNvSpPr/>
          <p:nvPr/>
        </p:nvSpPr>
        <p:spPr>
          <a:xfrm>
            <a:off x="64029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Box 11"/>
          <p:cNvSpPr/>
          <p:nvPr/>
        </p:nvSpPr>
        <p:spPr>
          <a:xfrm>
            <a:off x="4791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344088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64029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85896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85896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82104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82104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6782760" y="2571840"/>
            <a:ext cx="22935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6782760" y="3356280"/>
            <a:ext cx="22935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6" name="Прямоугольник со скругленными углами 3"/>
          <p:cNvSpPr/>
          <p:nvPr/>
        </p:nvSpPr>
        <p:spPr>
          <a:xfrm>
            <a:off x="0" y="-478800"/>
            <a:ext cx="9142920" cy="23274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228600" y="2057400"/>
            <a:ext cx="8686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Прямоугольник со скругленными углами 3"/>
          <p:cNvSpPr/>
          <p:nvPr/>
        </p:nvSpPr>
        <p:spPr>
          <a:xfrm>
            <a:off x="0" y="-478800"/>
            <a:ext cx="9142920" cy="1765440"/>
          </a:xfrm>
          <a:prstGeom prst="roundRect">
            <a:avLst>
              <a:gd name="adj" fmla="val 1229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0" name="TextBox 10"/>
          <p:cNvSpPr/>
          <p:nvPr/>
        </p:nvSpPr>
        <p:spPr>
          <a:xfrm>
            <a:off x="38484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8484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323928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323928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609372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609372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6" name="Прямая соединительная линия 2"/>
          <p:cNvSpPr/>
          <p:nvPr/>
        </p:nvSpPr>
        <p:spPr>
          <a:xfrm>
            <a:off x="314928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Прямая соединительная линия 11"/>
          <p:cNvSpPr/>
          <p:nvPr/>
        </p:nvSpPr>
        <p:spPr>
          <a:xfrm>
            <a:off x="601452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8" name="Прямая соединительная линия 30"/>
          <p:cNvSpPr/>
          <p:nvPr/>
        </p:nvSpPr>
        <p:spPr>
          <a:xfrm flipH="1">
            <a:off x="485640" y="2525760"/>
            <a:ext cx="836532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9" name="TextBox 12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13200" y="156600"/>
            <a:ext cx="8457480" cy="7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2" name="Прямоугольник 5"/>
          <p:cNvSpPr/>
          <p:nvPr/>
        </p:nvSpPr>
        <p:spPr>
          <a:xfrm>
            <a:off x="1640880" y="448992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63" name="Изображение 40"/>
          <p:cNvSpPr/>
          <p:nvPr/>
        </p:nvSpPr>
        <p:spPr>
          <a:xfrm>
            <a:off x="867240" y="3488040"/>
            <a:ext cx="256320" cy="2563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4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8800" cy="1132920"/>
          </a:xfrm>
          <a:prstGeom prst="rect">
            <a:avLst/>
          </a:prstGeom>
          <a:ln w="0">
            <a:noFill/>
          </a:ln>
        </p:spPr>
      </p:pic>
      <p:sp>
        <p:nvSpPr>
          <p:cNvPr id="165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66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2304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2025-09-17T11:46:49Z</dcterms:modified>
  <cp:revision>57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