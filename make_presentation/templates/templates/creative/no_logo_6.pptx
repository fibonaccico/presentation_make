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74A0D40-F38B-4493-B968-6A82C700DBB3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9486C7-037D-4906-9B64-BC1293374537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CAC3CE-2EC6-4904-8F78-DB3C5730A52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86AE43-7FBA-4308-AB35-80FDB5BC53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B9EE8B-CFA5-4684-BA3A-9680DBDCA6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727F01-66E3-417E-BA73-8D8846F7A9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8C181C-F00A-465D-AF72-0A987ECAF8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FC8EC6-781B-48FE-92EF-8F115F293D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6920" cy="829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F8364E-87C3-4C70-91D3-E7E6991843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FC59FD-0BED-4F9C-9951-20D4893E6A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5A5E9D-83F8-4646-8040-FF2C135E29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B8393E-B3D2-47FB-8316-C1B4942CC6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20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5B0841-14AB-4FAC-9CAE-AC9550C96F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3880" y="276120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AE7FDF-91C5-416C-9382-C117627FAB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200"/>
            <a:ext cx="264960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657887-AD7D-4903-862F-CA03DD6787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6920" cy="178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20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A985BD-5276-4AA1-BE52-AC5A93D7A96F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8920" cy="88704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8920" cy="89892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16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16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16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16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120" cy="349632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360" cy="205488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2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24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: скругленные углы 12"/>
          <p:cNvSpPr/>
          <p:nvPr/>
        </p:nvSpPr>
        <p:spPr>
          <a:xfrm>
            <a:off x="3601800" y="3271680"/>
            <a:ext cx="5235840" cy="132048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: скругленные углы 11"/>
          <p:cNvSpPr/>
          <p:nvPr/>
        </p:nvSpPr>
        <p:spPr>
          <a:xfrm>
            <a:off x="6308640" y="1028880"/>
            <a:ext cx="2532600" cy="205632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Прямоугольник: скругленные углы 2"/>
          <p:cNvSpPr/>
          <p:nvPr/>
        </p:nvSpPr>
        <p:spPr>
          <a:xfrm>
            <a:off x="3604320" y="1014480"/>
            <a:ext cx="2532600" cy="205632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696480" y="1059120"/>
            <a:ext cx="234288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3696480" y="1843560"/>
            <a:ext cx="234288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400080" y="1059120"/>
            <a:ext cx="233964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6400080" y="1843560"/>
            <a:ext cx="2339640" cy="11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696480" y="3362040"/>
            <a:ext cx="5235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696480" y="3713400"/>
            <a:ext cx="5146200" cy="71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 со скругленными углами 3"/>
          <p:cNvSpPr/>
          <p:nvPr/>
        </p:nvSpPr>
        <p:spPr>
          <a:xfrm>
            <a:off x="384840" y="1028880"/>
            <a:ext cx="3002040" cy="356364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13200" y="228600"/>
            <a:ext cx="84574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2680" cy="3604320"/>
          </a:xfrm>
          <a:prstGeom prst="rect">
            <a:avLst/>
          </a:prstGeom>
          <a:ln w="0">
            <a:noFill/>
          </a:ln>
        </p:spPr>
      </p:pic>
      <p:sp>
        <p:nvSpPr>
          <p:cNvPr id="87" name="Овал 1"/>
          <p:cNvSpPr/>
          <p:nvPr/>
        </p:nvSpPr>
        <p:spPr>
          <a:xfrm>
            <a:off x="4157640" y="63108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Овал 23"/>
          <p:cNvSpPr/>
          <p:nvPr/>
        </p:nvSpPr>
        <p:spPr>
          <a:xfrm>
            <a:off x="4157640" y="2127600"/>
            <a:ext cx="898920" cy="88704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Овал 29"/>
          <p:cNvSpPr/>
          <p:nvPr/>
        </p:nvSpPr>
        <p:spPr>
          <a:xfrm>
            <a:off x="4157640" y="3612240"/>
            <a:ext cx="898920" cy="89892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146560" y="4896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5146560" y="1025280"/>
            <a:ext cx="3578400" cy="7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2960" y="198540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2960" y="2517840"/>
            <a:ext cx="3578400" cy="84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3470760"/>
            <a:ext cx="3578400" cy="55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4003560"/>
            <a:ext cx="3578400" cy="79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8519760" y="4831560"/>
            <a:ext cx="484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64600" y="228600"/>
            <a:ext cx="3656880" cy="201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Прямоугольник со скругленными углами 3"/>
          <p:cNvSpPr/>
          <p:nvPr/>
        </p:nvSpPr>
        <p:spPr>
          <a:xfrm>
            <a:off x="186840" y="178200"/>
            <a:ext cx="8769600" cy="475740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Прямоугольник 10"/>
          <p:cNvSpPr/>
          <p:nvPr/>
        </p:nvSpPr>
        <p:spPr>
          <a:xfrm>
            <a:off x="460080" y="622080"/>
            <a:ext cx="6925320" cy="33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00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320" cy="313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2306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2025-09-17T11:48:12Z</dcterms:modified>
  <cp:revision>63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