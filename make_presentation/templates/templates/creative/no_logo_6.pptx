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3C0A304-4DBD-461A-81B7-BF9B03C344E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5620DEE-A578-416D-8A53-59CF847A3345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B52EB0-0FBF-43E8-8F06-9C397C4672FA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748053-77C6-4F66-9228-8E914678280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242503-FEAE-4D7D-A273-C1B82CC711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7C8E65-F92B-48EE-AB93-A067C833EA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4BA99A-1A58-4FBB-A5C8-BDED5A0FE5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AB8878-C0E8-4D01-92A7-9ADEA08694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F84972-EB29-4EBC-9050-244630A8E1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3E1FC0-4DFD-41CE-8E8D-60C87212E9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E1C019-BB1C-4391-A07B-2F9C79CDD4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980AA9-B349-4718-B19B-B9F95AF904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5D5EA8-71A7-403F-B2B7-003126B48F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3236D5-2C90-4241-9277-05A2B389110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946927-3F35-420B-B90D-F43C221351C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</a:t>
            </a:r>
            <a:r>
              <a:rPr b="0" lang="en-US" sz="1800" spc="-1" strike="noStrike">
                <a:latin typeface="Arial"/>
              </a:rPr>
              <a:t>ck </a:t>
            </a:r>
            <a:r>
              <a:rPr b="0" lang="en-US" sz="1800" spc="-1" strike="noStrike">
                <a:latin typeface="Arial"/>
              </a:rPr>
              <a:t>to </a:t>
            </a:r>
            <a:r>
              <a:rPr b="0" lang="en-US" sz="1800" spc="-1" strike="noStrike">
                <a:latin typeface="Arial"/>
              </a:rPr>
              <a:t>edi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th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titl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tex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for</a:t>
            </a:r>
            <a:r>
              <a:rPr b="0" lang="en-US" sz="1800" spc="-1" strike="noStrike">
                <a:latin typeface="Arial"/>
              </a:rPr>
              <a:t>m</a:t>
            </a:r>
            <a:r>
              <a:rPr b="0" lang="en-US" sz="1800" spc="-1" strike="noStrike">
                <a:latin typeface="Arial"/>
              </a:rPr>
              <a:t>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4B0621F-D2A1-4645-A05F-2841EC94C581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040" cy="360468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9280" cy="88740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72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00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2306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2025-06-19T14:53:10Z</dcterms:modified>
  <cp:revision>62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