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8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</a:t>
            </a:r>
            <a:r>
              <a:rPr b="0" lang="en-US" sz="4400" spc="-1" strike="noStrike">
                <a:latin typeface="Arial"/>
              </a:rPr>
              <a:t>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07429F2-9B9B-4B8D-89AF-152CCA5117E2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F7C5AF1-5E7D-4DE7-AF85-9295FB22721B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4F15AB8-017E-4BB8-809F-F128310E6318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97F929-092B-4C7B-86AF-4256AEBB3E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DCCAF1-8575-4896-8428-0B54159147B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43F6D7-D5AB-42E2-9E7D-7849D7E178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A38381-C1EF-463F-AC68-D9FB09E5FC8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44370C-2EB2-48AE-BEF0-BE2594F7F00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94EC13-4DFE-4E7E-AD99-8005B265C4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DE93AD-36BC-4402-B774-D1396630484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894F243-C6D7-4164-BEF4-DC6DACE884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6B2EC9-9161-4862-8915-13BBFB005E6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1A4F74-6FB6-4424-9ACF-3D59DF8BDE6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CE2259-CFF0-4828-88FE-EE7865F5E34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B5695C-BEBF-491F-86A5-410AE9F2358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</a:t>
            </a:r>
            <a:r>
              <a:rPr b="0" lang="en-US" sz="1800" spc="-1" strike="noStrike">
                <a:latin typeface="Arial"/>
              </a:rPr>
              <a:t>ck </a:t>
            </a:r>
            <a:r>
              <a:rPr b="0" lang="en-US" sz="1800" spc="-1" strike="noStrike">
                <a:latin typeface="Arial"/>
              </a:rPr>
              <a:t>to </a:t>
            </a:r>
            <a:r>
              <a:rPr b="0" lang="en-US" sz="1800" spc="-1" strike="noStrike">
                <a:latin typeface="Arial"/>
              </a:rPr>
              <a:t>edi</a:t>
            </a:r>
            <a:r>
              <a:rPr b="0" lang="en-US" sz="1800" spc="-1" strike="noStrike">
                <a:latin typeface="Arial"/>
              </a:rPr>
              <a:t>t </a:t>
            </a:r>
            <a:r>
              <a:rPr b="0" lang="en-US" sz="1800" spc="-1" strike="noStrike">
                <a:latin typeface="Arial"/>
              </a:rPr>
              <a:t>th</a:t>
            </a:r>
            <a:r>
              <a:rPr b="0" lang="en-US" sz="1800" spc="-1" strike="noStrike">
                <a:latin typeface="Arial"/>
              </a:rPr>
              <a:t>e </a:t>
            </a:r>
            <a:r>
              <a:rPr b="0" lang="en-US" sz="1800" spc="-1" strike="noStrike">
                <a:latin typeface="Arial"/>
              </a:rPr>
              <a:t>titl</a:t>
            </a:r>
            <a:r>
              <a:rPr b="0" lang="en-US" sz="1800" spc="-1" strike="noStrike">
                <a:latin typeface="Arial"/>
              </a:rPr>
              <a:t>e </a:t>
            </a:r>
            <a:r>
              <a:rPr b="0" lang="en-US" sz="1800" spc="-1" strike="noStrike">
                <a:latin typeface="Arial"/>
              </a:rPr>
              <a:t>tex</a:t>
            </a:r>
            <a:r>
              <a:rPr b="0" lang="en-US" sz="1800" spc="-1" strike="noStrike">
                <a:latin typeface="Arial"/>
              </a:rPr>
              <a:t>t </a:t>
            </a:r>
            <a:r>
              <a:rPr b="0" lang="en-US" sz="1800" spc="-1" strike="noStrike">
                <a:latin typeface="Arial"/>
              </a:rPr>
              <a:t>for</a:t>
            </a:r>
            <a:r>
              <a:rPr b="0" lang="en-US" sz="1800" spc="-1" strike="noStrike">
                <a:latin typeface="Arial"/>
              </a:rPr>
              <a:t>m</a:t>
            </a:r>
            <a:r>
              <a:rPr b="0" lang="en-US" sz="1800" spc="-1" strike="noStrike">
                <a:latin typeface="Arial"/>
              </a:rPr>
              <a:t>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0CE2AA7-309E-4F3B-902B-C062E8E6D7F2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49" name="Рисунок 3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  <p:sp>
        <p:nvSpPr>
          <p:cNvPr id="51" name="Овал 1"/>
          <p:cNvSpPr/>
          <p:nvPr/>
        </p:nvSpPr>
        <p:spPr>
          <a:xfrm>
            <a:off x="18576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Овал 23"/>
          <p:cNvSpPr/>
          <p:nvPr/>
        </p:nvSpPr>
        <p:spPr>
          <a:xfrm>
            <a:off x="185760" y="238140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Овал 29"/>
          <p:cNvSpPr/>
          <p:nvPr/>
        </p:nvSpPr>
        <p:spPr>
          <a:xfrm>
            <a:off x="185760" y="38606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96768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96768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4080" y="22924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4080" y="282528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37778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431064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Прямоугольник со скругленными углами 3"/>
          <p:cNvSpPr/>
          <p:nvPr/>
        </p:nvSpPr>
        <p:spPr>
          <a:xfrm>
            <a:off x="50846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421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Прямоугольник: скругленные углы 20"/>
          <p:cNvSpPr/>
          <p:nvPr/>
        </p:nvSpPr>
        <p:spPr>
          <a:xfrm>
            <a:off x="506520" y="14846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4" name="TextBox 10"/>
          <p:cNvSpPr/>
          <p:nvPr/>
        </p:nvSpPr>
        <p:spPr>
          <a:xfrm>
            <a:off x="624240" y="16167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624240" y="24004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Прямоугольник: скругленные углы 29"/>
          <p:cNvSpPr/>
          <p:nvPr/>
        </p:nvSpPr>
        <p:spPr>
          <a:xfrm>
            <a:off x="3309120" y="20660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7" name="TextBox 10"/>
          <p:cNvSpPr/>
          <p:nvPr/>
        </p:nvSpPr>
        <p:spPr>
          <a:xfrm>
            <a:off x="3426840" y="21981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3426840" y="29818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9" name="Прямоугольник: скругленные углы 36"/>
          <p:cNvSpPr/>
          <p:nvPr/>
        </p:nvSpPr>
        <p:spPr>
          <a:xfrm>
            <a:off x="6111720" y="265932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0" name="TextBox 10"/>
          <p:cNvSpPr/>
          <p:nvPr/>
        </p:nvSpPr>
        <p:spPr>
          <a:xfrm>
            <a:off x="6229440" y="279144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6229440" y="357480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2" name="TextBox 39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57200" y="22860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Прямоугольник: скругленные углы 12"/>
          <p:cNvSpPr/>
          <p:nvPr/>
        </p:nvSpPr>
        <p:spPr>
          <a:xfrm>
            <a:off x="3601800" y="3271680"/>
            <a:ext cx="5236200" cy="132084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Прямоугольник: скругленные углы 11"/>
          <p:cNvSpPr/>
          <p:nvPr/>
        </p:nvSpPr>
        <p:spPr>
          <a:xfrm>
            <a:off x="6308640" y="1028880"/>
            <a:ext cx="2532960" cy="205668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6" name="Прямоугольник: скругленные углы 2"/>
          <p:cNvSpPr/>
          <p:nvPr/>
        </p:nvSpPr>
        <p:spPr>
          <a:xfrm>
            <a:off x="3604320" y="1014480"/>
            <a:ext cx="2532960" cy="205668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10"/>
          <p:cNvSpPr/>
          <p:nvPr/>
        </p:nvSpPr>
        <p:spPr>
          <a:xfrm>
            <a:off x="3696480" y="1059120"/>
            <a:ext cx="23432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3696480" y="1843560"/>
            <a:ext cx="234324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6400080" y="1059120"/>
            <a:ext cx="234000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6400080" y="1843560"/>
            <a:ext cx="234000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3696480" y="3362040"/>
            <a:ext cx="5236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696480" y="3713400"/>
            <a:ext cx="514656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Прямоугольник со скругленными углами 3"/>
          <p:cNvSpPr/>
          <p:nvPr/>
        </p:nvSpPr>
        <p:spPr>
          <a:xfrm>
            <a:off x="384840" y="1028880"/>
            <a:ext cx="3002400" cy="35640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313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3040" cy="3604680"/>
          </a:xfrm>
          <a:prstGeom prst="rect">
            <a:avLst/>
          </a:prstGeom>
          <a:ln w="0">
            <a:noFill/>
          </a:ln>
        </p:spPr>
      </p:pic>
      <p:sp>
        <p:nvSpPr>
          <p:cNvPr id="87" name="Овал 1"/>
          <p:cNvSpPr/>
          <p:nvPr/>
        </p:nvSpPr>
        <p:spPr>
          <a:xfrm>
            <a:off x="4157640" y="631080"/>
            <a:ext cx="899280" cy="89928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8" name="Овал 23"/>
          <p:cNvSpPr/>
          <p:nvPr/>
        </p:nvSpPr>
        <p:spPr>
          <a:xfrm>
            <a:off x="4157640" y="2127600"/>
            <a:ext cx="899280" cy="88740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9" name="Овал 29"/>
          <p:cNvSpPr/>
          <p:nvPr/>
        </p:nvSpPr>
        <p:spPr>
          <a:xfrm>
            <a:off x="4157640" y="3612240"/>
            <a:ext cx="899280" cy="89928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5146560" y="4896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5146560" y="1025280"/>
            <a:ext cx="357876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2960" y="19854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2960" y="2517840"/>
            <a:ext cx="357876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347076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4003560"/>
            <a:ext cx="357876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4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64600" y="228600"/>
            <a:ext cx="3657240" cy="20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Овал 1"/>
          <p:cNvSpPr/>
          <p:nvPr/>
        </p:nvSpPr>
        <p:spPr>
          <a:xfrm>
            <a:off x="423864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Овал 23"/>
          <p:cNvSpPr/>
          <p:nvPr/>
        </p:nvSpPr>
        <p:spPr>
          <a:xfrm>
            <a:off x="4238640" y="224388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Овал 29"/>
          <p:cNvSpPr/>
          <p:nvPr/>
        </p:nvSpPr>
        <p:spPr>
          <a:xfrm>
            <a:off x="4238640" y="366732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502020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2" name="TextBox 10"/>
          <p:cNvSpPr/>
          <p:nvPr/>
        </p:nvSpPr>
        <p:spPr>
          <a:xfrm>
            <a:off x="502020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5016600" y="215532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5016600" y="268776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5016600" y="35848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016600" y="411732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Прямоугольник со скругленными углами 3"/>
          <p:cNvSpPr/>
          <p:nvPr/>
        </p:nvSpPr>
        <p:spPr>
          <a:xfrm>
            <a:off x="3848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300600" y="228600"/>
            <a:ext cx="8614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Прямоугольник со скругленными углами 3"/>
          <p:cNvSpPr/>
          <p:nvPr/>
        </p:nvSpPr>
        <p:spPr>
          <a:xfrm>
            <a:off x="0" y="3075480"/>
            <a:ext cx="9143280" cy="24948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Прямоугольник: скругленные углы 20"/>
          <p:cNvSpPr/>
          <p:nvPr/>
        </p:nvSpPr>
        <p:spPr>
          <a:xfrm>
            <a:off x="474840" y="84168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2" name="TextBox 10"/>
          <p:cNvSpPr/>
          <p:nvPr/>
        </p:nvSpPr>
        <p:spPr>
          <a:xfrm>
            <a:off x="592920" y="97380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3" name="TextBox 10"/>
          <p:cNvSpPr/>
          <p:nvPr/>
        </p:nvSpPr>
        <p:spPr>
          <a:xfrm>
            <a:off x="592920" y="175752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4" name="Прямоугольник: скругленные углы 29"/>
          <p:cNvSpPr/>
          <p:nvPr/>
        </p:nvSpPr>
        <p:spPr>
          <a:xfrm>
            <a:off x="3309120" y="84168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5" name="TextBox 10"/>
          <p:cNvSpPr/>
          <p:nvPr/>
        </p:nvSpPr>
        <p:spPr>
          <a:xfrm>
            <a:off x="3426840" y="97380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6" name="TextBox 10"/>
          <p:cNvSpPr/>
          <p:nvPr/>
        </p:nvSpPr>
        <p:spPr>
          <a:xfrm>
            <a:off x="3426840" y="175752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7" name="Прямоугольник: скругленные углы 36"/>
          <p:cNvSpPr/>
          <p:nvPr/>
        </p:nvSpPr>
        <p:spPr>
          <a:xfrm>
            <a:off x="6143040" y="84168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8" name="TextBox 10"/>
          <p:cNvSpPr/>
          <p:nvPr/>
        </p:nvSpPr>
        <p:spPr>
          <a:xfrm>
            <a:off x="6260760" y="97380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9" name="TextBox 10"/>
          <p:cNvSpPr/>
          <p:nvPr/>
        </p:nvSpPr>
        <p:spPr>
          <a:xfrm>
            <a:off x="6260760" y="175752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0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7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457200" y="349200"/>
            <a:ext cx="8457840" cy="10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3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24" name="Рисунок 11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2305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2025-06-19T14:52:43Z</dcterms:modified>
  <cp:revision>60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