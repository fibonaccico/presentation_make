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26E517A-D074-419D-A4EF-F1BEB3F0D01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4F411F-BE87-497D-AB7E-B713E5D6C2B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2B9057-6388-4AEF-83E3-A743A89D600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F05813-91D5-4869-970F-3672B2C6A8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03A023-6D12-4FA6-9AF9-A7DE8CE4A7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B2AF28-9FF3-4B1A-A287-466D533A1B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5A69D9-0955-44E6-8EBF-22D3C27E91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D07FAA-0B9D-40E9-8F92-9DC656663F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2E9E93-329D-4217-9CE5-8036C3FCCD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27F956-DBC0-4FC9-A71C-D9FF01FB63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2FE660-5D44-42E4-8A37-86C5A56F32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8A336A-B860-46E4-8EC5-761E403332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69B2EE-05E0-4241-AF56-DAADE452A5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4E1C6C-02EC-4AEB-9D01-0002DB4841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C327A2-BE3D-4AD3-9CC7-4877C2A2AA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5570F8-EC91-4F38-98C0-40DF357E558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0" y="3075480"/>
            <a:ext cx="9142920" cy="24944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24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2025-09-17T11:49:01Z</dcterms:modified>
  <cp:revision>61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