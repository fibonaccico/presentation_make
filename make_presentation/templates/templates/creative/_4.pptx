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9C01282-2F2A-4B38-B478-BF59BB834A3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FDD543-F75D-4D37-AFA6-2A6647F07CDC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90BEBD-615E-4090-9DE2-9F04D4ACFE1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F46830-D4A6-4002-9C78-D32A90EE3A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D9D2C1-54EB-4DF0-AD9D-FBFDBC001A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E3D6F4-59F3-4F87-AE3B-AE2681EE0B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176A8C-FD39-418F-A172-4827804123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B99C85-611E-4E5B-AB71-35EBE65D31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764E29-969E-469E-9EA1-00245FBC25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27E133-34F2-4238-AABB-8D2655CD8D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E79D50-91C2-4E15-86B9-9B8966EE82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676FFE-2BD9-43A2-895D-2E028B98AF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964DE3-D947-4134-805E-215CC97C5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1C7A2C-9BC5-4567-B78A-50283F5140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CC790C-1CC3-44ED-B762-E7F1FC74F5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82894A-1645-46D3-BF5A-768A1899BC9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8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8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81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2306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2025-06-19T14:49:39Z</dcterms:modified>
  <cp:revision>63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