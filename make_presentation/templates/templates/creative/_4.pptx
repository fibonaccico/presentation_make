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4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7D57273A-C88E-4FFB-82D4-5C4CDDD15CB7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71258F6-D638-4FEE-89BA-444620727CCF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6AB6F43-5431-4D4C-8673-B2A9809F424C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8FA07D-2577-4C88-9C6B-545840952F3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7727AA-0B7E-4316-9465-D41907BF9B0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BA3E1C-FDE7-4030-8504-DCD27B31662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649964-3781-4935-8DB6-D0B992FA012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F47444-9E52-4D2A-9640-37575E772EC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6920" cy="829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3F21107-C53F-46D0-A6FE-BC1CAE272C4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5A5D183-D5D7-42BA-9F8A-A0826310823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6DA880-8FBC-4F52-B5A8-7BFA534BF0E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8E7877-BDEE-4EBF-8E6F-805363DE33A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182D67-7A71-4D89-808F-70AAC2C60F2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19E059-3270-4542-9501-C4DEE0C8A91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7BF016-5726-4FC7-951A-6867F55FDAA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20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A06D2BF-A505-4FC1-B188-429D7FDCED75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5"/>
          <p:cNvSpPr/>
          <p:nvPr/>
        </p:nvSpPr>
        <p:spPr>
          <a:xfrm>
            <a:off x="460080" y="4445640"/>
            <a:ext cx="2998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pic>
        <p:nvPicPr>
          <p:cNvPr id="49" name="Рисунок 5" descr=""/>
          <p:cNvPicPr/>
          <p:nvPr/>
        </p:nvPicPr>
        <p:blipFill>
          <a:blip r:embed="rId1"/>
          <a:stretch/>
        </p:blipFill>
        <p:spPr>
          <a:xfrm>
            <a:off x="2423160" y="4446360"/>
            <a:ext cx="290520" cy="290520"/>
          </a:xfrm>
          <a:prstGeom prst="rect">
            <a:avLst/>
          </a:prstGeom>
          <a:ln w="0">
            <a:noFill/>
          </a:ln>
        </p:spPr>
      </p:pic>
      <p:sp>
        <p:nvSpPr>
          <p:cNvPr id="50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51" name="Рисунок 3" descr=""/>
          <p:cNvPicPr/>
          <p:nvPr/>
        </p:nvPicPr>
        <p:blipFill>
          <a:blip r:embed="rId2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  <p:sp>
        <p:nvSpPr>
          <p:cNvPr id="53" name="Овал 1"/>
          <p:cNvSpPr/>
          <p:nvPr/>
        </p:nvSpPr>
        <p:spPr>
          <a:xfrm>
            <a:off x="18576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Овал 23"/>
          <p:cNvSpPr/>
          <p:nvPr/>
        </p:nvSpPr>
        <p:spPr>
          <a:xfrm>
            <a:off x="185760" y="238140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" name="Овал 29"/>
          <p:cNvSpPr/>
          <p:nvPr/>
        </p:nvSpPr>
        <p:spPr>
          <a:xfrm>
            <a:off x="185760" y="38606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768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768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22924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282528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964080" y="37778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1" name="TextBox 10"/>
          <p:cNvSpPr/>
          <p:nvPr/>
        </p:nvSpPr>
        <p:spPr>
          <a:xfrm>
            <a:off x="964080" y="431064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2" name="Прямоугольник со скругленными углами 3"/>
          <p:cNvSpPr/>
          <p:nvPr/>
        </p:nvSpPr>
        <p:spPr>
          <a:xfrm>
            <a:off x="50846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21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Прямоугольник: скругленные углы 20"/>
          <p:cNvSpPr/>
          <p:nvPr/>
        </p:nvSpPr>
        <p:spPr>
          <a:xfrm>
            <a:off x="506520" y="14846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" name="TextBox 10"/>
          <p:cNvSpPr/>
          <p:nvPr/>
        </p:nvSpPr>
        <p:spPr>
          <a:xfrm>
            <a:off x="624240" y="16167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24240" y="24004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8" name="Прямоугольник: скругленные углы 29"/>
          <p:cNvSpPr/>
          <p:nvPr/>
        </p:nvSpPr>
        <p:spPr>
          <a:xfrm>
            <a:off x="3309120" y="20660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9" name="TextBox 10"/>
          <p:cNvSpPr/>
          <p:nvPr/>
        </p:nvSpPr>
        <p:spPr>
          <a:xfrm>
            <a:off x="3426840" y="21981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3426840" y="29818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1" name="Прямоугольник: скругленные углы 36"/>
          <p:cNvSpPr/>
          <p:nvPr/>
        </p:nvSpPr>
        <p:spPr>
          <a:xfrm>
            <a:off x="6111720" y="265932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10"/>
          <p:cNvSpPr/>
          <p:nvPr/>
        </p:nvSpPr>
        <p:spPr>
          <a:xfrm>
            <a:off x="6229440" y="279144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6229440" y="357480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4" name="TextBox 39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457200" y="22860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Прямоугольник 5"/>
          <p:cNvSpPr/>
          <p:nvPr/>
        </p:nvSpPr>
        <p:spPr>
          <a:xfrm>
            <a:off x="1640880" y="4489920"/>
            <a:ext cx="29984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8" name="Изображение 40"/>
          <p:cNvSpPr/>
          <p:nvPr/>
        </p:nvSpPr>
        <p:spPr>
          <a:xfrm>
            <a:off x="867240" y="3488040"/>
            <a:ext cx="256320" cy="25632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79" name="Рисунок 10" descr=""/>
          <p:cNvPicPr/>
          <p:nvPr/>
        </p:nvPicPr>
        <p:blipFill>
          <a:blip r:embed="rId2"/>
          <a:srcRect l="0" t="30398" r="0" b="28998"/>
          <a:stretch/>
        </p:blipFill>
        <p:spPr>
          <a:xfrm>
            <a:off x="351000" y="3691440"/>
            <a:ext cx="1288800" cy="1132920"/>
          </a:xfrm>
          <a:prstGeom prst="rect">
            <a:avLst/>
          </a:prstGeom>
          <a:ln w="0">
            <a:noFill/>
          </a:ln>
        </p:spPr>
      </p:pic>
      <p:sp>
        <p:nvSpPr>
          <p:cNvPr id="80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81" name="Рисунок 11" descr=""/>
          <p:cNvPicPr/>
          <p:nvPr/>
        </p:nvPicPr>
        <p:blipFill>
          <a:blip r:embed="rId3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2306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2025-09-17T11:42:58Z</dcterms:modified>
  <cp:revision>64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