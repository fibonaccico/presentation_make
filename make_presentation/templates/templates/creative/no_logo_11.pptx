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</a:t>
            </a:r>
            <a:r>
              <a:rPr b="0" lang="en-US" sz="4400" spc="-1" strike="noStrike">
                <a:latin typeface="Arial"/>
              </a:rPr>
              <a:t>move </a:t>
            </a:r>
            <a:r>
              <a:rPr b="0" lang="en-US" sz="4400" spc="-1" strike="noStrike">
                <a:latin typeface="Arial"/>
              </a:rPr>
              <a:t>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</a:t>
            </a:r>
            <a:r>
              <a:rPr b="0" lang="en-US" sz="2000" spc="-1" strike="noStrike">
                <a:latin typeface="Arial"/>
              </a:rPr>
              <a:t>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41EB3D1B-E029-4102-9166-AA9C888CE77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01911A1-EDD5-40D3-91B9-AD173B1FBBBF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798A72-254E-4A33-BA9C-E417995127BA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292FD9-B167-4393-8E97-544226947F52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479499-44A2-47AC-BBD2-11730305B9D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B60E10-465F-41F9-82FC-0A4B7557BD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C72A33-5BC4-4278-90D5-75C199E432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46EBF15-9823-432C-B7C1-1A53D2BB91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245D90-3641-420E-BEE3-1BC318A11D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CED86B-ADE9-4969-B8F1-B79F235779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280" cy="8298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4E1421-9B91-4BD5-8769-7A22617686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28D9CB-2F62-47AC-81F9-EB8A750D54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D11C95-D3F6-4B7A-B7AE-165AC6BFA1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5E15ED-1BB7-437C-94C1-EC616595F6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9B4D83-3A2C-408B-A5FA-353E8D9B2F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E9D9F48-F3FE-4BC7-8405-21AFD8CD119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8F2F87-61E6-4109-9928-D016E99C9C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e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280" cy="178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latin typeface="Arial"/>
              </a:rPr>
              <a:t>Cli</a:t>
            </a:r>
            <a:r>
              <a:rPr b="0" lang="en-US" sz="1800" spc="-1" strike="noStrike">
                <a:latin typeface="Arial"/>
              </a:rPr>
              <a:t>ck </a:t>
            </a:r>
            <a:r>
              <a:rPr b="0" lang="en-US" sz="1800" spc="-1" strike="noStrike">
                <a:latin typeface="Arial"/>
              </a:rPr>
              <a:t>to </a:t>
            </a:r>
            <a:r>
              <a:rPr b="0" lang="en-US" sz="1800" spc="-1" strike="noStrike">
                <a:latin typeface="Arial"/>
              </a:rPr>
              <a:t>edi</a:t>
            </a:r>
            <a:r>
              <a:rPr b="0" lang="en-US" sz="1800" spc="-1" strike="noStrike">
                <a:latin typeface="Arial"/>
              </a:rPr>
              <a:t>t </a:t>
            </a:r>
            <a:r>
              <a:rPr b="0" lang="en-US" sz="1800" spc="-1" strike="noStrike">
                <a:latin typeface="Arial"/>
              </a:rPr>
              <a:t>th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titl</a:t>
            </a:r>
            <a:r>
              <a:rPr b="0" lang="en-US" sz="1800" spc="-1" strike="noStrike">
                <a:latin typeface="Arial"/>
              </a:rPr>
              <a:t>e </a:t>
            </a:r>
            <a:r>
              <a:rPr b="0" lang="en-US" sz="1800" spc="-1" strike="noStrike">
                <a:latin typeface="Arial"/>
              </a:rPr>
              <a:t>tex</a:t>
            </a:r>
            <a:r>
              <a:rPr b="0" lang="en-US" sz="1800" spc="-1" strike="noStrike">
                <a:latin typeface="Arial"/>
              </a:rPr>
              <a:t>t </a:t>
            </a:r>
            <a:r>
              <a:rPr b="0" lang="en-US" sz="1800" spc="-1" strike="noStrike">
                <a:latin typeface="Arial"/>
              </a:rPr>
              <a:t>for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556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43E6B8-39DB-42B0-9533-604B872A4659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6680" cy="273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49" name="Рисунок 3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17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  <p:sp>
        <p:nvSpPr>
          <p:cNvPr id="51" name="Овал 1"/>
          <p:cNvSpPr/>
          <p:nvPr/>
        </p:nvSpPr>
        <p:spPr>
          <a:xfrm>
            <a:off x="18576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Овал 23"/>
          <p:cNvSpPr/>
          <p:nvPr/>
        </p:nvSpPr>
        <p:spPr>
          <a:xfrm>
            <a:off x="185760" y="238140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Овал 29"/>
          <p:cNvSpPr/>
          <p:nvPr/>
        </p:nvSpPr>
        <p:spPr>
          <a:xfrm>
            <a:off x="185760" y="38606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TextBox 10"/>
          <p:cNvSpPr/>
          <p:nvPr/>
        </p:nvSpPr>
        <p:spPr>
          <a:xfrm>
            <a:off x="96768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5" name="TextBox 10"/>
          <p:cNvSpPr/>
          <p:nvPr/>
        </p:nvSpPr>
        <p:spPr>
          <a:xfrm>
            <a:off x="96768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964080" y="22924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964080" y="282528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964080" y="37778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964080" y="431064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Прямоугольник со скругленными углами 3"/>
          <p:cNvSpPr/>
          <p:nvPr/>
        </p:nvSpPr>
        <p:spPr>
          <a:xfrm>
            <a:off x="50846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21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: скругленные углы 20"/>
          <p:cNvSpPr/>
          <p:nvPr/>
        </p:nvSpPr>
        <p:spPr>
          <a:xfrm>
            <a:off x="506520" y="14846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" name="TextBox 10"/>
          <p:cNvSpPr/>
          <p:nvPr/>
        </p:nvSpPr>
        <p:spPr>
          <a:xfrm>
            <a:off x="624240" y="16167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624240" y="24004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Прямоугольник: скругленные углы 29"/>
          <p:cNvSpPr/>
          <p:nvPr/>
        </p:nvSpPr>
        <p:spPr>
          <a:xfrm>
            <a:off x="3309120" y="206604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" name="TextBox 10"/>
          <p:cNvSpPr/>
          <p:nvPr/>
        </p:nvSpPr>
        <p:spPr>
          <a:xfrm>
            <a:off x="3426840" y="219816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426840" y="298188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9" name="Прямоугольник: скругленные углы 36"/>
          <p:cNvSpPr/>
          <p:nvPr/>
        </p:nvSpPr>
        <p:spPr>
          <a:xfrm>
            <a:off x="6111720" y="265932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0" name="TextBox 10"/>
          <p:cNvSpPr/>
          <p:nvPr/>
        </p:nvSpPr>
        <p:spPr>
          <a:xfrm>
            <a:off x="6229440" y="279144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6229440" y="357480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2" name="TextBox 39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457200" y="228600"/>
            <a:ext cx="82292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Прямоугольник: скругленные углы 12"/>
          <p:cNvSpPr/>
          <p:nvPr/>
        </p:nvSpPr>
        <p:spPr>
          <a:xfrm>
            <a:off x="3601800" y="3271680"/>
            <a:ext cx="5236200" cy="1320840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5" name="Прямоугольник: скругленные углы 11"/>
          <p:cNvSpPr/>
          <p:nvPr/>
        </p:nvSpPr>
        <p:spPr>
          <a:xfrm>
            <a:off x="6308640" y="1028880"/>
            <a:ext cx="2532960" cy="205668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" name="Прямоугольник: скругленные углы 2"/>
          <p:cNvSpPr/>
          <p:nvPr/>
        </p:nvSpPr>
        <p:spPr>
          <a:xfrm>
            <a:off x="3604320" y="1014480"/>
            <a:ext cx="2532960" cy="205668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10"/>
          <p:cNvSpPr/>
          <p:nvPr/>
        </p:nvSpPr>
        <p:spPr>
          <a:xfrm>
            <a:off x="3696480" y="1059120"/>
            <a:ext cx="234324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3696480" y="1843560"/>
            <a:ext cx="234324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6400080" y="1059120"/>
            <a:ext cx="234000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0" name="TextBox 10"/>
          <p:cNvSpPr/>
          <p:nvPr/>
        </p:nvSpPr>
        <p:spPr>
          <a:xfrm>
            <a:off x="6400080" y="1843560"/>
            <a:ext cx="234000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1" name="TextBox 10"/>
          <p:cNvSpPr/>
          <p:nvPr/>
        </p:nvSpPr>
        <p:spPr>
          <a:xfrm>
            <a:off x="3696480" y="3362040"/>
            <a:ext cx="52362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3696480" y="3713400"/>
            <a:ext cx="51465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3" name="Прямоугольник со скругленными углами 3"/>
          <p:cNvSpPr/>
          <p:nvPr/>
        </p:nvSpPr>
        <p:spPr>
          <a:xfrm>
            <a:off x="384840" y="1028880"/>
            <a:ext cx="3002400" cy="35640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4" name="TextBox 15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4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313200" y="228600"/>
            <a:ext cx="8457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Рисунок 15" descr=""/>
          <p:cNvPicPr/>
          <p:nvPr/>
        </p:nvPicPr>
        <p:blipFill>
          <a:blip r:embed="rId1"/>
          <a:stretch/>
        </p:blipFill>
        <p:spPr>
          <a:xfrm>
            <a:off x="-877680" y="2245320"/>
            <a:ext cx="4613040" cy="3604680"/>
          </a:xfrm>
          <a:prstGeom prst="rect">
            <a:avLst/>
          </a:prstGeom>
          <a:ln w="0">
            <a:noFill/>
          </a:ln>
        </p:spPr>
      </p:pic>
      <p:sp>
        <p:nvSpPr>
          <p:cNvPr id="87" name="Овал 1"/>
          <p:cNvSpPr/>
          <p:nvPr/>
        </p:nvSpPr>
        <p:spPr>
          <a:xfrm>
            <a:off x="4157640" y="63108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Овал 23"/>
          <p:cNvSpPr/>
          <p:nvPr/>
        </p:nvSpPr>
        <p:spPr>
          <a:xfrm>
            <a:off x="4157640" y="2127600"/>
            <a:ext cx="899280" cy="88740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9" name="Овал 29"/>
          <p:cNvSpPr/>
          <p:nvPr/>
        </p:nvSpPr>
        <p:spPr>
          <a:xfrm>
            <a:off x="4157640" y="3612240"/>
            <a:ext cx="899280" cy="899280"/>
          </a:xfrm>
          <a:prstGeom prst="ellipse">
            <a:avLst/>
          </a:prstGeom>
          <a:noFill/>
          <a:ln>
            <a:solidFill>
              <a:srgbClr val="3e44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3e443e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5146560" y="4896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1" name="TextBox 10"/>
          <p:cNvSpPr/>
          <p:nvPr/>
        </p:nvSpPr>
        <p:spPr>
          <a:xfrm>
            <a:off x="5146560" y="1025280"/>
            <a:ext cx="357876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5142960" y="198540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5142960" y="2517840"/>
            <a:ext cx="357876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5142960" y="3470760"/>
            <a:ext cx="357876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5" name="TextBox 10"/>
          <p:cNvSpPr/>
          <p:nvPr/>
        </p:nvSpPr>
        <p:spPr>
          <a:xfrm>
            <a:off x="5142960" y="4003560"/>
            <a:ext cx="357876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6" name="TextBox 14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5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64600" y="228600"/>
            <a:ext cx="3657240" cy="20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Овал 1"/>
          <p:cNvSpPr/>
          <p:nvPr/>
        </p:nvSpPr>
        <p:spPr>
          <a:xfrm>
            <a:off x="4238640" y="83124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Овал 23"/>
          <p:cNvSpPr/>
          <p:nvPr/>
        </p:nvSpPr>
        <p:spPr>
          <a:xfrm>
            <a:off x="4238640" y="2243880"/>
            <a:ext cx="899280" cy="88740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0" name="Овал 29"/>
          <p:cNvSpPr/>
          <p:nvPr/>
        </p:nvSpPr>
        <p:spPr>
          <a:xfrm>
            <a:off x="4238640" y="3667320"/>
            <a:ext cx="899280" cy="899280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Calibri"/>
                <a:ea typeface="DejaVu Sans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1" name="TextBox 10"/>
          <p:cNvSpPr/>
          <p:nvPr/>
        </p:nvSpPr>
        <p:spPr>
          <a:xfrm>
            <a:off x="5020200" y="79704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5020200" y="1332720"/>
            <a:ext cx="376452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5016600" y="215532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5016600" y="2687760"/>
            <a:ext cx="376452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5" name="TextBox 10"/>
          <p:cNvSpPr/>
          <p:nvPr/>
        </p:nvSpPr>
        <p:spPr>
          <a:xfrm>
            <a:off x="5016600" y="3584880"/>
            <a:ext cx="376452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6" name="TextBox 10"/>
          <p:cNvSpPr/>
          <p:nvPr/>
        </p:nvSpPr>
        <p:spPr>
          <a:xfrm>
            <a:off x="5016600" y="4117320"/>
            <a:ext cx="376452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7" name="Прямоугольник со скругленными углами 3"/>
          <p:cNvSpPr/>
          <p:nvPr/>
        </p:nvSpPr>
        <p:spPr>
          <a:xfrm>
            <a:off x="384840" y="987840"/>
            <a:ext cx="3687480" cy="349668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6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300600" y="228600"/>
            <a:ext cx="8614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Прямоугольник со скругленными углами 3"/>
          <p:cNvSpPr/>
          <p:nvPr/>
        </p:nvSpPr>
        <p:spPr>
          <a:xfrm>
            <a:off x="0" y="3075480"/>
            <a:ext cx="9143280" cy="249480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1" name="Прямоугольник: скругленные углы 20"/>
          <p:cNvSpPr/>
          <p:nvPr/>
        </p:nvSpPr>
        <p:spPr>
          <a:xfrm>
            <a:off x="47484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TextBox 10"/>
          <p:cNvSpPr/>
          <p:nvPr/>
        </p:nvSpPr>
        <p:spPr>
          <a:xfrm>
            <a:off x="59292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59292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" name="Прямоугольник: скругленные углы 29"/>
          <p:cNvSpPr/>
          <p:nvPr/>
        </p:nvSpPr>
        <p:spPr>
          <a:xfrm>
            <a:off x="330912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" name="TextBox 10"/>
          <p:cNvSpPr/>
          <p:nvPr/>
        </p:nvSpPr>
        <p:spPr>
          <a:xfrm>
            <a:off x="342684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42684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Прямоугольник: скругленные углы 36"/>
          <p:cNvSpPr/>
          <p:nvPr/>
        </p:nvSpPr>
        <p:spPr>
          <a:xfrm>
            <a:off x="6143040" y="841680"/>
            <a:ext cx="2556720" cy="2055240"/>
          </a:xfrm>
          <a:prstGeom prst="roundRect">
            <a:avLst>
              <a:gd name="adj" fmla="val 12353"/>
            </a:avLst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TextBox 10"/>
          <p:cNvSpPr/>
          <p:nvPr/>
        </p:nvSpPr>
        <p:spPr>
          <a:xfrm>
            <a:off x="6260760" y="973800"/>
            <a:ext cx="2289600" cy="7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6260760" y="1757520"/>
            <a:ext cx="2289600" cy="116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0" name="TextBox 13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7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457200" y="349200"/>
            <a:ext cx="8457840" cy="10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c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Прямоугольник: скругленные углы 15"/>
          <p:cNvSpPr/>
          <p:nvPr/>
        </p:nvSpPr>
        <p:spPr>
          <a:xfrm>
            <a:off x="5014080" y="250200"/>
            <a:ext cx="3820320" cy="462492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3" name="Прямоугольник: скругленные углы 16"/>
          <p:cNvSpPr/>
          <p:nvPr/>
        </p:nvSpPr>
        <p:spPr>
          <a:xfrm>
            <a:off x="329400" y="250200"/>
            <a:ext cx="4424760" cy="4624920"/>
          </a:xfrm>
          <a:prstGeom prst="roundRect">
            <a:avLst>
              <a:gd name="adj" fmla="val 62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TextBox 10"/>
          <p:cNvSpPr/>
          <p:nvPr/>
        </p:nvSpPr>
        <p:spPr>
          <a:xfrm>
            <a:off x="581760" y="82872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581760" y="1364400"/>
            <a:ext cx="3901680" cy="78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578160" y="215460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578160" y="2687040"/>
            <a:ext cx="3901680" cy="84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578160" y="3482280"/>
            <a:ext cx="3901680" cy="55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578160" y="4015080"/>
            <a:ext cx="3901680" cy="7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0" name="TextBox 10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8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493200" y="300600"/>
            <a:ext cx="4078440" cy="84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3"/>
          <p:cNvSpPr/>
          <p:nvPr/>
        </p:nvSpPr>
        <p:spPr>
          <a:xfrm>
            <a:off x="47916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Shape 3"/>
          <p:cNvSpPr/>
          <p:nvPr/>
        </p:nvSpPr>
        <p:spPr>
          <a:xfrm>
            <a:off x="344088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Shape 3"/>
          <p:cNvSpPr/>
          <p:nvPr/>
        </p:nvSpPr>
        <p:spPr>
          <a:xfrm>
            <a:off x="6402960" y="2886480"/>
            <a:ext cx="365040" cy="359640"/>
          </a:xfrm>
          <a:prstGeom prst="roundRect">
            <a:avLst>
              <a:gd name="adj" fmla="val 18669"/>
            </a:avLst>
          </a:prstGeom>
          <a:solidFill>
            <a:srgbClr val="ffc000"/>
          </a:solidFill>
          <a:ln w="762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Box 11"/>
          <p:cNvSpPr/>
          <p:nvPr/>
        </p:nvSpPr>
        <p:spPr>
          <a:xfrm>
            <a:off x="47916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6" name="TextBox 15"/>
          <p:cNvSpPr/>
          <p:nvPr/>
        </p:nvSpPr>
        <p:spPr>
          <a:xfrm>
            <a:off x="344088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7" name="TextBox 19"/>
          <p:cNvSpPr/>
          <p:nvPr/>
        </p:nvSpPr>
        <p:spPr>
          <a:xfrm>
            <a:off x="6402960" y="2883600"/>
            <a:ext cx="365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8" name="TextBox 10"/>
          <p:cNvSpPr/>
          <p:nvPr/>
        </p:nvSpPr>
        <p:spPr>
          <a:xfrm>
            <a:off x="858960" y="2571840"/>
            <a:ext cx="23547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39" name="TextBox 10"/>
          <p:cNvSpPr/>
          <p:nvPr/>
        </p:nvSpPr>
        <p:spPr>
          <a:xfrm>
            <a:off x="858960" y="3356280"/>
            <a:ext cx="235476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3821040" y="2571840"/>
            <a:ext cx="235476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3821040" y="3356280"/>
            <a:ext cx="235476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6782760" y="2571840"/>
            <a:ext cx="22939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142111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3" name="TextBox 10"/>
          <p:cNvSpPr/>
          <p:nvPr/>
        </p:nvSpPr>
        <p:spPr>
          <a:xfrm>
            <a:off x="6782760" y="3356280"/>
            <a:ext cx="22939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44" name="Прямоугольник со скругленными углами 3"/>
          <p:cNvSpPr/>
          <p:nvPr/>
        </p:nvSpPr>
        <p:spPr>
          <a:xfrm>
            <a:off x="0" y="-478800"/>
            <a:ext cx="9143280" cy="2327760"/>
          </a:xfrm>
          <a:prstGeom prst="roundRect">
            <a:avLst>
              <a:gd name="adj" fmla="val 12297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5" name="TextBox 20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9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228600" y="2057400"/>
            <a:ext cx="8686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Прямоугольник со скругленными углами 3"/>
          <p:cNvSpPr/>
          <p:nvPr/>
        </p:nvSpPr>
        <p:spPr>
          <a:xfrm>
            <a:off x="0" y="-478800"/>
            <a:ext cx="9143280" cy="1765800"/>
          </a:xfrm>
          <a:prstGeom prst="roundRect">
            <a:avLst>
              <a:gd name="adj" fmla="val 1229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8" name="TextBox 10"/>
          <p:cNvSpPr/>
          <p:nvPr/>
        </p:nvSpPr>
        <p:spPr>
          <a:xfrm>
            <a:off x="384840" y="17262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49" name="TextBox 10"/>
          <p:cNvSpPr/>
          <p:nvPr/>
        </p:nvSpPr>
        <p:spPr>
          <a:xfrm>
            <a:off x="384840" y="26110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3239280" y="17262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1" name="TextBox 10"/>
          <p:cNvSpPr/>
          <p:nvPr/>
        </p:nvSpPr>
        <p:spPr>
          <a:xfrm>
            <a:off x="3239280" y="26110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2" name="TextBox 10"/>
          <p:cNvSpPr/>
          <p:nvPr/>
        </p:nvSpPr>
        <p:spPr>
          <a:xfrm>
            <a:off x="6093720" y="1726200"/>
            <a:ext cx="2664720" cy="71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142111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53" name="TextBox 10"/>
          <p:cNvSpPr/>
          <p:nvPr/>
        </p:nvSpPr>
        <p:spPr>
          <a:xfrm>
            <a:off x="6093720" y="2611080"/>
            <a:ext cx="2664720" cy="156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3e443e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3e443e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54" name="Прямая соединительная линия 2"/>
          <p:cNvSpPr/>
          <p:nvPr/>
        </p:nvSpPr>
        <p:spPr>
          <a:xfrm>
            <a:off x="3149280" y="1791000"/>
            <a:ext cx="360" cy="238536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5" name="Прямая соединительная линия 11"/>
          <p:cNvSpPr/>
          <p:nvPr/>
        </p:nvSpPr>
        <p:spPr>
          <a:xfrm>
            <a:off x="6014520" y="1791000"/>
            <a:ext cx="360" cy="238536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Прямая соединительная линия 30"/>
          <p:cNvSpPr/>
          <p:nvPr/>
        </p:nvSpPr>
        <p:spPr>
          <a:xfrm flipH="1">
            <a:off x="485640" y="2525760"/>
            <a:ext cx="8365320" cy="36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7" name="TextBox 12"/>
          <p:cNvSpPr/>
          <p:nvPr/>
        </p:nvSpPr>
        <p:spPr>
          <a:xfrm>
            <a:off x="8519760" y="4831560"/>
            <a:ext cx="4845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ru-RU" sz="900" spc="-1" strike="noStrike">
                <a:solidFill>
                  <a:srgbClr val="3e443e"/>
                </a:solidFill>
                <a:latin typeface="Arial"/>
                <a:ea typeface="DejaVu Sans"/>
              </a:rPr>
              <a:t>10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313200" y="156600"/>
            <a:ext cx="8457840" cy="75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TITLE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Прямоугольник со скругленными углами 3"/>
          <p:cNvSpPr/>
          <p:nvPr/>
        </p:nvSpPr>
        <p:spPr>
          <a:xfrm>
            <a:off x="186840" y="178200"/>
            <a:ext cx="8769960" cy="475776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0" name="Прямоугольник 10"/>
          <p:cNvSpPr/>
          <p:nvPr/>
        </p:nvSpPr>
        <p:spPr>
          <a:xfrm>
            <a:off x="460080" y="622080"/>
            <a:ext cx="6925680" cy="33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1" lang="en-US" sz="6600" spc="-1" strike="noStrike">
                <a:solidFill>
                  <a:srgbClr val="ffc000"/>
                </a:solidFill>
                <a:latin typeface="Arial"/>
                <a:ea typeface="DejaVu Sans"/>
              </a:rPr>
              <a:t>TITLE</a:t>
            </a:r>
            <a:endParaRPr b="0" lang="en-US" sz="6600" spc="-1" strike="noStrike">
              <a:latin typeface="Arial"/>
            </a:endParaRPr>
          </a:p>
        </p:txBody>
      </p:sp>
      <p:pic>
        <p:nvPicPr>
          <p:cNvPr id="161" name="Рисунок 11" descr=""/>
          <p:cNvPicPr/>
          <p:nvPr/>
        </p:nvPicPr>
        <p:blipFill>
          <a:blip r:embed="rId1"/>
          <a:stretch/>
        </p:blipFill>
        <p:spPr>
          <a:xfrm>
            <a:off x="5753880" y="2557440"/>
            <a:ext cx="4009680" cy="313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2304</TotalTime>
  <Application>LibreOffice/7.3.7.2$Linux_X86_64 LibreOffice_project/30$Build-2</Application>
  <AppVersion>15.0000</AppVersion>
  <Words>148</Words>
  <Paragraphs>107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2025-06-19T14:51:59Z</dcterms:modified>
  <cp:revision>57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Экран (16:9)</vt:lpwstr>
  </property>
  <property fmtid="{D5CDD505-2E9C-101B-9397-08002B2CF9AE}" pid="4" name="Slides">
    <vt:i4>12</vt:i4>
  </property>
</Properties>
</file>