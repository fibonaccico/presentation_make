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notesSlides/_rels/notesSlide10.xml.rels" ContentType="application/vnd.openxmlformats-package.relationships+xml"/>
  <Override PartName="/ppt/notesSlides/_rels/notesSlide9.xml.rels" ContentType="application/vnd.openxmlformats-package.relationships+xml"/>
  <Override PartName="/ppt/notesSlides/_rels/notesSlide1.xml.rels" ContentType="application/vnd.openxmlformats-package.relationships+xml"/>
  <Override PartName="/ppt/notesSlides/notesSlide1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</p:sldIdLst>
  <p:sldSz cx="9144000" cy="51435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Click to move the slide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000" spc="-1" strike="noStrike">
                <a:latin typeface="Arial"/>
              </a:rPr>
              <a:t>Click to edit the notes format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00" spc="-1" strike="noStrike">
                <a:latin typeface="Times New Roman"/>
              </a:rPr>
              <a:t>&lt;header&gt;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dt" idx="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ftr" idx="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6" name="PlaceHolder 6"/>
          <p:cNvSpPr>
            <a:spLocks noGrp="1"/>
          </p:cNvSpPr>
          <p:nvPr>
            <p:ph type="sldNum" idx="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9E34FC44-FBA4-4CCD-94BA-D11F5D0A6F77}" type="slidenum">
              <a:rPr b="0" lang="en-US" sz="1400" spc="-1" strike="noStrike">
                <a:latin typeface="Times New Roman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5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52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ru-RU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A6EA24D8-D637-49ED-B6C0-48F547DAB584}" type="slidenum">
              <a:rPr b="0" lang="ru-RU" sz="1200" spc="-1" strike="noStrike">
                <a:latin typeface="Times New Roman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5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55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ru-RU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1871489E-7B27-469D-9D6C-C04AE5783E3D}" type="slidenum">
              <a:rPr b="0" lang="ru-RU" sz="1200" spc="-1" strike="noStrike">
                <a:latin typeface="Times New Roman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5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58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ru-RU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AEB35866-603C-4B5D-9704-D0F7C8B1EE9C}" type="slidenum">
              <a:rPr b="0" lang="ru-RU" sz="1200" spc="-1" strike="noStrike">
                <a:latin typeface="Times New Roman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3F2906F-EE72-4216-916C-A87E3F7010E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6920" cy="1789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888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2791803-0A54-4042-A19A-81913103686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6920" cy="1789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888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F1E6216-839A-4CDA-9233-19439F8EB02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6920" cy="1789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388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B28B4B4-F774-4725-B99A-C5E907D4ED9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6920" cy="1789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631AA37-C26B-47DE-8396-1B49A7FD0F7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1143000" y="841680"/>
            <a:ext cx="6856920" cy="8296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EF6EB1E-58BA-4594-9940-9D849F68A47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6920" cy="1789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388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276120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5FC1E71-7DEE-4369-BE6C-DDD1FD1F9CB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6920" cy="1789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3880" y="120348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3880" y="276120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623B89D-869C-4EBC-A03E-B53CDA64D19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6920" cy="1789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3880" y="120348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2761200"/>
            <a:ext cx="822888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58EC8C9-A969-48EE-9FC7-2D7777570E1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6920" cy="1789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888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2761200"/>
            <a:ext cx="822888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C8E8B94-2BCC-4433-9688-C7231E9B7F7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6920" cy="1789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3880" y="120348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276120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3880" y="276120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A86A0A8-1C3F-48E7-834B-B9B36ACCB8B8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6920" cy="1789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264960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203480"/>
            <a:ext cx="264960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203480"/>
            <a:ext cx="264960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2761200"/>
            <a:ext cx="264960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2761200"/>
            <a:ext cx="264960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2761200"/>
            <a:ext cx="264960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C498F8B-555D-4A07-A01F-E539210584E2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cfe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6920" cy="1789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latin typeface="Arial"/>
              </a:rPr>
              <a:t>Click to edit the title text format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88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Click to edit the outline text format</a:t>
            </a:r>
            <a:endParaRPr b="0" lang="en-US" sz="18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latin typeface="Arial"/>
              </a:rPr>
              <a:t>Second Outline Level</a:t>
            </a:r>
            <a:endParaRPr b="0" lang="en-US" sz="1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Third Outline Level</a:t>
            </a:r>
            <a:endParaRPr b="0" lang="en-US" sz="18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latin typeface="Arial"/>
              </a:rPr>
              <a:t>Fourth Outline Level</a:t>
            </a:r>
            <a:endParaRPr b="0" lang="en-US" sz="18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Fifth Outline Level</a:t>
            </a:r>
            <a:endParaRPr b="0" lang="en-US" sz="18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Sixth Outline Level</a:t>
            </a:r>
            <a:endParaRPr b="0" lang="en-US" sz="18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Seventh Outline Level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1"/>
          </p:nvPr>
        </p:nvSpPr>
        <p:spPr>
          <a:xfrm>
            <a:off x="3029040" y="4767120"/>
            <a:ext cx="3085200" cy="27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ctr">
              <a:lnSpc>
                <a:spcPct val="100000"/>
              </a:lnSpc>
              <a:buNone/>
              <a:defRPr b="0" lang="en-US" sz="1400" spc="-1" strike="noStrike">
                <a:latin typeface="Times New Roman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2"/>
          </p:nvPr>
        </p:nvSpPr>
        <p:spPr>
          <a:xfrm>
            <a:off x="6458040" y="4767120"/>
            <a:ext cx="2056320" cy="27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9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28DF05B0-BFDB-449A-8416-8AC97870008D}" type="slidenum">
              <a:rPr b="0" lang="en-US" sz="9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900" spc="-1" strike="noStrike"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dt" idx="3"/>
          </p:nvPr>
        </p:nvSpPr>
        <p:spPr>
          <a:xfrm>
            <a:off x="628560" y="4767120"/>
            <a:ext cx="2056320" cy="27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Прямоугольник со скругленными углами 3"/>
          <p:cNvSpPr/>
          <p:nvPr/>
        </p:nvSpPr>
        <p:spPr>
          <a:xfrm>
            <a:off x="186840" y="178200"/>
            <a:ext cx="8769600" cy="4757400"/>
          </a:xfrm>
          <a:prstGeom prst="roundRect">
            <a:avLst>
              <a:gd name="adj" fmla="val 4051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48" name="Прямоугольник 10"/>
          <p:cNvSpPr/>
          <p:nvPr/>
        </p:nvSpPr>
        <p:spPr>
          <a:xfrm>
            <a:off x="460080" y="622080"/>
            <a:ext cx="6925320" cy="330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ts val="6999"/>
              </a:lnSpc>
              <a:buNone/>
            </a:pPr>
            <a:r>
              <a:rPr b="1" lang="en-US" sz="6600" spc="-1" strike="noStrike">
                <a:solidFill>
                  <a:srgbClr val="ffc000"/>
                </a:solidFill>
                <a:latin typeface="Arial"/>
                <a:ea typeface="DejaVu Sans"/>
              </a:rPr>
              <a:t>TITLE</a:t>
            </a:r>
            <a:endParaRPr b="0" lang="en-US" sz="6600" spc="-1" strike="noStrike">
              <a:latin typeface="Arial"/>
            </a:endParaRPr>
          </a:p>
        </p:txBody>
      </p:sp>
      <p:pic>
        <p:nvPicPr>
          <p:cNvPr id="49" name="Рисунок 3" descr=""/>
          <p:cNvPicPr/>
          <p:nvPr/>
        </p:nvPicPr>
        <p:blipFill>
          <a:blip r:embed="rId1"/>
          <a:stretch/>
        </p:blipFill>
        <p:spPr>
          <a:xfrm>
            <a:off x="5753880" y="2557440"/>
            <a:ext cx="4009320" cy="31327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" name="Рисунок 17" descr=""/>
          <p:cNvPicPr/>
          <p:nvPr/>
        </p:nvPicPr>
        <p:blipFill>
          <a:blip r:embed="rId1"/>
          <a:stretch/>
        </p:blipFill>
        <p:spPr>
          <a:xfrm>
            <a:off x="5753880" y="2557440"/>
            <a:ext cx="4009320" cy="3132720"/>
          </a:xfrm>
          <a:prstGeom prst="rect">
            <a:avLst/>
          </a:prstGeom>
          <a:ln w="0">
            <a:noFill/>
          </a:ln>
        </p:spPr>
      </p:pic>
      <p:sp>
        <p:nvSpPr>
          <p:cNvPr id="51" name="Овал 1"/>
          <p:cNvSpPr/>
          <p:nvPr/>
        </p:nvSpPr>
        <p:spPr>
          <a:xfrm>
            <a:off x="185760" y="831240"/>
            <a:ext cx="898920" cy="898920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142111"/>
                </a:solidFill>
                <a:latin typeface="Calibri"/>
                <a:ea typeface="DejaVu Sans"/>
              </a:rPr>
              <a:t>01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2" name="Овал 23"/>
          <p:cNvSpPr/>
          <p:nvPr/>
        </p:nvSpPr>
        <p:spPr>
          <a:xfrm>
            <a:off x="185760" y="2381400"/>
            <a:ext cx="898920" cy="887040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142111"/>
                </a:solidFill>
                <a:latin typeface="Calibri"/>
                <a:ea typeface="DejaVu Sans"/>
              </a:rPr>
              <a:t>02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3" name="Овал 29"/>
          <p:cNvSpPr/>
          <p:nvPr/>
        </p:nvSpPr>
        <p:spPr>
          <a:xfrm>
            <a:off x="185760" y="3860640"/>
            <a:ext cx="898920" cy="898920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142111"/>
                </a:solidFill>
                <a:latin typeface="Calibri"/>
                <a:ea typeface="DejaVu Sans"/>
              </a:rPr>
              <a:t>03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4" name="TextBox 10"/>
          <p:cNvSpPr/>
          <p:nvPr/>
        </p:nvSpPr>
        <p:spPr>
          <a:xfrm>
            <a:off x="967680" y="797040"/>
            <a:ext cx="3764160" cy="55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142111"/>
                </a:solidFill>
                <a:latin typeface="Arial"/>
                <a:ea typeface="DejaVu Sans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5" name="TextBox 10"/>
          <p:cNvSpPr/>
          <p:nvPr/>
        </p:nvSpPr>
        <p:spPr>
          <a:xfrm>
            <a:off x="967680" y="1332720"/>
            <a:ext cx="3764160" cy="78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56" name="TextBox 10"/>
          <p:cNvSpPr/>
          <p:nvPr/>
        </p:nvSpPr>
        <p:spPr>
          <a:xfrm>
            <a:off x="964080" y="2292480"/>
            <a:ext cx="3764160" cy="55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7" name="TextBox 10"/>
          <p:cNvSpPr/>
          <p:nvPr/>
        </p:nvSpPr>
        <p:spPr>
          <a:xfrm>
            <a:off x="964080" y="2825280"/>
            <a:ext cx="3764160" cy="84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58" name="TextBox 10"/>
          <p:cNvSpPr/>
          <p:nvPr/>
        </p:nvSpPr>
        <p:spPr>
          <a:xfrm>
            <a:off x="964080" y="3777840"/>
            <a:ext cx="3764160" cy="55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9" name="TextBox 10"/>
          <p:cNvSpPr/>
          <p:nvPr/>
        </p:nvSpPr>
        <p:spPr>
          <a:xfrm>
            <a:off x="964080" y="4310640"/>
            <a:ext cx="3764160" cy="79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60" name="Прямоугольник со скругленными углами 3"/>
          <p:cNvSpPr/>
          <p:nvPr/>
        </p:nvSpPr>
        <p:spPr>
          <a:xfrm>
            <a:off x="5084640" y="987840"/>
            <a:ext cx="3687120" cy="3496320"/>
          </a:xfrm>
          <a:prstGeom prst="roundRect">
            <a:avLst>
              <a:gd name="adj" fmla="val 12297"/>
            </a:avLst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61" name="TextBox 13"/>
          <p:cNvSpPr/>
          <p:nvPr/>
        </p:nvSpPr>
        <p:spPr>
          <a:xfrm>
            <a:off x="8519760" y="4831560"/>
            <a:ext cx="4842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ru-RU" sz="900" spc="-1" strike="noStrike">
                <a:solidFill>
                  <a:srgbClr val="3e443e"/>
                </a:solidFill>
                <a:latin typeface="Arial"/>
                <a:ea typeface="DejaVu Sans"/>
              </a:rPr>
              <a:t>2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62" name=""/>
          <p:cNvSpPr/>
          <p:nvPr/>
        </p:nvSpPr>
        <p:spPr>
          <a:xfrm>
            <a:off x="421200" y="228600"/>
            <a:ext cx="845748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TITLE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Прямоугольник: скругленные углы 20"/>
          <p:cNvSpPr/>
          <p:nvPr/>
        </p:nvSpPr>
        <p:spPr>
          <a:xfrm>
            <a:off x="506520" y="1484640"/>
            <a:ext cx="2556360" cy="2054880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64" name="TextBox 10"/>
          <p:cNvSpPr/>
          <p:nvPr/>
        </p:nvSpPr>
        <p:spPr>
          <a:xfrm>
            <a:off x="624240" y="1616760"/>
            <a:ext cx="2289240" cy="72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65" name="TextBox 10"/>
          <p:cNvSpPr/>
          <p:nvPr/>
        </p:nvSpPr>
        <p:spPr>
          <a:xfrm>
            <a:off x="624240" y="2400480"/>
            <a:ext cx="2289240" cy="11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66" name="Прямоугольник: скругленные углы 29"/>
          <p:cNvSpPr/>
          <p:nvPr/>
        </p:nvSpPr>
        <p:spPr>
          <a:xfrm>
            <a:off x="3309120" y="2066040"/>
            <a:ext cx="2556360" cy="2054880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67" name="TextBox 10"/>
          <p:cNvSpPr/>
          <p:nvPr/>
        </p:nvSpPr>
        <p:spPr>
          <a:xfrm>
            <a:off x="3426840" y="2198160"/>
            <a:ext cx="2289240" cy="72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68" name="TextBox 10"/>
          <p:cNvSpPr/>
          <p:nvPr/>
        </p:nvSpPr>
        <p:spPr>
          <a:xfrm>
            <a:off x="3426840" y="2981880"/>
            <a:ext cx="2289240" cy="11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69" name="Прямоугольник: скругленные углы 36"/>
          <p:cNvSpPr/>
          <p:nvPr/>
        </p:nvSpPr>
        <p:spPr>
          <a:xfrm>
            <a:off x="6111720" y="2659320"/>
            <a:ext cx="2556360" cy="2054880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70" name="TextBox 10"/>
          <p:cNvSpPr/>
          <p:nvPr/>
        </p:nvSpPr>
        <p:spPr>
          <a:xfrm>
            <a:off x="6229440" y="2791440"/>
            <a:ext cx="2289240" cy="72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71" name="TextBox 10"/>
          <p:cNvSpPr/>
          <p:nvPr/>
        </p:nvSpPr>
        <p:spPr>
          <a:xfrm>
            <a:off x="6229440" y="3574800"/>
            <a:ext cx="2289240" cy="11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72" name="TextBox 39"/>
          <p:cNvSpPr/>
          <p:nvPr/>
        </p:nvSpPr>
        <p:spPr>
          <a:xfrm>
            <a:off x="8519760" y="4831560"/>
            <a:ext cx="4842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ru-RU" sz="900" spc="-1" strike="noStrike">
                <a:solidFill>
                  <a:srgbClr val="3e443e"/>
                </a:solidFill>
                <a:latin typeface="Arial"/>
                <a:ea typeface="DejaVu Sans"/>
              </a:rPr>
              <a:t>3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73" name=""/>
          <p:cNvSpPr/>
          <p:nvPr/>
        </p:nvSpPr>
        <p:spPr>
          <a:xfrm>
            <a:off x="457200" y="228600"/>
            <a:ext cx="8228880" cy="11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TITLE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Прямоугольник: скругленные углы 12"/>
          <p:cNvSpPr/>
          <p:nvPr/>
        </p:nvSpPr>
        <p:spPr>
          <a:xfrm>
            <a:off x="3601800" y="3271680"/>
            <a:ext cx="5235840" cy="1320480"/>
          </a:xfrm>
          <a:prstGeom prst="roundRect">
            <a:avLst>
              <a:gd name="adj" fmla="val 12711"/>
            </a:avLst>
          </a:prstGeom>
          <a:noFill/>
          <a:ln w="1905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75" name="Прямоугольник: скругленные углы 11"/>
          <p:cNvSpPr/>
          <p:nvPr/>
        </p:nvSpPr>
        <p:spPr>
          <a:xfrm>
            <a:off x="6308640" y="1028880"/>
            <a:ext cx="2532600" cy="2056320"/>
          </a:xfrm>
          <a:prstGeom prst="roundRect">
            <a:avLst>
              <a:gd name="adj" fmla="val 10279"/>
            </a:avLst>
          </a:prstGeom>
          <a:noFill/>
          <a:ln w="1905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76" name="Прямоугольник: скругленные углы 2"/>
          <p:cNvSpPr/>
          <p:nvPr/>
        </p:nvSpPr>
        <p:spPr>
          <a:xfrm>
            <a:off x="3604320" y="1014480"/>
            <a:ext cx="2532600" cy="2056320"/>
          </a:xfrm>
          <a:prstGeom prst="roundRect">
            <a:avLst>
              <a:gd name="adj" fmla="val 10649"/>
            </a:avLst>
          </a:prstGeom>
          <a:noFill/>
          <a:ln w="1905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77" name="TextBox 10"/>
          <p:cNvSpPr/>
          <p:nvPr/>
        </p:nvSpPr>
        <p:spPr>
          <a:xfrm>
            <a:off x="3696480" y="1059120"/>
            <a:ext cx="2342880" cy="71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142111"/>
                </a:solidFill>
                <a:latin typeface="Arial"/>
                <a:ea typeface="DejaVu Sans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78" name="TextBox 10"/>
          <p:cNvSpPr/>
          <p:nvPr/>
        </p:nvSpPr>
        <p:spPr>
          <a:xfrm>
            <a:off x="3696480" y="1843560"/>
            <a:ext cx="2342880" cy="114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79" name="TextBox 10"/>
          <p:cNvSpPr/>
          <p:nvPr/>
        </p:nvSpPr>
        <p:spPr>
          <a:xfrm>
            <a:off x="6400080" y="1059120"/>
            <a:ext cx="2339640" cy="71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80" name="TextBox 10"/>
          <p:cNvSpPr/>
          <p:nvPr/>
        </p:nvSpPr>
        <p:spPr>
          <a:xfrm>
            <a:off x="6400080" y="1843560"/>
            <a:ext cx="2339640" cy="114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81" name="TextBox 10"/>
          <p:cNvSpPr/>
          <p:nvPr/>
        </p:nvSpPr>
        <p:spPr>
          <a:xfrm>
            <a:off x="3696480" y="3362040"/>
            <a:ext cx="523584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82" name="TextBox 10"/>
          <p:cNvSpPr/>
          <p:nvPr/>
        </p:nvSpPr>
        <p:spPr>
          <a:xfrm>
            <a:off x="3696480" y="3713400"/>
            <a:ext cx="5146200" cy="71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83" name="Прямоугольник со скругленными углами 3"/>
          <p:cNvSpPr/>
          <p:nvPr/>
        </p:nvSpPr>
        <p:spPr>
          <a:xfrm>
            <a:off x="384840" y="1028880"/>
            <a:ext cx="3002040" cy="3563640"/>
          </a:xfrm>
          <a:prstGeom prst="roundRect">
            <a:avLst>
              <a:gd name="adj" fmla="val 12297"/>
            </a:avLst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84" name="TextBox 15"/>
          <p:cNvSpPr/>
          <p:nvPr/>
        </p:nvSpPr>
        <p:spPr>
          <a:xfrm>
            <a:off x="8519760" y="4831560"/>
            <a:ext cx="4842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ru-RU" sz="900" spc="-1" strike="noStrike">
                <a:solidFill>
                  <a:srgbClr val="3e443e"/>
                </a:solidFill>
                <a:latin typeface="Arial"/>
                <a:ea typeface="DejaVu Sans"/>
              </a:rPr>
              <a:t>4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85" name=""/>
          <p:cNvSpPr/>
          <p:nvPr/>
        </p:nvSpPr>
        <p:spPr>
          <a:xfrm>
            <a:off x="313200" y="228600"/>
            <a:ext cx="845748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TITLE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" name="Рисунок 15" descr=""/>
          <p:cNvPicPr/>
          <p:nvPr/>
        </p:nvPicPr>
        <p:blipFill>
          <a:blip r:embed="rId1"/>
          <a:stretch/>
        </p:blipFill>
        <p:spPr>
          <a:xfrm>
            <a:off x="-877680" y="2245320"/>
            <a:ext cx="4612680" cy="3604320"/>
          </a:xfrm>
          <a:prstGeom prst="rect">
            <a:avLst/>
          </a:prstGeom>
          <a:ln w="0">
            <a:noFill/>
          </a:ln>
        </p:spPr>
      </p:pic>
      <p:sp>
        <p:nvSpPr>
          <p:cNvPr id="87" name="Овал 1"/>
          <p:cNvSpPr/>
          <p:nvPr/>
        </p:nvSpPr>
        <p:spPr>
          <a:xfrm>
            <a:off x="4157640" y="631080"/>
            <a:ext cx="898920" cy="898920"/>
          </a:xfrm>
          <a:prstGeom prst="ellipse">
            <a:avLst/>
          </a:prstGeom>
          <a:noFill/>
          <a:ln>
            <a:solidFill>
              <a:srgbClr val="3e443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3e443e"/>
                </a:solidFill>
                <a:latin typeface="Calibri"/>
                <a:ea typeface="DejaVu Sans"/>
              </a:rPr>
              <a:t>01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88" name="Овал 23"/>
          <p:cNvSpPr/>
          <p:nvPr/>
        </p:nvSpPr>
        <p:spPr>
          <a:xfrm>
            <a:off x="4157640" y="2127600"/>
            <a:ext cx="898920" cy="887040"/>
          </a:xfrm>
          <a:prstGeom prst="ellipse">
            <a:avLst/>
          </a:prstGeom>
          <a:noFill/>
          <a:ln>
            <a:solidFill>
              <a:srgbClr val="3e443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3e443e"/>
                </a:solidFill>
                <a:latin typeface="Calibri"/>
                <a:ea typeface="DejaVu Sans"/>
              </a:rPr>
              <a:t>02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89" name="Овал 29"/>
          <p:cNvSpPr/>
          <p:nvPr/>
        </p:nvSpPr>
        <p:spPr>
          <a:xfrm>
            <a:off x="4157640" y="3612240"/>
            <a:ext cx="898920" cy="898920"/>
          </a:xfrm>
          <a:prstGeom prst="ellipse">
            <a:avLst/>
          </a:prstGeom>
          <a:noFill/>
          <a:ln>
            <a:solidFill>
              <a:srgbClr val="3e443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3e443e"/>
                </a:solidFill>
                <a:latin typeface="Calibri"/>
                <a:ea typeface="DejaVu Sans"/>
              </a:rPr>
              <a:t>03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90" name="TextBox 10"/>
          <p:cNvSpPr/>
          <p:nvPr/>
        </p:nvSpPr>
        <p:spPr>
          <a:xfrm>
            <a:off x="5146560" y="489600"/>
            <a:ext cx="3578400" cy="55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142111"/>
                </a:solidFill>
                <a:latin typeface="Arial"/>
                <a:ea typeface="DejaVu Sans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91" name="TextBox 10"/>
          <p:cNvSpPr/>
          <p:nvPr/>
        </p:nvSpPr>
        <p:spPr>
          <a:xfrm>
            <a:off x="5146560" y="1025280"/>
            <a:ext cx="3578400" cy="78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92" name="TextBox 10"/>
          <p:cNvSpPr/>
          <p:nvPr/>
        </p:nvSpPr>
        <p:spPr>
          <a:xfrm>
            <a:off x="5142960" y="1985400"/>
            <a:ext cx="3578400" cy="55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93" name="TextBox 10"/>
          <p:cNvSpPr/>
          <p:nvPr/>
        </p:nvSpPr>
        <p:spPr>
          <a:xfrm>
            <a:off x="5142960" y="2517840"/>
            <a:ext cx="3578400" cy="84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94" name="TextBox 10"/>
          <p:cNvSpPr/>
          <p:nvPr/>
        </p:nvSpPr>
        <p:spPr>
          <a:xfrm>
            <a:off x="5142960" y="3470760"/>
            <a:ext cx="3578400" cy="55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95" name="TextBox 10"/>
          <p:cNvSpPr/>
          <p:nvPr/>
        </p:nvSpPr>
        <p:spPr>
          <a:xfrm>
            <a:off x="5142960" y="4003560"/>
            <a:ext cx="3578400" cy="79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96" name="TextBox 14"/>
          <p:cNvSpPr/>
          <p:nvPr/>
        </p:nvSpPr>
        <p:spPr>
          <a:xfrm>
            <a:off x="8519760" y="4831560"/>
            <a:ext cx="4842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ru-RU" sz="900" spc="-1" strike="noStrike">
                <a:solidFill>
                  <a:srgbClr val="3e443e"/>
                </a:solidFill>
                <a:latin typeface="Arial"/>
                <a:ea typeface="DejaVu Sans"/>
              </a:rPr>
              <a:t>5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97" name=""/>
          <p:cNvSpPr/>
          <p:nvPr/>
        </p:nvSpPr>
        <p:spPr>
          <a:xfrm>
            <a:off x="264600" y="228600"/>
            <a:ext cx="3656880" cy="201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TITLE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Овал 1"/>
          <p:cNvSpPr/>
          <p:nvPr/>
        </p:nvSpPr>
        <p:spPr>
          <a:xfrm>
            <a:off x="4238640" y="831240"/>
            <a:ext cx="898920" cy="898920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142111"/>
                </a:solidFill>
                <a:latin typeface="Calibri"/>
                <a:ea typeface="DejaVu Sans"/>
              </a:rPr>
              <a:t>01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99" name="Овал 23"/>
          <p:cNvSpPr/>
          <p:nvPr/>
        </p:nvSpPr>
        <p:spPr>
          <a:xfrm>
            <a:off x="4238640" y="2243880"/>
            <a:ext cx="898920" cy="887040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142111"/>
                </a:solidFill>
                <a:latin typeface="Calibri"/>
                <a:ea typeface="DejaVu Sans"/>
              </a:rPr>
              <a:t>02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00" name="Овал 29"/>
          <p:cNvSpPr/>
          <p:nvPr/>
        </p:nvSpPr>
        <p:spPr>
          <a:xfrm>
            <a:off x="4238640" y="3667320"/>
            <a:ext cx="898920" cy="898920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142111"/>
                </a:solidFill>
                <a:latin typeface="Calibri"/>
                <a:ea typeface="DejaVu Sans"/>
              </a:rPr>
              <a:t>03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01" name="TextBox 10"/>
          <p:cNvSpPr/>
          <p:nvPr/>
        </p:nvSpPr>
        <p:spPr>
          <a:xfrm>
            <a:off x="5020200" y="797040"/>
            <a:ext cx="3764160" cy="55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142111"/>
                </a:solidFill>
                <a:latin typeface="Arial"/>
                <a:ea typeface="DejaVu Sans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02" name="TextBox 10"/>
          <p:cNvSpPr/>
          <p:nvPr/>
        </p:nvSpPr>
        <p:spPr>
          <a:xfrm>
            <a:off x="5020200" y="1332720"/>
            <a:ext cx="3764160" cy="78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03" name="TextBox 10"/>
          <p:cNvSpPr/>
          <p:nvPr/>
        </p:nvSpPr>
        <p:spPr>
          <a:xfrm>
            <a:off x="5016600" y="2155320"/>
            <a:ext cx="3764160" cy="55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04" name="TextBox 10"/>
          <p:cNvSpPr/>
          <p:nvPr/>
        </p:nvSpPr>
        <p:spPr>
          <a:xfrm>
            <a:off x="5016600" y="2687760"/>
            <a:ext cx="3764160" cy="84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05" name="TextBox 10"/>
          <p:cNvSpPr/>
          <p:nvPr/>
        </p:nvSpPr>
        <p:spPr>
          <a:xfrm>
            <a:off x="5016600" y="3584880"/>
            <a:ext cx="3764160" cy="55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06" name="TextBox 10"/>
          <p:cNvSpPr/>
          <p:nvPr/>
        </p:nvSpPr>
        <p:spPr>
          <a:xfrm>
            <a:off x="5016600" y="4117320"/>
            <a:ext cx="3764160" cy="79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07" name="Прямоугольник со скругленными углами 3"/>
          <p:cNvSpPr/>
          <p:nvPr/>
        </p:nvSpPr>
        <p:spPr>
          <a:xfrm>
            <a:off x="384840" y="987840"/>
            <a:ext cx="3687120" cy="3496320"/>
          </a:xfrm>
          <a:prstGeom prst="roundRect">
            <a:avLst>
              <a:gd name="adj" fmla="val 12297"/>
            </a:avLst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08" name="TextBox 13"/>
          <p:cNvSpPr/>
          <p:nvPr/>
        </p:nvSpPr>
        <p:spPr>
          <a:xfrm>
            <a:off x="8519760" y="4831560"/>
            <a:ext cx="4842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ru-RU" sz="900" spc="-1" strike="noStrike">
                <a:solidFill>
                  <a:srgbClr val="3e443e"/>
                </a:solidFill>
                <a:latin typeface="Arial"/>
                <a:ea typeface="DejaVu Sans"/>
              </a:rPr>
              <a:t>6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109" name=""/>
          <p:cNvSpPr/>
          <p:nvPr/>
        </p:nvSpPr>
        <p:spPr>
          <a:xfrm>
            <a:off x="300600" y="228600"/>
            <a:ext cx="861408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TITLE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Прямоугольник со скругленными углами 3"/>
          <p:cNvSpPr/>
          <p:nvPr/>
        </p:nvSpPr>
        <p:spPr>
          <a:xfrm>
            <a:off x="0" y="3075480"/>
            <a:ext cx="9142920" cy="2494440"/>
          </a:xfrm>
          <a:prstGeom prst="roundRect">
            <a:avLst>
              <a:gd name="adj" fmla="val 12297"/>
            </a:avLst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1" name="Прямоугольник: скругленные углы 20"/>
          <p:cNvSpPr/>
          <p:nvPr/>
        </p:nvSpPr>
        <p:spPr>
          <a:xfrm>
            <a:off x="474840" y="841680"/>
            <a:ext cx="2556360" cy="2054880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12" name="TextBox 10"/>
          <p:cNvSpPr/>
          <p:nvPr/>
        </p:nvSpPr>
        <p:spPr>
          <a:xfrm>
            <a:off x="592920" y="973800"/>
            <a:ext cx="2289240" cy="72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13" name="TextBox 10"/>
          <p:cNvSpPr/>
          <p:nvPr/>
        </p:nvSpPr>
        <p:spPr>
          <a:xfrm>
            <a:off x="592920" y="1757520"/>
            <a:ext cx="2289240" cy="11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14" name="Прямоугольник: скругленные углы 29"/>
          <p:cNvSpPr/>
          <p:nvPr/>
        </p:nvSpPr>
        <p:spPr>
          <a:xfrm>
            <a:off x="3309120" y="841680"/>
            <a:ext cx="2556360" cy="2054880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15" name="TextBox 10"/>
          <p:cNvSpPr/>
          <p:nvPr/>
        </p:nvSpPr>
        <p:spPr>
          <a:xfrm>
            <a:off x="3426840" y="973800"/>
            <a:ext cx="2289240" cy="72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16" name="TextBox 10"/>
          <p:cNvSpPr/>
          <p:nvPr/>
        </p:nvSpPr>
        <p:spPr>
          <a:xfrm>
            <a:off x="3426840" y="1757520"/>
            <a:ext cx="2289240" cy="11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17" name="Прямоугольник: скругленные углы 36"/>
          <p:cNvSpPr/>
          <p:nvPr/>
        </p:nvSpPr>
        <p:spPr>
          <a:xfrm>
            <a:off x="6143040" y="841680"/>
            <a:ext cx="2556360" cy="2054880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18" name="TextBox 10"/>
          <p:cNvSpPr/>
          <p:nvPr/>
        </p:nvSpPr>
        <p:spPr>
          <a:xfrm>
            <a:off x="6260760" y="973800"/>
            <a:ext cx="2289240" cy="72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19" name="TextBox 10"/>
          <p:cNvSpPr/>
          <p:nvPr/>
        </p:nvSpPr>
        <p:spPr>
          <a:xfrm>
            <a:off x="6260760" y="1757520"/>
            <a:ext cx="2289240" cy="11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20" name="TextBox 13"/>
          <p:cNvSpPr/>
          <p:nvPr/>
        </p:nvSpPr>
        <p:spPr>
          <a:xfrm>
            <a:off x="8519760" y="4831560"/>
            <a:ext cx="4842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ru-RU" sz="900" spc="-1" strike="noStrike">
                <a:solidFill>
                  <a:srgbClr val="3e443e"/>
                </a:solidFill>
                <a:latin typeface="Arial"/>
                <a:ea typeface="DejaVu Sans"/>
              </a:rPr>
              <a:t>7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121" name=""/>
          <p:cNvSpPr/>
          <p:nvPr/>
        </p:nvSpPr>
        <p:spPr>
          <a:xfrm>
            <a:off x="457200" y="349200"/>
            <a:ext cx="8457480" cy="102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TITLE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c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Прямоугольник: скругленные углы 15"/>
          <p:cNvSpPr/>
          <p:nvPr/>
        </p:nvSpPr>
        <p:spPr>
          <a:xfrm>
            <a:off x="5014080" y="250200"/>
            <a:ext cx="3819960" cy="4624560"/>
          </a:xfrm>
          <a:prstGeom prst="roundRect">
            <a:avLst>
              <a:gd name="adj" fmla="val 622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  <a:ea typeface="DejaVu Sans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23" name="Прямоугольник: скругленные углы 16"/>
          <p:cNvSpPr/>
          <p:nvPr/>
        </p:nvSpPr>
        <p:spPr>
          <a:xfrm>
            <a:off x="329400" y="250200"/>
            <a:ext cx="4424400" cy="4624560"/>
          </a:xfrm>
          <a:prstGeom prst="roundRect">
            <a:avLst>
              <a:gd name="adj" fmla="val 6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24" name="TextBox 10"/>
          <p:cNvSpPr/>
          <p:nvPr/>
        </p:nvSpPr>
        <p:spPr>
          <a:xfrm>
            <a:off x="581760" y="828720"/>
            <a:ext cx="3901320" cy="55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142111"/>
                </a:solidFill>
                <a:latin typeface="Arial"/>
                <a:ea typeface="DejaVu Sans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25" name="TextBox 10"/>
          <p:cNvSpPr/>
          <p:nvPr/>
        </p:nvSpPr>
        <p:spPr>
          <a:xfrm>
            <a:off x="581760" y="1364400"/>
            <a:ext cx="3901320" cy="78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26" name="TextBox 10"/>
          <p:cNvSpPr/>
          <p:nvPr/>
        </p:nvSpPr>
        <p:spPr>
          <a:xfrm>
            <a:off x="578160" y="2154600"/>
            <a:ext cx="3901320" cy="55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27" name="TextBox 10"/>
          <p:cNvSpPr/>
          <p:nvPr/>
        </p:nvSpPr>
        <p:spPr>
          <a:xfrm>
            <a:off x="578160" y="2687040"/>
            <a:ext cx="3901320" cy="84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28" name="TextBox 10"/>
          <p:cNvSpPr/>
          <p:nvPr/>
        </p:nvSpPr>
        <p:spPr>
          <a:xfrm>
            <a:off x="578160" y="3482280"/>
            <a:ext cx="3901320" cy="55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29" name="TextBox 10"/>
          <p:cNvSpPr/>
          <p:nvPr/>
        </p:nvSpPr>
        <p:spPr>
          <a:xfrm>
            <a:off x="578160" y="4015080"/>
            <a:ext cx="3901320" cy="79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30" name="TextBox 10"/>
          <p:cNvSpPr/>
          <p:nvPr/>
        </p:nvSpPr>
        <p:spPr>
          <a:xfrm>
            <a:off x="8519760" y="4831560"/>
            <a:ext cx="4842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ru-RU" sz="900" spc="-1" strike="noStrike">
                <a:solidFill>
                  <a:srgbClr val="3e443e"/>
                </a:solidFill>
                <a:latin typeface="Arial"/>
                <a:ea typeface="DejaVu Sans"/>
              </a:rPr>
              <a:t>8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131" name=""/>
          <p:cNvSpPr/>
          <p:nvPr/>
        </p:nvSpPr>
        <p:spPr>
          <a:xfrm>
            <a:off x="493200" y="300600"/>
            <a:ext cx="4078080" cy="84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TITLE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Shape 3"/>
          <p:cNvSpPr/>
          <p:nvPr/>
        </p:nvSpPr>
        <p:spPr>
          <a:xfrm>
            <a:off x="479160" y="2886480"/>
            <a:ext cx="364680" cy="359280"/>
          </a:xfrm>
          <a:prstGeom prst="roundRect">
            <a:avLst>
              <a:gd name="adj" fmla="val 18669"/>
            </a:avLst>
          </a:prstGeom>
          <a:solidFill>
            <a:srgbClr val="ffc000"/>
          </a:solidFill>
          <a:ln w="762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33" name="Shape 3"/>
          <p:cNvSpPr/>
          <p:nvPr/>
        </p:nvSpPr>
        <p:spPr>
          <a:xfrm>
            <a:off x="3440880" y="2886480"/>
            <a:ext cx="364680" cy="359280"/>
          </a:xfrm>
          <a:prstGeom prst="roundRect">
            <a:avLst>
              <a:gd name="adj" fmla="val 18669"/>
            </a:avLst>
          </a:prstGeom>
          <a:solidFill>
            <a:srgbClr val="ffc000"/>
          </a:solidFill>
          <a:ln w="762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34" name="Shape 3"/>
          <p:cNvSpPr/>
          <p:nvPr/>
        </p:nvSpPr>
        <p:spPr>
          <a:xfrm>
            <a:off x="6402960" y="2886480"/>
            <a:ext cx="364680" cy="359280"/>
          </a:xfrm>
          <a:prstGeom prst="roundRect">
            <a:avLst>
              <a:gd name="adj" fmla="val 18669"/>
            </a:avLst>
          </a:prstGeom>
          <a:solidFill>
            <a:srgbClr val="ffc000"/>
          </a:solidFill>
          <a:ln w="762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35" name="TextBox 11"/>
          <p:cNvSpPr/>
          <p:nvPr/>
        </p:nvSpPr>
        <p:spPr>
          <a:xfrm>
            <a:off x="479160" y="2883600"/>
            <a:ext cx="3646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142111"/>
                </a:solidFill>
                <a:latin typeface="Arial"/>
                <a:ea typeface="DejaVu Sans"/>
              </a:rPr>
              <a:t>1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36" name="TextBox 15"/>
          <p:cNvSpPr/>
          <p:nvPr/>
        </p:nvSpPr>
        <p:spPr>
          <a:xfrm>
            <a:off x="3440880" y="2883600"/>
            <a:ext cx="3646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142111"/>
                </a:solidFill>
                <a:latin typeface="Arial"/>
                <a:ea typeface="DejaVu Sans"/>
              </a:rPr>
              <a:t>2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37" name="TextBox 19"/>
          <p:cNvSpPr/>
          <p:nvPr/>
        </p:nvSpPr>
        <p:spPr>
          <a:xfrm>
            <a:off x="6402960" y="2883600"/>
            <a:ext cx="3646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142111"/>
                </a:solidFill>
                <a:latin typeface="Arial"/>
                <a:ea typeface="DejaVu Sans"/>
              </a:rPr>
              <a:t>3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38" name="TextBox 10"/>
          <p:cNvSpPr/>
          <p:nvPr/>
        </p:nvSpPr>
        <p:spPr>
          <a:xfrm>
            <a:off x="858960" y="2571840"/>
            <a:ext cx="2354400" cy="71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142111"/>
                </a:solidFill>
                <a:latin typeface="Arial"/>
                <a:ea typeface="DejaVu Sans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39" name="TextBox 10"/>
          <p:cNvSpPr/>
          <p:nvPr/>
        </p:nvSpPr>
        <p:spPr>
          <a:xfrm>
            <a:off x="858960" y="3356280"/>
            <a:ext cx="2354400" cy="156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40" name="TextBox 10"/>
          <p:cNvSpPr/>
          <p:nvPr/>
        </p:nvSpPr>
        <p:spPr>
          <a:xfrm>
            <a:off x="3821040" y="2571840"/>
            <a:ext cx="2354400" cy="71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142111"/>
                </a:solidFill>
                <a:latin typeface="Arial"/>
                <a:ea typeface="DejaVu Sans"/>
              </a:rPr>
              <a:t>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41" name="TextBox 10"/>
          <p:cNvSpPr/>
          <p:nvPr/>
        </p:nvSpPr>
        <p:spPr>
          <a:xfrm>
            <a:off x="3821040" y="3356280"/>
            <a:ext cx="2354400" cy="156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42" name="TextBox 10"/>
          <p:cNvSpPr/>
          <p:nvPr/>
        </p:nvSpPr>
        <p:spPr>
          <a:xfrm>
            <a:off x="6782760" y="2571840"/>
            <a:ext cx="2293560" cy="71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142111"/>
                </a:solidFill>
                <a:latin typeface="Arial"/>
                <a:ea typeface="DejaVu Sans"/>
              </a:rPr>
              <a:t>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43" name="TextBox 10"/>
          <p:cNvSpPr/>
          <p:nvPr/>
        </p:nvSpPr>
        <p:spPr>
          <a:xfrm>
            <a:off x="6782760" y="3356280"/>
            <a:ext cx="2293560" cy="156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44" name="Прямоугольник со скругленными углами 3"/>
          <p:cNvSpPr/>
          <p:nvPr/>
        </p:nvSpPr>
        <p:spPr>
          <a:xfrm>
            <a:off x="0" y="-478800"/>
            <a:ext cx="9142920" cy="2327400"/>
          </a:xfrm>
          <a:prstGeom prst="roundRect">
            <a:avLst>
              <a:gd name="adj" fmla="val 12297"/>
            </a:avLst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45" name="TextBox 20"/>
          <p:cNvSpPr/>
          <p:nvPr/>
        </p:nvSpPr>
        <p:spPr>
          <a:xfrm>
            <a:off x="8519760" y="4831560"/>
            <a:ext cx="4842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ru-RU" sz="900" spc="-1" strike="noStrike">
                <a:solidFill>
                  <a:srgbClr val="3e443e"/>
                </a:solidFill>
                <a:latin typeface="Arial"/>
                <a:ea typeface="DejaVu Sans"/>
              </a:rPr>
              <a:t>9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146" name=""/>
          <p:cNvSpPr/>
          <p:nvPr/>
        </p:nvSpPr>
        <p:spPr>
          <a:xfrm>
            <a:off x="228600" y="2057400"/>
            <a:ext cx="868608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TITLE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Прямоугольник со скругленными углами 3"/>
          <p:cNvSpPr/>
          <p:nvPr/>
        </p:nvSpPr>
        <p:spPr>
          <a:xfrm>
            <a:off x="186840" y="178200"/>
            <a:ext cx="8769600" cy="4757400"/>
          </a:xfrm>
          <a:prstGeom prst="roundRect">
            <a:avLst>
              <a:gd name="adj" fmla="val 4051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48" name="Прямоугольник 10"/>
          <p:cNvSpPr/>
          <p:nvPr/>
        </p:nvSpPr>
        <p:spPr>
          <a:xfrm>
            <a:off x="460080" y="622080"/>
            <a:ext cx="6925320" cy="330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ts val="6999"/>
              </a:lnSpc>
              <a:buNone/>
            </a:pPr>
            <a:r>
              <a:rPr b="1" lang="en-US" sz="6600" spc="-1" strike="noStrike">
                <a:solidFill>
                  <a:srgbClr val="ffc000"/>
                </a:solidFill>
                <a:latin typeface="Arial"/>
                <a:ea typeface="DejaVu Sans"/>
              </a:rPr>
              <a:t>TITLE</a:t>
            </a:r>
            <a:endParaRPr b="0" lang="en-US" sz="6600" spc="-1" strike="noStrike">
              <a:latin typeface="Arial"/>
            </a:endParaRPr>
          </a:p>
        </p:txBody>
      </p:sp>
      <p:pic>
        <p:nvPicPr>
          <p:cNvPr id="149" name="Рисунок 11" descr=""/>
          <p:cNvPicPr/>
          <p:nvPr/>
        </p:nvPicPr>
        <p:blipFill>
          <a:blip r:embed="rId1"/>
          <a:stretch/>
        </p:blipFill>
        <p:spPr>
          <a:xfrm>
            <a:off x="5753880" y="2557440"/>
            <a:ext cx="4009320" cy="31327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2305</TotalTime>
  <Application>LibreOffice/7.3.7.2$Linux_X86_64 LibreOffice_project/30$Build-2</Application>
  <AppVersion>15.0000</AppVersion>
  <Words>148</Words>
  <Paragraphs>107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2024-04-17T19:56:02Z</dcterms:created>
  <dc:creator>Алика Шпагина</dc:creator>
  <dc:description/>
  <dc:language>en-US</dc:language>
  <cp:lastModifiedBy/>
  <dcterms:modified xsi:type="dcterms:W3CDTF">2025-09-17T11:50:01Z</dcterms:modified>
  <cp:revision>59</cp:revision>
  <dc:subject/>
  <dc:title>Презентация PowerPoint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4</vt:i4>
  </property>
  <property fmtid="{D5CDD505-2E9C-101B-9397-08002B2CF9AE}" pid="3" name="PresentationFormat">
    <vt:lpwstr>Экран (16:9)</vt:lpwstr>
  </property>
  <property fmtid="{D5CDD505-2E9C-101B-9397-08002B2CF9AE}" pid="4" name="Slides">
    <vt:i4>12</vt:i4>
  </property>
</Properties>
</file>