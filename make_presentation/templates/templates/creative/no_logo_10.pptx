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0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move the </a:t>
            </a:r>
            <a:r>
              <a:rPr b="0" lang="en-US" sz="4400" spc="-1" strike="noStrike">
                <a:latin typeface="Arial"/>
              </a:rPr>
              <a:t>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</a:t>
            </a:r>
            <a:r>
              <a:rPr b="0" lang="en-US" sz="2000" spc="-1" strike="noStrike">
                <a:latin typeface="Arial"/>
              </a:rPr>
              <a:t>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18B21BF8-7C22-41D4-B981-942F05C82CD9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B0BC679-8167-4514-8F2B-B1082BE5AEAD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7F472E7-1C15-4BE3-A827-9F06899E3385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793FB26-49E8-4F42-A79F-F1BD7A8CEE87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2DADA35-F71E-4486-9C65-C0BADDEAA6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4DC04D6-2477-4188-9ED9-6281410D26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855B7E1-ED3E-4523-9549-E14F08E9AE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2155603-DD96-410D-AFCD-7ACC5D6405E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7916EB4-03CC-4461-B8F5-ACD3BC12A29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280" cy="829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DBB780A-C929-4E50-A2B7-0AFE61F2374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46FC325-E7B6-42D7-8189-697404DEDB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01799B-8B6E-45D9-A2EA-B6BFEC529A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08DD0AB-8023-40DD-9222-B57DF0B182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5A7CF37-CC0E-4C81-8927-AFDF1EC1D1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D19DD05-A4ED-43B9-98CA-657BCBE35FF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3CFA919-31B4-4952-89C3-D764EA7DC70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</a:t>
            </a:r>
            <a:r>
              <a:rPr b="0" lang="en-US" sz="1800" spc="-1" strike="noStrike">
                <a:latin typeface="Arial"/>
              </a:rPr>
              <a:t>ck </a:t>
            </a:r>
            <a:r>
              <a:rPr b="0" lang="en-US" sz="1800" spc="-1" strike="noStrike">
                <a:latin typeface="Arial"/>
              </a:rPr>
              <a:t>to </a:t>
            </a:r>
            <a:r>
              <a:rPr b="0" lang="en-US" sz="1800" spc="-1" strike="noStrike">
                <a:latin typeface="Arial"/>
              </a:rPr>
              <a:t>edi</a:t>
            </a:r>
            <a:r>
              <a:rPr b="0" lang="en-US" sz="1800" spc="-1" strike="noStrike">
                <a:latin typeface="Arial"/>
              </a:rPr>
              <a:t>t </a:t>
            </a:r>
            <a:r>
              <a:rPr b="0" lang="en-US" sz="1800" spc="-1" strike="noStrike">
                <a:latin typeface="Arial"/>
              </a:rPr>
              <a:t>th</a:t>
            </a:r>
            <a:r>
              <a:rPr b="0" lang="en-US" sz="1800" spc="-1" strike="noStrike">
                <a:latin typeface="Arial"/>
              </a:rPr>
              <a:t>e </a:t>
            </a:r>
            <a:r>
              <a:rPr b="0" lang="en-US" sz="1800" spc="-1" strike="noStrike">
                <a:latin typeface="Arial"/>
              </a:rPr>
              <a:t>titl</a:t>
            </a:r>
            <a:r>
              <a:rPr b="0" lang="en-US" sz="1800" spc="-1" strike="noStrike">
                <a:latin typeface="Arial"/>
              </a:rPr>
              <a:t>e </a:t>
            </a:r>
            <a:r>
              <a:rPr b="0" lang="en-US" sz="1800" spc="-1" strike="noStrike">
                <a:latin typeface="Arial"/>
              </a:rPr>
              <a:t>tex</a:t>
            </a:r>
            <a:r>
              <a:rPr b="0" lang="en-US" sz="1800" spc="-1" strike="noStrike">
                <a:latin typeface="Arial"/>
              </a:rPr>
              <a:t>t </a:t>
            </a:r>
            <a:r>
              <a:rPr b="0" lang="en-US" sz="1800" spc="-1" strike="noStrike">
                <a:latin typeface="Arial"/>
              </a:rPr>
              <a:t>for</a:t>
            </a:r>
            <a:r>
              <a:rPr b="0" lang="en-US" sz="1800" spc="-1" strike="noStrike">
                <a:latin typeface="Arial"/>
              </a:rPr>
              <a:t>m</a:t>
            </a:r>
            <a:r>
              <a:rPr b="0" lang="en-US" sz="1800" spc="-1" strike="noStrike">
                <a:latin typeface="Arial"/>
              </a:rPr>
              <a:t>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8805EF7-765E-4A8D-A959-BCDA090FFE97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782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22080"/>
            <a:ext cx="692568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49" name="Рисунок 3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Рисунок 17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  <p:sp>
        <p:nvSpPr>
          <p:cNvPr id="51" name="Овал 1"/>
          <p:cNvSpPr/>
          <p:nvPr/>
        </p:nvSpPr>
        <p:spPr>
          <a:xfrm>
            <a:off x="185760" y="8312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Овал 23"/>
          <p:cNvSpPr/>
          <p:nvPr/>
        </p:nvSpPr>
        <p:spPr>
          <a:xfrm>
            <a:off x="185760" y="2381400"/>
            <a:ext cx="899280" cy="887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" name="Овал 29"/>
          <p:cNvSpPr/>
          <p:nvPr/>
        </p:nvSpPr>
        <p:spPr>
          <a:xfrm>
            <a:off x="185760" y="38606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967680" y="7970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967680" y="1332720"/>
            <a:ext cx="376452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964080" y="229248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964080" y="2825280"/>
            <a:ext cx="376452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964080" y="37778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964080" y="4310640"/>
            <a:ext cx="37645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Прямоугольник со скругленными углами 3"/>
          <p:cNvSpPr/>
          <p:nvPr/>
        </p:nvSpPr>
        <p:spPr>
          <a:xfrm>
            <a:off x="5084640" y="987840"/>
            <a:ext cx="3687480" cy="349668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1" name="TextBox 13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21200" y="228600"/>
            <a:ext cx="8457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Прямоугольник: скругленные углы 20"/>
          <p:cNvSpPr/>
          <p:nvPr/>
        </p:nvSpPr>
        <p:spPr>
          <a:xfrm>
            <a:off x="506520" y="148464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4" name="TextBox 10"/>
          <p:cNvSpPr/>
          <p:nvPr/>
        </p:nvSpPr>
        <p:spPr>
          <a:xfrm>
            <a:off x="624240" y="161676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624240" y="240048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Прямоугольник: скругленные углы 29"/>
          <p:cNvSpPr/>
          <p:nvPr/>
        </p:nvSpPr>
        <p:spPr>
          <a:xfrm>
            <a:off x="3309120" y="206604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7" name="TextBox 10"/>
          <p:cNvSpPr/>
          <p:nvPr/>
        </p:nvSpPr>
        <p:spPr>
          <a:xfrm>
            <a:off x="3426840" y="219816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3426840" y="298188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9" name="Прямоугольник: скругленные углы 36"/>
          <p:cNvSpPr/>
          <p:nvPr/>
        </p:nvSpPr>
        <p:spPr>
          <a:xfrm>
            <a:off x="6111720" y="265932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0" name="TextBox 10"/>
          <p:cNvSpPr/>
          <p:nvPr/>
        </p:nvSpPr>
        <p:spPr>
          <a:xfrm>
            <a:off x="6229440" y="279144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6229440" y="357480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2" name="TextBox 39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457200" y="22860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Прямоугольник: скругленные углы 12"/>
          <p:cNvSpPr/>
          <p:nvPr/>
        </p:nvSpPr>
        <p:spPr>
          <a:xfrm>
            <a:off x="3601800" y="3271680"/>
            <a:ext cx="5236200" cy="1320840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5" name="Прямоугольник: скругленные углы 11"/>
          <p:cNvSpPr/>
          <p:nvPr/>
        </p:nvSpPr>
        <p:spPr>
          <a:xfrm>
            <a:off x="6308640" y="1028880"/>
            <a:ext cx="2532960" cy="205668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6" name="Прямоугольник: скругленные углы 2"/>
          <p:cNvSpPr/>
          <p:nvPr/>
        </p:nvSpPr>
        <p:spPr>
          <a:xfrm>
            <a:off x="3604320" y="1014480"/>
            <a:ext cx="2532960" cy="205668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TextBox 10"/>
          <p:cNvSpPr/>
          <p:nvPr/>
        </p:nvSpPr>
        <p:spPr>
          <a:xfrm>
            <a:off x="3696480" y="1059120"/>
            <a:ext cx="23432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3696480" y="1843560"/>
            <a:ext cx="234324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6400080" y="1059120"/>
            <a:ext cx="234000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6400080" y="1843560"/>
            <a:ext cx="234000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3696480" y="3362040"/>
            <a:ext cx="5236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3696480" y="3713400"/>
            <a:ext cx="51465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" name="Прямоугольник со скругленными углами 3"/>
          <p:cNvSpPr/>
          <p:nvPr/>
        </p:nvSpPr>
        <p:spPr>
          <a:xfrm>
            <a:off x="384840" y="1028880"/>
            <a:ext cx="3002400" cy="356400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4" name="TextBox 15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313200" y="228600"/>
            <a:ext cx="8457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Рисунок 15" descr=""/>
          <p:cNvPicPr/>
          <p:nvPr/>
        </p:nvPicPr>
        <p:blipFill>
          <a:blip r:embed="rId1"/>
          <a:stretch/>
        </p:blipFill>
        <p:spPr>
          <a:xfrm>
            <a:off x="-877680" y="2245320"/>
            <a:ext cx="4613040" cy="3604680"/>
          </a:xfrm>
          <a:prstGeom prst="rect">
            <a:avLst/>
          </a:prstGeom>
          <a:ln w="0">
            <a:noFill/>
          </a:ln>
        </p:spPr>
      </p:pic>
      <p:sp>
        <p:nvSpPr>
          <p:cNvPr id="87" name="Овал 1"/>
          <p:cNvSpPr/>
          <p:nvPr/>
        </p:nvSpPr>
        <p:spPr>
          <a:xfrm>
            <a:off x="4157640" y="631080"/>
            <a:ext cx="899280" cy="89928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8" name="Овал 23"/>
          <p:cNvSpPr/>
          <p:nvPr/>
        </p:nvSpPr>
        <p:spPr>
          <a:xfrm>
            <a:off x="4157640" y="2127600"/>
            <a:ext cx="899280" cy="88740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9" name="Овал 29"/>
          <p:cNvSpPr/>
          <p:nvPr/>
        </p:nvSpPr>
        <p:spPr>
          <a:xfrm>
            <a:off x="4157640" y="3612240"/>
            <a:ext cx="899280" cy="89928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TextBox 10"/>
          <p:cNvSpPr/>
          <p:nvPr/>
        </p:nvSpPr>
        <p:spPr>
          <a:xfrm>
            <a:off x="5146560" y="4896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1" name="TextBox 10"/>
          <p:cNvSpPr/>
          <p:nvPr/>
        </p:nvSpPr>
        <p:spPr>
          <a:xfrm>
            <a:off x="5146560" y="1025280"/>
            <a:ext cx="357876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5142960" y="19854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5142960" y="2517840"/>
            <a:ext cx="357876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5142960" y="347076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5142960" y="4003560"/>
            <a:ext cx="357876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6" name="TextBox 14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264600" y="228600"/>
            <a:ext cx="3657240" cy="20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Овал 1"/>
          <p:cNvSpPr/>
          <p:nvPr/>
        </p:nvSpPr>
        <p:spPr>
          <a:xfrm>
            <a:off x="4238640" y="8312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9" name="Овал 23"/>
          <p:cNvSpPr/>
          <p:nvPr/>
        </p:nvSpPr>
        <p:spPr>
          <a:xfrm>
            <a:off x="4238640" y="2243880"/>
            <a:ext cx="899280" cy="887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0" name="Овал 29"/>
          <p:cNvSpPr/>
          <p:nvPr/>
        </p:nvSpPr>
        <p:spPr>
          <a:xfrm>
            <a:off x="4238640" y="366732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1" name="TextBox 10"/>
          <p:cNvSpPr/>
          <p:nvPr/>
        </p:nvSpPr>
        <p:spPr>
          <a:xfrm>
            <a:off x="5020200" y="7970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5020200" y="1332720"/>
            <a:ext cx="376452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5016600" y="215532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5016600" y="2687760"/>
            <a:ext cx="376452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5016600" y="358488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6" name="TextBox 10"/>
          <p:cNvSpPr/>
          <p:nvPr/>
        </p:nvSpPr>
        <p:spPr>
          <a:xfrm>
            <a:off x="5016600" y="4117320"/>
            <a:ext cx="37645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7" name="Прямоугольник со скругленными углами 3"/>
          <p:cNvSpPr/>
          <p:nvPr/>
        </p:nvSpPr>
        <p:spPr>
          <a:xfrm>
            <a:off x="384840" y="987840"/>
            <a:ext cx="3687480" cy="349668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8" name="TextBox 13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300600" y="228600"/>
            <a:ext cx="8614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Прямоугольник со скругленными углами 3"/>
          <p:cNvSpPr/>
          <p:nvPr/>
        </p:nvSpPr>
        <p:spPr>
          <a:xfrm>
            <a:off x="0" y="3075480"/>
            <a:ext cx="9143280" cy="249480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1" name="Прямоугольник: скругленные углы 20"/>
          <p:cNvSpPr/>
          <p:nvPr/>
        </p:nvSpPr>
        <p:spPr>
          <a:xfrm>
            <a:off x="474840" y="84168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2" name="TextBox 10"/>
          <p:cNvSpPr/>
          <p:nvPr/>
        </p:nvSpPr>
        <p:spPr>
          <a:xfrm>
            <a:off x="592920" y="97380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592920" y="175752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4" name="Прямоугольник: скругленные углы 29"/>
          <p:cNvSpPr/>
          <p:nvPr/>
        </p:nvSpPr>
        <p:spPr>
          <a:xfrm>
            <a:off x="3309120" y="84168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5" name="TextBox 10"/>
          <p:cNvSpPr/>
          <p:nvPr/>
        </p:nvSpPr>
        <p:spPr>
          <a:xfrm>
            <a:off x="3426840" y="97380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3426840" y="175752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7" name="Прямоугольник: скругленные углы 36"/>
          <p:cNvSpPr/>
          <p:nvPr/>
        </p:nvSpPr>
        <p:spPr>
          <a:xfrm>
            <a:off x="6143040" y="84168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" name="TextBox 10"/>
          <p:cNvSpPr/>
          <p:nvPr/>
        </p:nvSpPr>
        <p:spPr>
          <a:xfrm>
            <a:off x="6260760" y="97380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9" name="TextBox 10"/>
          <p:cNvSpPr/>
          <p:nvPr/>
        </p:nvSpPr>
        <p:spPr>
          <a:xfrm>
            <a:off x="6260760" y="175752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0" name="TextBox 13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7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457200" y="349200"/>
            <a:ext cx="8457840" cy="10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Прямоугольник: скругленные углы 15"/>
          <p:cNvSpPr/>
          <p:nvPr/>
        </p:nvSpPr>
        <p:spPr>
          <a:xfrm>
            <a:off x="5014080" y="250200"/>
            <a:ext cx="3820320" cy="4624920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3" name="Прямоугольник: скругленные углы 16"/>
          <p:cNvSpPr/>
          <p:nvPr/>
        </p:nvSpPr>
        <p:spPr>
          <a:xfrm>
            <a:off x="329400" y="250200"/>
            <a:ext cx="4424760" cy="4624920"/>
          </a:xfrm>
          <a:prstGeom prst="roundRect">
            <a:avLst>
              <a:gd name="adj" fmla="val 6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4" name="TextBox 10"/>
          <p:cNvSpPr/>
          <p:nvPr/>
        </p:nvSpPr>
        <p:spPr>
          <a:xfrm>
            <a:off x="581760" y="828720"/>
            <a:ext cx="3901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5" name="TextBox 10"/>
          <p:cNvSpPr/>
          <p:nvPr/>
        </p:nvSpPr>
        <p:spPr>
          <a:xfrm>
            <a:off x="581760" y="1364400"/>
            <a:ext cx="390168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6" name="TextBox 10"/>
          <p:cNvSpPr/>
          <p:nvPr/>
        </p:nvSpPr>
        <p:spPr>
          <a:xfrm>
            <a:off x="578160" y="2154600"/>
            <a:ext cx="3901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578160" y="2687040"/>
            <a:ext cx="390168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578160" y="3482280"/>
            <a:ext cx="3901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578160" y="4015080"/>
            <a:ext cx="390168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8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493200" y="300600"/>
            <a:ext cx="4078440" cy="84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3"/>
          <p:cNvSpPr/>
          <p:nvPr/>
        </p:nvSpPr>
        <p:spPr>
          <a:xfrm>
            <a:off x="479160" y="2886480"/>
            <a:ext cx="365040" cy="359640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Shape 3"/>
          <p:cNvSpPr/>
          <p:nvPr/>
        </p:nvSpPr>
        <p:spPr>
          <a:xfrm>
            <a:off x="3440880" y="2886480"/>
            <a:ext cx="365040" cy="359640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Shape 3"/>
          <p:cNvSpPr/>
          <p:nvPr/>
        </p:nvSpPr>
        <p:spPr>
          <a:xfrm>
            <a:off x="6402960" y="2886480"/>
            <a:ext cx="365040" cy="359640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Box 11"/>
          <p:cNvSpPr/>
          <p:nvPr/>
        </p:nvSpPr>
        <p:spPr>
          <a:xfrm>
            <a:off x="479160" y="288360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6" name="TextBox 15"/>
          <p:cNvSpPr/>
          <p:nvPr/>
        </p:nvSpPr>
        <p:spPr>
          <a:xfrm>
            <a:off x="3440880" y="288360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7" name="TextBox 19"/>
          <p:cNvSpPr/>
          <p:nvPr/>
        </p:nvSpPr>
        <p:spPr>
          <a:xfrm>
            <a:off x="6402960" y="288360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Arial"/>
                <a:ea typeface="DejaVu Sans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8" name="TextBox 10"/>
          <p:cNvSpPr/>
          <p:nvPr/>
        </p:nvSpPr>
        <p:spPr>
          <a:xfrm>
            <a:off x="858960" y="2571840"/>
            <a:ext cx="23547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9" name="TextBox 10"/>
          <p:cNvSpPr/>
          <p:nvPr/>
        </p:nvSpPr>
        <p:spPr>
          <a:xfrm>
            <a:off x="858960" y="3356280"/>
            <a:ext cx="235476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0" name="TextBox 10"/>
          <p:cNvSpPr/>
          <p:nvPr/>
        </p:nvSpPr>
        <p:spPr>
          <a:xfrm>
            <a:off x="3821040" y="2571840"/>
            <a:ext cx="23547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1" name="TextBox 10"/>
          <p:cNvSpPr/>
          <p:nvPr/>
        </p:nvSpPr>
        <p:spPr>
          <a:xfrm>
            <a:off x="3821040" y="3356280"/>
            <a:ext cx="235476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2" name="TextBox 10"/>
          <p:cNvSpPr/>
          <p:nvPr/>
        </p:nvSpPr>
        <p:spPr>
          <a:xfrm>
            <a:off x="6782760" y="2571840"/>
            <a:ext cx="22939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3" name="TextBox 10"/>
          <p:cNvSpPr/>
          <p:nvPr/>
        </p:nvSpPr>
        <p:spPr>
          <a:xfrm>
            <a:off x="6782760" y="3356280"/>
            <a:ext cx="22939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4" name="Прямоугольник со скругленными углами 3"/>
          <p:cNvSpPr/>
          <p:nvPr/>
        </p:nvSpPr>
        <p:spPr>
          <a:xfrm>
            <a:off x="0" y="-478800"/>
            <a:ext cx="9143280" cy="232776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5" name="TextBox 20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9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228600" y="2057400"/>
            <a:ext cx="8686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Прямоугольник со скругленными углами 3"/>
          <p:cNvSpPr/>
          <p:nvPr/>
        </p:nvSpPr>
        <p:spPr>
          <a:xfrm>
            <a:off x="186840" y="1782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8" name="Прямоугольник 10"/>
          <p:cNvSpPr/>
          <p:nvPr/>
        </p:nvSpPr>
        <p:spPr>
          <a:xfrm>
            <a:off x="460080" y="622080"/>
            <a:ext cx="692568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149" name="Рисунок 11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2305</TotalTime>
  <Application>LibreOffice/7.3.7.2$Linux_X86_64 LibreOffice_project/30$Build-2</Application>
  <AppVersion>15.0000</AppVersion>
  <Words>148</Words>
  <Paragraphs>107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2025-06-19T14:52:14Z</dcterms:modified>
  <cp:revision>58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Экран (16:9)</vt:lpwstr>
  </property>
  <property fmtid="{D5CDD505-2E9C-101B-9397-08002B2CF9AE}" pid="4" name="Slides">
    <vt:i4>12</vt:i4>
  </property>
</Properties>
</file>