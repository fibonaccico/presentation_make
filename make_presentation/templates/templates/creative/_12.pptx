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7810056-C819-4266-B179-A828969C062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8080B7-B40A-4A42-AD0D-483B6E22DCE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C5580D2-EEC2-42EA-8E6E-D1CE3DFDD250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6F046A-10B4-41CE-9ADB-99118CB2BE1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54DABA-38D8-440D-A49D-45F95456951D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46F51A-C6FB-4DC5-927D-DB6BCDE475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195E8E-08B3-4C2A-AE87-77166A8165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08B370-4987-4812-A754-A5CDD0B674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E43CB7-26DC-4418-B804-84411FAD59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65D2C8-425E-4550-8DAB-66AFD0F410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E99E0B-DAD9-46A7-9810-AD89B37D54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43A759-C640-469F-9F60-1B4DD1C4C9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621A3A-4A8A-4811-918C-7FCE5E4E5D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A68F3D-D41F-4FF2-98E7-5A2464A971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49DD1C-063B-47C1-890A-B5A9195A16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B398AE-41E9-4A4C-9307-C07A815F91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056121-E6FC-4133-B8FA-9F8E0ABEBD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D8B8B9-5519-4C58-8356-67A42C7E0167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Прямоугольник со скругленными углами 3"/>
          <p:cNvSpPr/>
          <p:nvPr/>
        </p:nvSpPr>
        <p:spPr>
          <a:xfrm>
            <a:off x="3848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Прямоугольник со скругленными углами 3"/>
          <p:cNvSpPr/>
          <p:nvPr/>
        </p:nvSpPr>
        <p:spPr>
          <a:xfrm>
            <a:off x="0" y="3075480"/>
            <a:ext cx="9143280" cy="24948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TextBox 10"/>
          <p:cNvSpPr/>
          <p:nvPr/>
        </p:nvSpPr>
        <p:spPr>
          <a:xfrm>
            <a:off x="59292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TextBox 10"/>
          <p:cNvSpPr/>
          <p:nvPr/>
        </p:nvSpPr>
        <p:spPr>
          <a:xfrm>
            <a:off x="342684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10"/>
          <p:cNvSpPr/>
          <p:nvPr/>
        </p:nvSpPr>
        <p:spPr>
          <a:xfrm>
            <a:off x="626076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84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Прямоугольник: скругленные углы 15"/>
          <p:cNvSpPr/>
          <p:nvPr/>
        </p:nvSpPr>
        <p:spPr>
          <a:xfrm>
            <a:off x="5014080" y="250200"/>
            <a:ext cx="382032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Прямоугольник: скругленные углы 16"/>
          <p:cNvSpPr/>
          <p:nvPr/>
        </p:nvSpPr>
        <p:spPr>
          <a:xfrm>
            <a:off x="329400" y="250200"/>
            <a:ext cx="4424760" cy="462492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TextBox 10"/>
          <p:cNvSpPr/>
          <p:nvPr/>
        </p:nvSpPr>
        <p:spPr>
          <a:xfrm>
            <a:off x="581760" y="82872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81760" y="1364400"/>
            <a:ext cx="39016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215460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2687040"/>
            <a:ext cx="390168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578160" y="348228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578160" y="4015080"/>
            <a:ext cx="39016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" y="300600"/>
            <a:ext cx="4078440" cy="8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3"/>
          <p:cNvSpPr/>
          <p:nvPr/>
        </p:nvSpPr>
        <p:spPr>
          <a:xfrm>
            <a:off x="4791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3"/>
          <p:cNvSpPr/>
          <p:nvPr/>
        </p:nvSpPr>
        <p:spPr>
          <a:xfrm>
            <a:off x="344088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3"/>
          <p:cNvSpPr/>
          <p:nvPr/>
        </p:nvSpPr>
        <p:spPr>
          <a:xfrm>
            <a:off x="64029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Box 11"/>
          <p:cNvSpPr/>
          <p:nvPr/>
        </p:nvSpPr>
        <p:spPr>
          <a:xfrm>
            <a:off x="4791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344088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4029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85896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5896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82104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82104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6782760" y="2571840"/>
            <a:ext cx="2293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782760" y="3356280"/>
            <a:ext cx="22939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6" name="Прямоугольник со скругленными углами 3"/>
          <p:cNvSpPr/>
          <p:nvPr/>
        </p:nvSpPr>
        <p:spPr>
          <a:xfrm>
            <a:off x="0" y="-478800"/>
            <a:ext cx="9143280" cy="232776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8600" y="2057400"/>
            <a:ext cx="8686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со скругленными углами 3"/>
          <p:cNvSpPr/>
          <p:nvPr/>
        </p:nvSpPr>
        <p:spPr>
          <a:xfrm>
            <a:off x="0" y="-478800"/>
            <a:ext cx="9143280" cy="1765800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" name="TextBox 10"/>
          <p:cNvSpPr/>
          <p:nvPr/>
        </p:nvSpPr>
        <p:spPr>
          <a:xfrm>
            <a:off x="38484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8484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323928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323928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609372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609372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6" name="Прямая соединительная линия 2"/>
          <p:cNvSpPr/>
          <p:nvPr/>
        </p:nvSpPr>
        <p:spPr>
          <a:xfrm>
            <a:off x="314928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Прямая соединительная линия 11"/>
          <p:cNvSpPr/>
          <p:nvPr/>
        </p:nvSpPr>
        <p:spPr>
          <a:xfrm>
            <a:off x="601452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Прямая соединительная линия 30"/>
          <p:cNvSpPr/>
          <p:nvPr/>
        </p:nvSpPr>
        <p:spPr>
          <a:xfrm flipH="1">
            <a:off x="485640" y="2525760"/>
            <a:ext cx="8365320" cy="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TextBox 12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13200" y="156600"/>
            <a:ext cx="8457840" cy="7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Прямоугольник: скругленные углы 12"/>
          <p:cNvSpPr/>
          <p:nvPr/>
        </p:nvSpPr>
        <p:spPr>
          <a:xfrm>
            <a:off x="38484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Прямоугольник: скругленные углы 11"/>
          <p:cNvSpPr/>
          <p:nvPr/>
        </p:nvSpPr>
        <p:spPr>
          <a:xfrm>
            <a:off x="309168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Прямоугольник: скругленные углы 2"/>
          <p:cNvSpPr/>
          <p:nvPr/>
        </p:nvSpPr>
        <p:spPr>
          <a:xfrm>
            <a:off x="3877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" name="TextBox 10"/>
          <p:cNvSpPr/>
          <p:nvPr/>
        </p:nvSpPr>
        <p:spPr>
          <a:xfrm>
            <a:off x="4798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4798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318312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318312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68" name="TextBox 10"/>
          <p:cNvSpPr/>
          <p:nvPr/>
        </p:nvSpPr>
        <p:spPr>
          <a:xfrm>
            <a:off x="47952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9" name="TextBox 10"/>
          <p:cNvSpPr/>
          <p:nvPr/>
        </p:nvSpPr>
        <p:spPr>
          <a:xfrm>
            <a:off x="47952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0" name="Прямоугольник со скругленными углами 3"/>
          <p:cNvSpPr/>
          <p:nvPr/>
        </p:nvSpPr>
        <p:spPr>
          <a:xfrm>
            <a:off x="5808240" y="1028880"/>
            <a:ext cx="312804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1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11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401400" y="239760"/>
            <a:ext cx="8457840" cy="8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Прямоугольник 5"/>
          <p:cNvSpPr/>
          <p:nvPr/>
        </p:nvSpPr>
        <p:spPr>
          <a:xfrm>
            <a:off x="1640880" y="448992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5" name="Изображение 40"/>
          <p:cNvSpPr/>
          <p:nvPr/>
        </p:nvSpPr>
        <p:spPr>
          <a:xfrm>
            <a:off x="867240" y="348804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6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9160" cy="1133280"/>
          </a:xfrm>
          <a:prstGeom prst="rect">
            <a:avLst/>
          </a:prstGeom>
          <a:ln w="0">
            <a:noFill/>
          </a:ln>
        </p:spPr>
      </p:pic>
      <p:sp>
        <p:nvSpPr>
          <p:cNvPr id="177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78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2025-09-17T11:47:09Z</dcterms:modified>
  <cp:revision>56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