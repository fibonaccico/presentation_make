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ic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k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o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v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h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sl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id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F5AD52E-88AE-4F60-89E5-F4E1DFCE467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7092BC-4942-4D9B-90F5-01C5E61933EE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9D8BF06-31F0-4320-BEDC-72B5EF6AC35E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635CC55-4B2A-4EA1-8B54-F0583D31642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049B1DC-8934-4CA6-BD9E-89AB57F31252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147804-8266-44E0-9338-506DE834350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44A633-C7D4-415A-84BC-C0F5DF399F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1F18926-DC36-45EF-ABEA-FFA8FA0310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C2E88D-4968-4A81-BFE8-710E123C61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468A07-BF54-4F4E-93FA-A9FC87272F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640" cy="82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A3F69CD-0118-4452-B3E1-2C1418B0E5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74E0D54-12C5-4CB6-82D3-B2A35D3254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B64FF8-6203-4DF9-8205-B3E603B947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60F32EF-E53B-4207-B87B-DA41232B8FC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4FA4EF-3646-45EC-A621-5102D62168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EDA6E5-DC52-4F21-A816-1BAEB9A053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371158-855E-4215-BEE8-E28456E9355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45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en-US" sz="4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b8b8b"/>
                </a:solidFill>
                <a:latin typeface="Calibri"/>
              </a:rPr>
              <a:t> 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 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2A2BB8-F3FD-414D-A78E-3D097FB56FF5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11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15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604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10040" cy="3133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10040" cy="313344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9640" cy="8996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9640" cy="88776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9640" cy="8996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88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88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88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840" cy="34970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21200" y="228600"/>
            <a:ext cx="84582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57200" y="22860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6560" cy="132120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3320" cy="205704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3320" cy="205704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36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360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4036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403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656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92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760" cy="356436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13200" y="228600"/>
            <a:ext cx="84582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400" cy="360504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9640" cy="8996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9640" cy="88776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9640" cy="8996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912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912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9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64600" y="228600"/>
            <a:ext cx="3657600" cy="2016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9640" cy="8996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9640" cy="88776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9640" cy="8996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88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88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8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88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840" cy="34970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00600" y="228600"/>
            <a:ext cx="8614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0" y="3075480"/>
            <a:ext cx="9143640" cy="249516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0"/>
          <p:cNvSpPr/>
          <p:nvPr/>
        </p:nvSpPr>
        <p:spPr>
          <a:xfrm>
            <a:off x="474840" y="84168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592920" y="97380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592920" y="175752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29"/>
          <p:cNvSpPr/>
          <p:nvPr/>
        </p:nvSpPr>
        <p:spPr>
          <a:xfrm>
            <a:off x="3309120" y="84168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3426840" y="97380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3426840" y="175752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Прямоугольник: скругленные углы 36"/>
          <p:cNvSpPr/>
          <p:nvPr/>
        </p:nvSpPr>
        <p:spPr>
          <a:xfrm>
            <a:off x="6143040" y="841680"/>
            <a:ext cx="2557080" cy="205560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10"/>
          <p:cNvSpPr/>
          <p:nvPr/>
        </p:nvSpPr>
        <p:spPr>
          <a:xfrm>
            <a:off x="6260760" y="973800"/>
            <a:ext cx="22899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6260760" y="1757520"/>
            <a:ext cx="228996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13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57200" y="349200"/>
            <a:ext cx="8458200" cy="102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Прямоугольник: скругленные углы 15"/>
          <p:cNvSpPr/>
          <p:nvPr/>
        </p:nvSpPr>
        <p:spPr>
          <a:xfrm>
            <a:off x="5014080" y="250200"/>
            <a:ext cx="3820680" cy="462528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Прямоугольник: скругленные углы 16"/>
          <p:cNvSpPr/>
          <p:nvPr/>
        </p:nvSpPr>
        <p:spPr>
          <a:xfrm>
            <a:off x="329400" y="250200"/>
            <a:ext cx="4425120" cy="462528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TextBox 10"/>
          <p:cNvSpPr/>
          <p:nvPr/>
        </p:nvSpPr>
        <p:spPr>
          <a:xfrm>
            <a:off x="581760" y="828720"/>
            <a:ext cx="390204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81760" y="1364400"/>
            <a:ext cx="390204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2154600"/>
            <a:ext cx="390204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2687040"/>
            <a:ext cx="390204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578160" y="3482280"/>
            <a:ext cx="390204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578160" y="4015080"/>
            <a:ext cx="390204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10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493200" y="300600"/>
            <a:ext cx="4078800" cy="84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3"/>
          <p:cNvSpPr/>
          <p:nvPr/>
        </p:nvSpPr>
        <p:spPr>
          <a:xfrm>
            <a:off x="479160" y="2886480"/>
            <a:ext cx="365400" cy="36000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Shape 3"/>
          <p:cNvSpPr/>
          <p:nvPr/>
        </p:nvSpPr>
        <p:spPr>
          <a:xfrm>
            <a:off x="3440880" y="2886480"/>
            <a:ext cx="365400" cy="36000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Shape 3"/>
          <p:cNvSpPr/>
          <p:nvPr/>
        </p:nvSpPr>
        <p:spPr>
          <a:xfrm>
            <a:off x="6402960" y="2886480"/>
            <a:ext cx="365400" cy="36000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Box 11"/>
          <p:cNvSpPr/>
          <p:nvPr/>
        </p:nvSpPr>
        <p:spPr>
          <a:xfrm>
            <a:off x="479160" y="288360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3440880" y="288360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6402960" y="288360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858960" y="2571840"/>
            <a:ext cx="235512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858960" y="3356280"/>
            <a:ext cx="235512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821040" y="2571840"/>
            <a:ext cx="235512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821040" y="3356280"/>
            <a:ext cx="235512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6782760" y="2571840"/>
            <a:ext cx="2294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6782760" y="3356280"/>
            <a:ext cx="22942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6" name="Прямоугольник со скругленными углами 3"/>
          <p:cNvSpPr/>
          <p:nvPr/>
        </p:nvSpPr>
        <p:spPr>
          <a:xfrm>
            <a:off x="0" y="-478800"/>
            <a:ext cx="9143640" cy="23281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28600" y="2057400"/>
            <a:ext cx="8686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Прямоугольник со скругленными углами 3"/>
          <p:cNvSpPr/>
          <p:nvPr/>
        </p:nvSpPr>
        <p:spPr>
          <a:xfrm>
            <a:off x="0" y="-478800"/>
            <a:ext cx="9143640" cy="1766160"/>
          </a:xfrm>
          <a:prstGeom prst="roundRect">
            <a:avLst>
              <a:gd name="adj" fmla="val 1229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0" name="TextBox 10"/>
          <p:cNvSpPr/>
          <p:nvPr/>
        </p:nvSpPr>
        <p:spPr>
          <a:xfrm>
            <a:off x="384840" y="172620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84840" y="26110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3239280" y="172620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3239280" y="26110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6093720" y="172620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6093720" y="26110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6" name="Прямая соединительная линия 2"/>
          <p:cNvSpPr/>
          <p:nvPr/>
        </p:nvSpPr>
        <p:spPr>
          <a:xfrm>
            <a:off x="314928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Прямая соединительная линия 11"/>
          <p:cNvSpPr/>
          <p:nvPr/>
        </p:nvSpPr>
        <p:spPr>
          <a:xfrm>
            <a:off x="601452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8" name="Прямая соединительная линия 30"/>
          <p:cNvSpPr/>
          <p:nvPr/>
        </p:nvSpPr>
        <p:spPr>
          <a:xfrm flipH="1">
            <a:off x="485640" y="2525760"/>
            <a:ext cx="836532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9" name="TextBox 12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13200" y="156600"/>
            <a:ext cx="8458200" cy="75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Прямоугольник: скругленные углы 12"/>
          <p:cNvSpPr/>
          <p:nvPr/>
        </p:nvSpPr>
        <p:spPr>
          <a:xfrm>
            <a:off x="384840" y="3271680"/>
            <a:ext cx="5236560" cy="132120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2" name="Прямоугольник: скругленные углы 11"/>
          <p:cNvSpPr/>
          <p:nvPr/>
        </p:nvSpPr>
        <p:spPr>
          <a:xfrm>
            <a:off x="3091680" y="1028880"/>
            <a:ext cx="2533320" cy="205704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3" name="Прямоугольник: скругленные углы 2"/>
          <p:cNvSpPr/>
          <p:nvPr/>
        </p:nvSpPr>
        <p:spPr>
          <a:xfrm>
            <a:off x="387720" y="1014480"/>
            <a:ext cx="2533320" cy="205704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4" name="TextBox 10"/>
          <p:cNvSpPr/>
          <p:nvPr/>
        </p:nvSpPr>
        <p:spPr>
          <a:xfrm>
            <a:off x="479880" y="1059120"/>
            <a:ext cx="23436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479880" y="1843560"/>
            <a:ext cx="234360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3183120" y="1059120"/>
            <a:ext cx="234036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7" name="TextBox 10"/>
          <p:cNvSpPr/>
          <p:nvPr/>
        </p:nvSpPr>
        <p:spPr>
          <a:xfrm>
            <a:off x="3183120" y="1843560"/>
            <a:ext cx="23403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8" name="TextBox 10"/>
          <p:cNvSpPr/>
          <p:nvPr/>
        </p:nvSpPr>
        <p:spPr>
          <a:xfrm>
            <a:off x="479520" y="3362040"/>
            <a:ext cx="523656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9" name="TextBox 10"/>
          <p:cNvSpPr/>
          <p:nvPr/>
        </p:nvSpPr>
        <p:spPr>
          <a:xfrm>
            <a:off x="479520" y="3713400"/>
            <a:ext cx="514692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0" name="Прямоугольник со скругленными углами 3"/>
          <p:cNvSpPr/>
          <p:nvPr/>
        </p:nvSpPr>
        <p:spPr>
          <a:xfrm>
            <a:off x="5808240" y="1028880"/>
            <a:ext cx="3128400" cy="356436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1" name="TextBox 15"/>
          <p:cNvSpPr/>
          <p:nvPr/>
        </p:nvSpPr>
        <p:spPr>
          <a:xfrm>
            <a:off x="8519760" y="4831560"/>
            <a:ext cx="484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11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01400" y="239760"/>
            <a:ext cx="8458200" cy="819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Прямоугольник со скругленными углами 3"/>
          <p:cNvSpPr/>
          <p:nvPr/>
        </p:nvSpPr>
        <p:spPr>
          <a:xfrm>
            <a:off x="186840" y="1782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4" name="Прямоугольник 5"/>
          <p:cNvSpPr/>
          <p:nvPr/>
        </p:nvSpPr>
        <p:spPr>
          <a:xfrm>
            <a:off x="1640880" y="448992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5" name="Изображение 40"/>
          <p:cNvSpPr/>
          <p:nvPr/>
        </p:nvSpPr>
        <p:spPr>
          <a:xfrm>
            <a:off x="867240" y="3488040"/>
            <a:ext cx="257040" cy="25704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6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9520" cy="1133640"/>
          </a:xfrm>
          <a:prstGeom prst="rect">
            <a:avLst/>
          </a:prstGeom>
          <a:ln w="0">
            <a:noFill/>
          </a:ln>
        </p:spPr>
      </p:pic>
      <p:sp>
        <p:nvSpPr>
          <p:cNvPr id="177" name="Прямоугольник 10"/>
          <p:cNvSpPr/>
          <p:nvPr/>
        </p:nvSpPr>
        <p:spPr>
          <a:xfrm>
            <a:off x="460080" y="622080"/>
            <a:ext cx="692604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78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10040" cy="3133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2304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2025-06-19T14:46:56Z</dcterms:modified>
  <cp:revision>55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