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4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</a:t>
            </a:r>
            <a:r>
              <a:rPr b="0" lang="en-US" sz="4400" spc="-1" strike="noStrike">
                <a:latin typeface="Arial"/>
              </a:rPr>
              <a:t>move </a:t>
            </a:r>
            <a:r>
              <a:rPr b="0" lang="en-US" sz="4400" spc="-1" strike="noStrike">
                <a:latin typeface="Arial"/>
              </a:rPr>
              <a:t>the slide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</a:t>
            </a:r>
            <a:r>
              <a:rPr b="0" lang="en-US" sz="2000" spc="-1" strike="noStrike">
                <a:latin typeface="Arial"/>
              </a:rPr>
              <a:t>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18A0B1EC-2E5D-434B-AA57-9524BBAAC084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0D219C2-E03D-424F-9205-372CF0CFB9FD}" type="slidenum">
              <a:rPr b="0" lang="ru-RU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238FD91-4166-4AD7-99AA-4A7FCC2CB561}" type="slidenum">
              <a:rPr b="0" lang="ru-RU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13DF319-10D3-4F71-8D38-972E65DA8FF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2AA9EAD-4631-4516-93FD-44854C87351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D984343-16D7-4658-9E02-6887816C113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659923A-09E3-4504-92B7-2E147B6EE29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5049922-B17D-444A-AA67-F73645D8D6A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1143000" y="841680"/>
            <a:ext cx="6857280" cy="8298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C0E770C-7CB8-4B4D-9ED0-E971D49CED4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88176A7-D21D-4EF8-AC67-D10C18F0774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68BEF1B-D823-4A35-9F0F-162A511F219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CBB2687-8F9D-4751-A00A-D203B776353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5E0F2EA-7081-4ECB-A20F-0AD8F86CB57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F6C0493-D5D5-45C3-BB0A-F0B2D3915DF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C465C0B-8AB7-4BE4-B64B-14956BEF248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e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</a:t>
            </a:r>
            <a:r>
              <a:rPr b="0" lang="en-US" sz="1800" spc="-1" strike="noStrike">
                <a:latin typeface="Arial"/>
              </a:rPr>
              <a:t>ck </a:t>
            </a:r>
            <a:r>
              <a:rPr b="0" lang="en-US" sz="1800" spc="-1" strike="noStrike">
                <a:latin typeface="Arial"/>
              </a:rPr>
              <a:t>to </a:t>
            </a:r>
            <a:r>
              <a:rPr b="0" lang="en-US" sz="1800" spc="-1" strike="noStrike">
                <a:latin typeface="Arial"/>
              </a:rPr>
              <a:t>edi</a:t>
            </a:r>
            <a:r>
              <a:rPr b="0" lang="en-US" sz="1800" spc="-1" strike="noStrike">
                <a:latin typeface="Arial"/>
              </a:rPr>
              <a:t>t </a:t>
            </a:r>
            <a:r>
              <a:rPr b="0" lang="en-US" sz="1800" spc="-1" strike="noStrike">
                <a:latin typeface="Arial"/>
              </a:rPr>
              <a:t>th</a:t>
            </a:r>
            <a:r>
              <a:rPr b="0" lang="en-US" sz="1800" spc="-1" strike="noStrike">
                <a:latin typeface="Arial"/>
              </a:rPr>
              <a:t>e </a:t>
            </a:r>
            <a:r>
              <a:rPr b="0" lang="en-US" sz="1800" spc="-1" strike="noStrike">
                <a:latin typeface="Arial"/>
              </a:rPr>
              <a:t>titl</a:t>
            </a:r>
            <a:r>
              <a:rPr b="0" lang="en-US" sz="1800" spc="-1" strike="noStrike">
                <a:latin typeface="Arial"/>
              </a:rPr>
              <a:t>e </a:t>
            </a:r>
            <a:r>
              <a:rPr b="0" lang="en-US" sz="1800" spc="-1" strike="noStrike">
                <a:latin typeface="Arial"/>
              </a:rPr>
              <a:t>tex</a:t>
            </a:r>
            <a:r>
              <a:rPr b="0" lang="en-US" sz="1800" spc="-1" strike="noStrike">
                <a:latin typeface="Arial"/>
              </a:rPr>
              <a:t>t </a:t>
            </a:r>
            <a:r>
              <a:rPr b="0" lang="en-US" sz="1800" spc="-1" strike="noStrike">
                <a:latin typeface="Arial"/>
              </a:rPr>
              <a:t>for</a:t>
            </a:r>
            <a:r>
              <a:rPr b="0" lang="en-US" sz="1800" spc="-1" strike="noStrike">
                <a:latin typeface="Arial"/>
              </a:rPr>
              <a:t>m</a:t>
            </a:r>
            <a:r>
              <a:rPr b="0" lang="en-US" sz="1800" spc="-1" strike="noStrike">
                <a:latin typeface="Arial"/>
              </a:rPr>
              <a:t>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029040" y="4767120"/>
            <a:ext cx="308556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6458040" y="4767120"/>
            <a:ext cx="20566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9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3DE6196-D2D1-4B09-9E72-FBBFE095B493}" type="slidenum">
              <a:rPr b="0" lang="en-US" sz="9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9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628560" y="4767120"/>
            <a:ext cx="20566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Прямоугольник со скругленными углами 3"/>
          <p:cNvSpPr/>
          <p:nvPr/>
        </p:nvSpPr>
        <p:spPr>
          <a:xfrm>
            <a:off x="186840" y="178200"/>
            <a:ext cx="8769960" cy="475776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8" name="Прямоугольник 10"/>
          <p:cNvSpPr/>
          <p:nvPr/>
        </p:nvSpPr>
        <p:spPr>
          <a:xfrm>
            <a:off x="460080" y="622080"/>
            <a:ext cx="6925680" cy="330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1" lang="en-US" sz="6600" spc="-1" strike="noStrike">
                <a:solidFill>
                  <a:srgbClr val="ffc000"/>
                </a:solidFill>
                <a:latin typeface="Arial"/>
                <a:ea typeface="DejaVu Sans"/>
              </a:rPr>
              <a:t>TITLE</a:t>
            </a:r>
            <a:endParaRPr b="0" lang="en-US" sz="6600" spc="-1" strike="noStrike">
              <a:latin typeface="Arial"/>
            </a:endParaRPr>
          </a:p>
        </p:txBody>
      </p:sp>
      <p:pic>
        <p:nvPicPr>
          <p:cNvPr id="49" name="Рисунок 3" descr=""/>
          <p:cNvPicPr/>
          <p:nvPr/>
        </p:nvPicPr>
        <p:blipFill>
          <a:blip r:embed="rId1"/>
          <a:stretch/>
        </p:blipFill>
        <p:spPr>
          <a:xfrm>
            <a:off x="5753880" y="2557440"/>
            <a:ext cx="4009680" cy="3133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Рисунок 17" descr=""/>
          <p:cNvPicPr/>
          <p:nvPr/>
        </p:nvPicPr>
        <p:blipFill>
          <a:blip r:embed="rId1"/>
          <a:stretch/>
        </p:blipFill>
        <p:spPr>
          <a:xfrm>
            <a:off x="5753880" y="2557440"/>
            <a:ext cx="4009680" cy="3133080"/>
          </a:xfrm>
          <a:prstGeom prst="rect">
            <a:avLst/>
          </a:prstGeom>
          <a:ln w="0">
            <a:noFill/>
          </a:ln>
        </p:spPr>
      </p:pic>
      <p:sp>
        <p:nvSpPr>
          <p:cNvPr id="51" name="Овал 1"/>
          <p:cNvSpPr/>
          <p:nvPr/>
        </p:nvSpPr>
        <p:spPr>
          <a:xfrm>
            <a:off x="185760" y="831240"/>
            <a:ext cx="899280" cy="89928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2" name="Овал 23"/>
          <p:cNvSpPr/>
          <p:nvPr/>
        </p:nvSpPr>
        <p:spPr>
          <a:xfrm>
            <a:off x="185760" y="2381400"/>
            <a:ext cx="899280" cy="88740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3" name="Овал 29"/>
          <p:cNvSpPr/>
          <p:nvPr/>
        </p:nvSpPr>
        <p:spPr>
          <a:xfrm>
            <a:off x="185760" y="3860640"/>
            <a:ext cx="899280" cy="89928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4" name="TextBox 10"/>
          <p:cNvSpPr/>
          <p:nvPr/>
        </p:nvSpPr>
        <p:spPr>
          <a:xfrm>
            <a:off x="967680" y="797040"/>
            <a:ext cx="376452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5" name="TextBox 10"/>
          <p:cNvSpPr/>
          <p:nvPr/>
        </p:nvSpPr>
        <p:spPr>
          <a:xfrm>
            <a:off x="967680" y="1332720"/>
            <a:ext cx="3764520" cy="78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6" name="TextBox 10"/>
          <p:cNvSpPr/>
          <p:nvPr/>
        </p:nvSpPr>
        <p:spPr>
          <a:xfrm>
            <a:off x="964080" y="2292480"/>
            <a:ext cx="376452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7" name="TextBox 10"/>
          <p:cNvSpPr/>
          <p:nvPr/>
        </p:nvSpPr>
        <p:spPr>
          <a:xfrm>
            <a:off x="964080" y="2825280"/>
            <a:ext cx="3764520" cy="84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8" name="TextBox 10"/>
          <p:cNvSpPr/>
          <p:nvPr/>
        </p:nvSpPr>
        <p:spPr>
          <a:xfrm>
            <a:off x="964080" y="3777840"/>
            <a:ext cx="376452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9" name="TextBox 10"/>
          <p:cNvSpPr/>
          <p:nvPr/>
        </p:nvSpPr>
        <p:spPr>
          <a:xfrm>
            <a:off x="964080" y="4310640"/>
            <a:ext cx="3764520" cy="79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0" name="Прямоугольник со скругленными углами 3"/>
          <p:cNvSpPr/>
          <p:nvPr/>
        </p:nvSpPr>
        <p:spPr>
          <a:xfrm>
            <a:off x="5084640" y="987840"/>
            <a:ext cx="3687480" cy="349668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1" name="TextBox 13"/>
          <p:cNvSpPr/>
          <p:nvPr/>
        </p:nvSpPr>
        <p:spPr>
          <a:xfrm>
            <a:off x="8519760" y="4831560"/>
            <a:ext cx="4845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62" name=""/>
          <p:cNvSpPr/>
          <p:nvPr/>
        </p:nvSpPr>
        <p:spPr>
          <a:xfrm>
            <a:off x="421200" y="228600"/>
            <a:ext cx="84578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latin typeface="Arial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Прямоугольник: скругленные углы 20"/>
          <p:cNvSpPr/>
          <p:nvPr/>
        </p:nvSpPr>
        <p:spPr>
          <a:xfrm>
            <a:off x="506520" y="1484640"/>
            <a:ext cx="2556720" cy="205524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4" name="TextBox 10"/>
          <p:cNvSpPr/>
          <p:nvPr/>
        </p:nvSpPr>
        <p:spPr>
          <a:xfrm>
            <a:off x="624240" y="1616760"/>
            <a:ext cx="228960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5" name="TextBox 10"/>
          <p:cNvSpPr/>
          <p:nvPr/>
        </p:nvSpPr>
        <p:spPr>
          <a:xfrm>
            <a:off x="624240" y="2400480"/>
            <a:ext cx="2289600" cy="116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6" name="Прямоугольник: скругленные углы 29"/>
          <p:cNvSpPr/>
          <p:nvPr/>
        </p:nvSpPr>
        <p:spPr>
          <a:xfrm>
            <a:off x="3309120" y="2066040"/>
            <a:ext cx="2556720" cy="205524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7" name="TextBox 10"/>
          <p:cNvSpPr/>
          <p:nvPr/>
        </p:nvSpPr>
        <p:spPr>
          <a:xfrm>
            <a:off x="3426840" y="2198160"/>
            <a:ext cx="228960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8" name="TextBox 10"/>
          <p:cNvSpPr/>
          <p:nvPr/>
        </p:nvSpPr>
        <p:spPr>
          <a:xfrm>
            <a:off x="3426840" y="2981880"/>
            <a:ext cx="2289600" cy="116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9" name="Прямоугольник: скругленные углы 36"/>
          <p:cNvSpPr/>
          <p:nvPr/>
        </p:nvSpPr>
        <p:spPr>
          <a:xfrm>
            <a:off x="6111720" y="2659320"/>
            <a:ext cx="2556720" cy="205524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0" name="TextBox 10"/>
          <p:cNvSpPr/>
          <p:nvPr/>
        </p:nvSpPr>
        <p:spPr>
          <a:xfrm>
            <a:off x="6229440" y="2791440"/>
            <a:ext cx="228960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71" name="TextBox 10"/>
          <p:cNvSpPr/>
          <p:nvPr/>
        </p:nvSpPr>
        <p:spPr>
          <a:xfrm>
            <a:off x="6229440" y="3574800"/>
            <a:ext cx="2289600" cy="116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2" name="TextBox 39"/>
          <p:cNvSpPr/>
          <p:nvPr/>
        </p:nvSpPr>
        <p:spPr>
          <a:xfrm>
            <a:off x="8519760" y="4831560"/>
            <a:ext cx="4845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457200" y="228600"/>
            <a:ext cx="8229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latin typeface="Arial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Прямоугольник со скругленными углами 3"/>
          <p:cNvSpPr/>
          <p:nvPr/>
        </p:nvSpPr>
        <p:spPr>
          <a:xfrm>
            <a:off x="186840" y="178200"/>
            <a:ext cx="8769960" cy="475776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5" name="Прямоугольник 10"/>
          <p:cNvSpPr/>
          <p:nvPr/>
        </p:nvSpPr>
        <p:spPr>
          <a:xfrm>
            <a:off x="460080" y="622080"/>
            <a:ext cx="6925680" cy="330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1" lang="en-US" sz="6600" spc="-1" strike="noStrike">
                <a:solidFill>
                  <a:srgbClr val="ffc000"/>
                </a:solidFill>
                <a:latin typeface="Arial"/>
                <a:ea typeface="DejaVu Sans"/>
              </a:rPr>
              <a:t>TITLE</a:t>
            </a:r>
            <a:endParaRPr b="0" lang="en-US" sz="6600" spc="-1" strike="noStrike">
              <a:latin typeface="Arial"/>
            </a:endParaRPr>
          </a:p>
        </p:txBody>
      </p:sp>
      <p:pic>
        <p:nvPicPr>
          <p:cNvPr id="76" name="Рисунок 11" descr=""/>
          <p:cNvPicPr/>
          <p:nvPr/>
        </p:nvPicPr>
        <p:blipFill>
          <a:blip r:embed="rId1"/>
          <a:stretch/>
        </p:blipFill>
        <p:spPr>
          <a:xfrm>
            <a:off x="5753880" y="2557440"/>
            <a:ext cx="4009680" cy="3133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2307</TotalTime>
  <Application>LibreOffice/7.3.7.2$Linux_X86_64 LibreOffice_project/30$Build-2</Application>
  <AppVersion>15.0000</AppVersion>
  <Words>148</Words>
  <Paragraphs>107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2024-04-17T19:56:02Z</dcterms:created>
  <dc:creator>Алика Шпагина</dc:creator>
  <dc:description/>
  <dc:language>en-US</dc:language>
  <cp:lastModifiedBy/>
  <dcterms:modified xsi:type="dcterms:W3CDTF">2025-06-19T14:54:20Z</dcterms:modified>
  <cp:revision>64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</vt:i4>
  </property>
  <property fmtid="{D5CDD505-2E9C-101B-9397-08002B2CF9AE}" pid="3" name="PresentationFormat">
    <vt:lpwstr>Экран (16:9)</vt:lpwstr>
  </property>
  <property fmtid="{D5CDD505-2E9C-101B-9397-08002B2CF9AE}" pid="4" name="Slides">
    <vt:i4>12</vt:i4>
  </property>
</Properties>
</file>