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D5C6A6A-0928-40D7-AAAD-B5658C3885A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3D1957-6C81-4537-97A8-C4708ADE627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BE09A6-E3D1-4BBC-8E27-20979BE47FD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ECF719-BD2B-4475-9222-093BCBF65D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C147EE-A3B5-4F82-A449-7CE1495AF8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94FDA0-3705-4923-AB78-4BF0CBF496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8DB2E9-957D-44B2-9542-95B47BF0B0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691D07-64C4-4D07-99BD-31192115AA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26A1B4-BF08-4B0E-892A-23B485E66D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23608D-9A62-44F4-87BD-118D4E3DB0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AF8C61-CADF-4E6A-AB2D-A83969A3DC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CB8F44-6D17-45D1-8B1E-97A291F3FF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4EFD56-4EAE-494C-A924-858014F869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4ABE34-9D8C-42DC-8CDE-CC574D6B3A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55A35F-0CCE-4F5D-A4ED-D3E1760A11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BBCA7A-DF56-4548-87C3-E740A69FF28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76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2307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2025-09-17T11:47:29Z</dcterms:modified>
  <cp:revision>65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