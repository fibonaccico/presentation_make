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5A59DA0-0505-4286-9954-AADE4BB1DCE1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21056C-72CA-4C70-BF7A-2892D23A29A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FCC2BA-5870-452B-BD8C-6925326B92D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B80637-1F99-4836-B037-2CB40281FC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FD324E-7820-4B25-B37E-214A62C63C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FC0A67-1693-4548-A024-C9A2C35B09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C2E95E-74ED-4EFE-B2A9-20D3571AEF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BDF727-09C6-4A6B-9F02-E83EE31FF8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F7C3C3-56B9-48EA-895B-BB561DD3FE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2797BC-4CA9-4589-BDAC-11B53D43A9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8104DE-94AD-4DFC-98A2-DB33AFD6E4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17C2C3-18BE-41C0-AF07-B24A2090CA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6008A9-3A17-41EC-9090-0E46605F91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F126C4-80E2-499F-9EC8-0AB6F7A56B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12E46C-22CC-44C2-99D5-AC884899D1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</a:t>
            </a:r>
            <a:r>
              <a:rPr b="0" lang="en-US" sz="1800" spc="-1" strike="noStrike">
                <a:latin typeface="Arial"/>
              </a:rPr>
              <a:t>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E87B95-3508-4DFC-92B3-ACCD73F30115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880" cy="29088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Прямоугольник 5"/>
          <p:cNvSpPr/>
          <p:nvPr/>
        </p:nvSpPr>
        <p:spPr>
          <a:xfrm>
            <a:off x="1640880" y="4489920"/>
            <a:ext cx="299880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7" name="Изображение 40"/>
          <p:cNvSpPr/>
          <p:nvPr/>
        </p:nvSpPr>
        <p:spPr>
          <a:xfrm>
            <a:off x="867240" y="3488040"/>
            <a:ext cx="256680" cy="25668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8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9160" cy="1133280"/>
          </a:xfrm>
          <a:prstGeom prst="rect">
            <a:avLst/>
          </a:prstGeom>
          <a:ln w="0">
            <a:noFill/>
          </a:ln>
        </p:spPr>
      </p:pic>
      <p:sp>
        <p:nvSpPr>
          <p:cNvPr id="69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70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2306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2025-06-19T14:49:55Z</dcterms:modified>
  <cp:revision>64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