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2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22F44959-A477-486E-8517-7CF86E6D78FE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D4B112D-DDBC-423A-8031-8C0625C6A403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85B6782-9534-49C0-A219-33D0B3B9E5FF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EF007E2-C69F-41A2-967B-C77C7799D3E7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A420E14-8167-43D9-824C-45319E82773A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1A488EF-5351-4018-83B0-C7387BA06DE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EBC36CF-FF5B-4387-87BC-0991B8AC820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DACE95-3020-4058-9E1D-0EC13C892B8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22FFEC9-4498-4D1A-AECF-520F216F229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9935F53-A756-41D0-8F2B-1C65DD8DE42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6920" cy="829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2C98E04-847F-4EF3-9A2B-7F4E45F351A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C37418B-F323-41C5-94E4-FF23C5EB9E2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A8E35C3-16F9-4BA3-93E3-ECFC6B23D45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245669C-3C44-48D7-8E0D-3EF3D57A55C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D2DB1F-8956-48E1-AF9B-500B7FEEFD1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D519BA-B5A3-4388-9361-F46FA3D5228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A0A9C26-734B-44B5-AFDC-60F8D159999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20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180905E-C2EF-49DF-82A2-5EF53BCC3C0F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78200"/>
            <a:ext cx="8769600" cy="475740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10"/>
          <p:cNvSpPr/>
          <p:nvPr/>
        </p:nvSpPr>
        <p:spPr>
          <a:xfrm>
            <a:off x="460080" y="622080"/>
            <a:ext cx="6925320" cy="330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49" name="Рисунок 3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Рисунок 17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  <p:sp>
        <p:nvSpPr>
          <p:cNvPr id="51" name="Овал 1"/>
          <p:cNvSpPr/>
          <p:nvPr/>
        </p:nvSpPr>
        <p:spPr>
          <a:xfrm>
            <a:off x="185760" y="8312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Овал 23"/>
          <p:cNvSpPr/>
          <p:nvPr/>
        </p:nvSpPr>
        <p:spPr>
          <a:xfrm>
            <a:off x="185760" y="2381400"/>
            <a:ext cx="898920" cy="88704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" name="Овал 29"/>
          <p:cNvSpPr/>
          <p:nvPr/>
        </p:nvSpPr>
        <p:spPr>
          <a:xfrm>
            <a:off x="185760" y="38606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967680" y="7970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967680" y="1332720"/>
            <a:ext cx="376416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964080" y="229248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964080" y="2825280"/>
            <a:ext cx="376416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964080" y="37778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964080" y="4310640"/>
            <a:ext cx="376416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Прямоугольник со скругленными углами 3"/>
          <p:cNvSpPr/>
          <p:nvPr/>
        </p:nvSpPr>
        <p:spPr>
          <a:xfrm>
            <a:off x="5084640" y="987840"/>
            <a:ext cx="3687120" cy="349632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" name="TextBox 13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421200" y="228600"/>
            <a:ext cx="8457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Прямоугольник: скругленные углы 20"/>
          <p:cNvSpPr/>
          <p:nvPr/>
        </p:nvSpPr>
        <p:spPr>
          <a:xfrm>
            <a:off x="506520" y="148464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4" name="TextBox 10"/>
          <p:cNvSpPr/>
          <p:nvPr/>
        </p:nvSpPr>
        <p:spPr>
          <a:xfrm>
            <a:off x="624240" y="161676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624240" y="240048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6" name="Прямоугольник: скругленные углы 29"/>
          <p:cNvSpPr/>
          <p:nvPr/>
        </p:nvSpPr>
        <p:spPr>
          <a:xfrm>
            <a:off x="3309120" y="206604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7" name="TextBox 10"/>
          <p:cNvSpPr/>
          <p:nvPr/>
        </p:nvSpPr>
        <p:spPr>
          <a:xfrm>
            <a:off x="3426840" y="219816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8" name="TextBox 10"/>
          <p:cNvSpPr/>
          <p:nvPr/>
        </p:nvSpPr>
        <p:spPr>
          <a:xfrm>
            <a:off x="3426840" y="298188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9" name="Прямоугольник: скругленные углы 36"/>
          <p:cNvSpPr/>
          <p:nvPr/>
        </p:nvSpPr>
        <p:spPr>
          <a:xfrm>
            <a:off x="6111720" y="265932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0" name="TextBox 10"/>
          <p:cNvSpPr/>
          <p:nvPr/>
        </p:nvSpPr>
        <p:spPr>
          <a:xfrm>
            <a:off x="6229440" y="279144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6229440" y="357480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2" name="TextBox 39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457200" y="22860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Прямоугольник: скругленные углы 12"/>
          <p:cNvSpPr/>
          <p:nvPr/>
        </p:nvSpPr>
        <p:spPr>
          <a:xfrm>
            <a:off x="3601800" y="3271680"/>
            <a:ext cx="5235840" cy="1320480"/>
          </a:xfrm>
          <a:prstGeom prst="roundRect">
            <a:avLst>
              <a:gd name="adj" fmla="val 12711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5" name="Прямоугольник: скругленные углы 11"/>
          <p:cNvSpPr/>
          <p:nvPr/>
        </p:nvSpPr>
        <p:spPr>
          <a:xfrm>
            <a:off x="6308640" y="1028880"/>
            <a:ext cx="2532600" cy="2056320"/>
          </a:xfrm>
          <a:prstGeom prst="roundRect">
            <a:avLst>
              <a:gd name="adj" fmla="val 1027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6" name="Прямоугольник: скругленные углы 2"/>
          <p:cNvSpPr/>
          <p:nvPr/>
        </p:nvSpPr>
        <p:spPr>
          <a:xfrm>
            <a:off x="3604320" y="1014480"/>
            <a:ext cx="2532600" cy="2056320"/>
          </a:xfrm>
          <a:prstGeom prst="roundRect">
            <a:avLst>
              <a:gd name="adj" fmla="val 1064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TextBox 10"/>
          <p:cNvSpPr/>
          <p:nvPr/>
        </p:nvSpPr>
        <p:spPr>
          <a:xfrm>
            <a:off x="3696480" y="1059120"/>
            <a:ext cx="234288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8" name="TextBox 10"/>
          <p:cNvSpPr/>
          <p:nvPr/>
        </p:nvSpPr>
        <p:spPr>
          <a:xfrm>
            <a:off x="3696480" y="1843560"/>
            <a:ext cx="234288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9" name="TextBox 10"/>
          <p:cNvSpPr/>
          <p:nvPr/>
        </p:nvSpPr>
        <p:spPr>
          <a:xfrm>
            <a:off x="6400080" y="1059120"/>
            <a:ext cx="233964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6400080" y="1843560"/>
            <a:ext cx="233964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3696480" y="3362040"/>
            <a:ext cx="52358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3696480" y="3713400"/>
            <a:ext cx="514620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3" name="Прямоугольник со скругленными углами 3"/>
          <p:cNvSpPr/>
          <p:nvPr/>
        </p:nvSpPr>
        <p:spPr>
          <a:xfrm>
            <a:off x="384840" y="1028880"/>
            <a:ext cx="3002040" cy="356364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4" name="TextBox 15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4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313200" y="228600"/>
            <a:ext cx="8457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Рисунок 15" descr=""/>
          <p:cNvPicPr/>
          <p:nvPr/>
        </p:nvPicPr>
        <p:blipFill>
          <a:blip r:embed="rId1"/>
          <a:stretch/>
        </p:blipFill>
        <p:spPr>
          <a:xfrm>
            <a:off x="-877680" y="2245320"/>
            <a:ext cx="4612680" cy="3604320"/>
          </a:xfrm>
          <a:prstGeom prst="rect">
            <a:avLst/>
          </a:prstGeom>
          <a:ln w="0">
            <a:noFill/>
          </a:ln>
        </p:spPr>
      </p:pic>
      <p:sp>
        <p:nvSpPr>
          <p:cNvPr id="87" name="Овал 1"/>
          <p:cNvSpPr/>
          <p:nvPr/>
        </p:nvSpPr>
        <p:spPr>
          <a:xfrm>
            <a:off x="4157640" y="631080"/>
            <a:ext cx="898920" cy="89892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8" name="Овал 23"/>
          <p:cNvSpPr/>
          <p:nvPr/>
        </p:nvSpPr>
        <p:spPr>
          <a:xfrm>
            <a:off x="4157640" y="2127600"/>
            <a:ext cx="898920" cy="88704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9" name="Овал 29"/>
          <p:cNvSpPr/>
          <p:nvPr/>
        </p:nvSpPr>
        <p:spPr>
          <a:xfrm>
            <a:off x="4157640" y="3612240"/>
            <a:ext cx="898920" cy="89892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TextBox 10"/>
          <p:cNvSpPr/>
          <p:nvPr/>
        </p:nvSpPr>
        <p:spPr>
          <a:xfrm>
            <a:off x="5146560" y="48960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1" name="TextBox 10"/>
          <p:cNvSpPr/>
          <p:nvPr/>
        </p:nvSpPr>
        <p:spPr>
          <a:xfrm>
            <a:off x="5146560" y="1025280"/>
            <a:ext cx="357840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2" name="TextBox 10"/>
          <p:cNvSpPr/>
          <p:nvPr/>
        </p:nvSpPr>
        <p:spPr>
          <a:xfrm>
            <a:off x="5142960" y="198540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3" name="TextBox 10"/>
          <p:cNvSpPr/>
          <p:nvPr/>
        </p:nvSpPr>
        <p:spPr>
          <a:xfrm>
            <a:off x="5142960" y="2517840"/>
            <a:ext cx="357840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5142960" y="347076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5142960" y="4003560"/>
            <a:ext cx="357840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6" name="TextBox 14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5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264600" y="228600"/>
            <a:ext cx="3656880" cy="20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Овал 1"/>
          <p:cNvSpPr/>
          <p:nvPr/>
        </p:nvSpPr>
        <p:spPr>
          <a:xfrm>
            <a:off x="4238640" y="8312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9" name="Овал 23"/>
          <p:cNvSpPr/>
          <p:nvPr/>
        </p:nvSpPr>
        <p:spPr>
          <a:xfrm>
            <a:off x="4238640" y="2243880"/>
            <a:ext cx="898920" cy="88704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0" name="Овал 29"/>
          <p:cNvSpPr/>
          <p:nvPr/>
        </p:nvSpPr>
        <p:spPr>
          <a:xfrm>
            <a:off x="4238640" y="366732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1" name="TextBox 10"/>
          <p:cNvSpPr/>
          <p:nvPr/>
        </p:nvSpPr>
        <p:spPr>
          <a:xfrm>
            <a:off x="5020200" y="7970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2" name="TextBox 10"/>
          <p:cNvSpPr/>
          <p:nvPr/>
        </p:nvSpPr>
        <p:spPr>
          <a:xfrm>
            <a:off x="5020200" y="1332720"/>
            <a:ext cx="376416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3" name="TextBox 10"/>
          <p:cNvSpPr/>
          <p:nvPr/>
        </p:nvSpPr>
        <p:spPr>
          <a:xfrm>
            <a:off x="5016600" y="215532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4" name="TextBox 10"/>
          <p:cNvSpPr/>
          <p:nvPr/>
        </p:nvSpPr>
        <p:spPr>
          <a:xfrm>
            <a:off x="5016600" y="2687760"/>
            <a:ext cx="376416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5" name="TextBox 10"/>
          <p:cNvSpPr/>
          <p:nvPr/>
        </p:nvSpPr>
        <p:spPr>
          <a:xfrm>
            <a:off x="5016600" y="358488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016600" y="4117320"/>
            <a:ext cx="376416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7" name="Прямоугольник со скругленными углами 3"/>
          <p:cNvSpPr/>
          <p:nvPr/>
        </p:nvSpPr>
        <p:spPr>
          <a:xfrm>
            <a:off x="384840" y="987840"/>
            <a:ext cx="3687120" cy="349632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8" name="TextBox 13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6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300600" y="228600"/>
            <a:ext cx="8614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Прямоугольник со скругленными углами 3"/>
          <p:cNvSpPr/>
          <p:nvPr/>
        </p:nvSpPr>
        <p:spPr>
          <a:xfrm>
            <a:off x="0" y="3075480"/>
            <a:ext cx="9142920" cy="249444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Прямоугольник: скругленные углы 20"/>
          <p:cNvSpPr/>
          <p:nvPr/>
        </p:nvSpPr>
        <p:spPr>
          <a:xfrm>
            <a:off x="474840" y="84168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2" name="TextBox 10"/>
          <p:cNvSpPr/>
          <p:nvPr/>
        </p:nvSpPr>
        <p:spPr>
          <a:xfrm>
            <a:off x="592920" y="97380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3" name="TextBox 10"/>
          <p:cNvSpPr/>
          <p:nvPr/>
        </p:nvSpPr>
        <p:spPr>
          <a:xfrm>
            <a:off x="592920" y="175752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4" name="Прямоугольник: скругленные углы 29"/>
          <p:cNvSpPr/>
          <p:nvPr/>
        </p:nvSpPr>
        <p:spPr>
          <a:xfrm>
            <a:off x="3309120" y="84168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5" name="TextBox 10"/>
          <p:cNvSpPr/>
          <p:nvPr/>
        </p:nvSpPr>
        <p:spPr>
          <a:xfrm>
            <a:off x="3426840" y="97380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6" name="TextBox 10"/>
          <p:cNvSpPr/>
          <p:nvPr/>
        </p:nvSpPr>
        <p:spPr>
          <a:xfrm>
            <a:off x="3426840" y="175752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7" name="Прямоугольник: скругленные углы 36"/>
          <p:cNvSpPr/>
          <p:nvPr/>
        </p:nvSpPr>
        <p:spPr>
          <a:xfrm>
            <a:off x="6143040" y="84168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8" name="TextBox 10"/>
          <p:cNvSpPr/>
          <p:nvPr/>
        </p:nvSpPr>
        <p:spPr>
          <a:xfrm>
            <a:off x="6260760" y="97380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9" name="TextBox 10"/>
          <p:cNvSpPr/>
          <p:nvPr/>
        </p:nvSpPr>
        <p:spPr>
          <a:xfrm>
            <a:off x="6260760" y="175752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0" name="TextBox 13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7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457200" y="349200"/>
            <a:ext cx="8457480" cy="102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c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Прямоугольник: скругленные углы 15"/>
          <p:cNvSpPr/>
          <p:nvPr/>
        </p:nvSpPr>
        <p:spPr>
          <a:xfrm>
            <a:off x="5014080" y="250200"/>
            <a:ext cx="3819960" cy="4624560"/>
          </a:xfrm>
          <a:prstGeom prst="roundRect">
            <a:avLst>
              <a:gd name="adj" fmla="val 622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3" name="Прямоугольник: скругленные углы 16"/>
          <p:cNvSpPr/>
          <p:nvPr/>
        </p:nvSpPr>
        <p:spPr>
          <a:xfrm>
            <a:off x="329400" y="250200"/>
            <a:ext cx="4424400" cy="4624560"/>
          </a:xfrm>
          <a:prstGeom prst="roundRect">
            <a:avLst>
              <a:gd name="adj" fmla="val 6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4" name="TextBox 10"/>
          <p:cNvSpPr/>
          <p:nvPr/>
        </p:nvSpPr>
        <p:spPr>
          <a:xfrm>
            <a:off x="581760" y="828720"/>
            <a:ext cx="390132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5" name="TextBox 10"/>
          <p:cNvSpPr/>
          <p:nvPr/>
        </p:nvSpPr>
        <p:spPr>
          <a:xfrm>
            <a:off x="581760" y="1364400"/>
            <a:ext cx="390132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6" name="TextBox 10"/>
          <p:cNvSpPr/>
          <p:nvPr/>
        </p:nvSpPr>
        <p:spPr>
          <a:xfrm>
            <a:off x="578160" y="2154600"/>
            <a:ext cx="390132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7" name="TextBox 10"/>
          <p:cNvSpPr/>
          <p:nvPr/>
        </p:nvSpPr>
        <p:spPr>
          <a:xfrm>
            <a:off x="578160" y="2687040"/>
            <a:ext cx="390132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8" name="TextBox 10"/>
          <p:cNvSpPr/>
          <p:nvPr/>
        </p:nvSpPr>
        <p:spPr>
          <a:xfrm>
            <a:off x="578160" y="3482280"/>
            <a:ext cx="390132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578160" y="4015080"/>
            <a:ext cx="390132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0" name="TextBox 10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8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493200" y="300600"/>
            <a:ext cx="4078080" cy="84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3"/>
          <p:cNvSpPr/>
          <p:nvPr/>
        </p:nvSpPr>
        <p:spPr>
          <a:xfrm>
            <a:off x="479160" y="2886480"/>
            <a:ext cx="364680" cy="359280"/>
          </a:xfrm>
          <a:prstGeom prst="roundRect">
            <a:avLst>
              <a:gd name="adj" fmla="val 18669"/>
            </a:avLst>
          </a:prstGeom>
          <a:solidFill>
            <a:srgbClr val="ffc000"/>
          </a:solidFill>
          <a:ln w="762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3" name="Shape 3"/>
          <p:cNvSpPr/>
          <p:nvPr/>
        </p:nvSpPr>
        <p:spPr>
          <a:xfrm>
            <a:off x="3440880" y="2886480"/>
            <a:ext cx="364680" cy="359280"/>
          </a:xfrm>
          <a:prstGeom prst="roundRect">
            <a:avLst>
              <a:gd name="adj" fmla="val 18669"/>
            </a:avLst>
          </a:prstGeom>
          <a:solidFill>
            <a:srgbClr val="ffc000"/>
          </a:solidFill>
          <a:ln w="762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Shape 3"/>
          <p:cNvSpPr/>
          <p:nvPr/>
        </p:nvSpPr>
        <p:spPr>
          <a:xfrm>
            <a:off x="6402960" y="2886480"/>
            <a:ext cx="364680" cy="359280"/>
          </a:xfrm>
          <a:prstGeom prst="roundRect">
            <a:avLst>
              <a:gd name="adj" fmla="val 18669"/>
            </a:avLst>
          </a:prstGeom>
          <a:solidFill>
            <a:srgbClr val="ffc000"/>
          </a:solidFill>
          <a:ln w="762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5" name="TextBox 11"/>
          <p:cNvSpPr/>
          <p:nvPr/>
        </p:nvSpPr>
        <p:spPr>
          <a:xfrm>
            <a:off x="479160" y="2883600"/>
            <a:ext cx="364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6" name="TextBox 15"/>
          <p:cNvSpPr/>
          <p:nvPr/>
        </p:nvSpPr>
        <p:spPr>
          <a:xfrm>
            <a:off x="3440880" y="2883600"/>
            <a:ext cx="364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Arial"/>
                <a:ea typeface="DejaVu Sans"/>
              </a:rPr>
              <a:t>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7" name="TextBox 19"/>
          <p:cNvSpPr/>
          <p:nvPr/>
        </p:nvSpPr>
        <p:spPr>
          <a:xfrm>
            <a:off x="6402960" y="2883600"/>
            <a:ext cx="364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Arial"/>
                <a:ea typeface="DejaVu Sans"/>
              </a:rPr>
              <a:t>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8" name="TextBox 10"/>
          <p:cNvSpPr/>
          <p:nvPr/>
        </p:nvSpPr>
        <p:spPr>
          <a:xfrm>
            <a:off x="858960" y="2571840"/>
            <a:ext cx="235440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9" name="TextBox 10"/>
          <p:cNvSpPr/>
          <p:nvPr/>
        </p:nvSpPr>
        <p:spPr>
          <a:xfrm>
            <a:off x="858960" y="3356280"/>
            <a:ext cx="235440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40" name="TextBox 10"/>
          <p:cNvSpPr/>
          <p:nvPr/>
        </p:nvSpPr>
        <p:spPr>
          <a:xfrm>
            <a:off x="3821040" y="2571840"/>
            <a:ext cx="235440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1" name="TextBox 10"/>
          <p:cNvSpPr/>
          <p:nvPr/>
        </p:nvSpPr>
        <p:spPr>
          <a:xfrm>
            <a:off x="3821040" y="3356280"/>
            <a:ext cx="235440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42" name="TextBox 10"/>
          <p:cNvSpPr/>
          <p:nvPr/>
        </p:nvSpPr>
        <p:spPr>
          <a:xfrm>
            <a:off x="6782760" y="2571840"/>
            <a:ext cx="229356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3" name="TextBox 10"/>
          <p:cNvSpPr/>
          <p:nvPr/>
        </p:nvSpPr>
        <p:spPr>
          <a:xfrm>
            <a:off x="6782760" y="3356280"/>
            <a:ext cx="229356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44" name="Прямоугольник со скругленными углами 3"/>
          <p:cNvSpPr/>
          <p:nvPr/>
        </p:nvSpPr>
        <p:spPr>
          <a:xfrm>
            <a:off x="0" y="-478800"/>
            <a:ext cx="9142920" cy="232740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5" name="TextBox 20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9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228600" y="2057400"/>
            <a:ext cx="8686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Прямоугольник со скругленными углами 3"/>
          <p:cNvSpPr/>
          <p:nvPr/>
        </p:nvSpPr>
        <p:spPr>
          <a:xfrm>
            <a:off x="0" y="-478800"/>
            <a:ext cx="9142920" cy="1765440"/>
          </a:xfrm>
          <a:prstGeom prst="roundRect">
            <a:avLst>
              <a:gd name="adj" fmla="val 12297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8" name="TextBox 10"/>
          <p:cNvSpPr/>
          <p:nvPr/>
        </p:nvSpPr>
        <p:spPr>
          <a:xfrm>
            <a:off x="384840" y="1726200"/>
            <a:ext cx="266436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9" name="TextBox 10"/>
          <p:cNvSpPr/>
          <p:nvPr/>
        </p:nvSpPr>
        <p:spPr>
          <a:xfrm>
            <a:off x="384840" y="2611080"/>
            <a:ext cx="266436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50" name="TextBox 10"/>
          <p:cNvSpPr/>
          <p:nvPr/>
        </p:nvSpPr>
        <p:spPr>
          <a:xfrm>
            <a:off x="3239280" y="1726200"/>
            <a:ext cx="266436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51" name="TextBox 10"/>
          <p:cNvSpPr/>
          <p:nvPr/>
        </p:nvSpPr>
        <p:spPr>
          <a:xfrm>
            <a:off x="3239280" y="2611080"/>
            <a:ext cx="266436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52" name="TextBox 10"/>
          <p:cNvSpPr/>
          <p:nvPr/>
        </p:nvSpPr>
        <p:spPr>
          <a:xfrm>
            <a:off x="6093720" y="1726200"/>
            <a:ext cx="266436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53" name="TextBox 10"/>
          <p:cNvSpPr/>
          <p:nvPr/>
        </p:nvSpPr>
        <p:spPr>
          <a:xfrm>
            <a:off x="6093720" y="2611080"/>
            <a:ext cx="266436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54" name="Прямая соединительная линия 2"/>
          <p:cNvSpPr/>
          <p:nvPr/>
        </p:nvSpPr>
        <p:spPr>
          <a:xfrm>
            <a:off x="3149280" y="1791000"/>
            <a:ext cx="360" cy="238536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5" name="Прямая соединительная линия 11"/>
          <p:cNvSpPr/>
          <p:nvPr/>
        </p:nvSpPr>
        <p:spPr>
          <a:xfrm>
            <a:off x="6014520" y="1791000"/>
            <a:ext cx="360" cy="238536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6" name="Прямая соединительная линия 30"/>
          <p:cNvSpPr/>
          <p:nvPr/>
        </p:nvSpPr>
        <p:spPr>
          <a:xfrm flipH="1">
            <a:off x="485640" y="2525760"/>
            <a:ext cx="8365320" cy="36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57" name="TextBox 12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10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58" name=""/>
          <p:cNvSpPr/>
          <p:nvPr/>
        </p:nvSpPr>
        <p:spPr>
          <a:xfrm>
            <a:off x="313200" y="156600"/>
            <a:ext cx="8457480" cy="75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Прямоугольник: скругленные углы 12"/>
          <p:cNvSpPr/>
          <p:nvPr/>
        </p:nvSpPr>
        <p:spPr>
          <a:xfrm>
            <a:off x="384840" y="3271680"/>
            <a:ext cx="5235840" cy="1320480"/>
          </a:xfrm>
          <a:prstGeom prst="roundRect">
            <a:avLst>
              <a:gd name="adj" fmla="val 12711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60" name="Прямоугольник: скругленные углы 11"/>
          <p:cNvSpPr/>
          <p:nvPr/>
        </p:nvSpPr>
        <p:spPr>
          <a:xfrm>
            <a:off x="3091680" y="1028880"/>
            <a:ext cx="2532600" cy="2056320"/>
          </a:xfrm>
          <a:prstGeom prst="roundRect">
            <a:avLst>
              <a:gd name="adj" fmla="val 1027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61" name="Прямоугольник: скругленные углы 2"/>
          <p:cNvSpPr/>
          <p:nvPr/>
        </p:nvSpPr>
        <p:spPr>
          <a:xfrm>
            <a:off x="387720" y="1014480"/>
            <a:ext cx="2532600" cy="2056320"/>
          </a:xfrm>
          <a:prstGeom prst="roundRect">
            <a:avLst>
              <a:gd name="adj" fmla="val 1064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62" name="TextBox 10"/>
          <p:cNvSpPr/>
          <p:nvPr/>
        </p:nvSpPr>
        <p:spPr>
          <a:xfrm>
            <a:off x="479880" y="1059120"/>
            <a:ext cx="234288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3" name="TextBox 10"/>
          <p:cNvSpPr/>
          <p:nvPr/>
        </p:nvSpPr>
        <p:spPr>
          <a:xfrm>
            <a:off x="479880" y="1843560"/>
            <a:ext cx="234288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64" name="TextBox 10"/>
          <p:cNvSpPr/>
          <p:nvPr/>
        </p:nvSpPr>
        <p:spPr>
          <a:xfrm>
            <a:off x="3183120" y="1059120"/>
            <a:ext cx="233964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5" name="TextBox 10"/>
          <p:cNvSpPr/>
          <p:nvPr/>
        </p:nvSpPr>
        <p:spPr>
          <a:xfrm>
            <a:off x="3183120" y="1843560"/>
            <a:ext cx="233964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66" name="TextBox 10"/>
          <p:cNvSpPr/>
          <p:nvPr/>
        </p:nvSpPr>
        <p:spPr>
          <a:xfrm>
            <a:off x="479520" y="3362040"/>
            <a:ext cx="52358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7" name="TextBox 10"/>
          <p:cNvSpPr/>
          <p:nvPr/>
        </p:nvSpPr>
        <p:spPr>
          <a:xfrm>
            <a:off x="479520" y="3713400"/>
            <a:ext cx="514620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68" name="Прямоугольник со скругленными углами 3"/>
          <p:cNvSpPr/>
          <p:nvPr/>
        </p:nvSpPr>
        <p:spPr>
          <a:xfrm>
            <a:off x="5808240" y="1028880"/>
            <a:ext cx="3127680" cy="356364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9" name="TextBox 15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11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401400" y="239760"/>
            <a:ext cx="8457480" cy="81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Прямоугольник со скругленными углами 3"/>
          <p:cNvSpPr/>
          <p:nvPr/>
        </p:nvSpPr>
        <p:spPr>
          <a:xfrm>
            <a:off x="186840" y="178200"/>
            <a:ext cx="8769600" cy="475740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72" name="Прямоугольник 10"/>
          <p:cNvSpPr/>
          <p:nvPr/>
        </p:nvSpPr>
        <p:spPr>
          <a:xfrm>
            <a:off x="460080" y="622080"/>
            <a:ext cx="6925320" cy="330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173" name="Рисунок 11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2304</TotalTime>
  <Application>LibreOffice/7.3.7.2$Linux_X86_64 LibreOffice_project/30$Build-2</Application>
  <AppVersion>15.0000</AppVersion>
  <Words>148</Words>
  <Paragraphs>107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en-US</dc:language>
  <cp:lastModifiedBy/>
  <dcterms:modified xsi:type="dcterms:W3CDTF">2025-09-17T11:50:45Z</dcterms:modified>
  <cp:revision>57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Экран (16:9)</vt:lpwstr>
  </property>
  <property fmtid="{D5CDD505-2E9C-101B-9397-08002B2CF9AE}" pid="4" name="Slides">
    <vt:i4>12</vt:i4>
  </property>
</Properties>
</file>