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721AC49-A07B-4EAE-AF98-ADDCD10EC57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31389C-7F33-4FFC-A143-3282A08C6F3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25E3BF-4DDB-453A-A710-C367E84ED410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FC4DA1-F413-48D1-9EA6-502C188BFDB4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A3398B-447B-4C58-88FB-1041F7853957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A2C671-D9DE-45C2-8FF8-3E467FE11D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E33ED0-800A-45FC-BE11-B7C6DD57C4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73F281-9CA5-470A-9350-C4403B2C49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CD2E85-49D7-4C38-8EEB-FB5A27EDC5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BCCE8F-9843-4FA2-8993-13C791CF3F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C7271C-6F1A-4333-B8F7-8FC1BBC6AA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8BE426-50B4-4501-8578-B3B78A703F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F48C7F-60CB-4B26-BA7E-507E2D6200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186D5E-9C73-4C88-9FD0-3C4A826C22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F1A865-71ED-48C3-A889-ED344F6020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707E49-A790-457E-8EC6-A33E91DC03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5EC669-B957-43DB-B038-757D20C60F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83F6C0-9789-42A4-9630-4936A3D5B3FD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7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Овал 1"/>
          <p:cNvSpPr/>
          <p:nvPr/>
        </p:nvSpPr>
        <p:spPr>
          <a:xfrm>
            <a:off x="423864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Овал 23"/>
          <p:cNvSpPr/>
          <p:nvPr/>
        </p:nvSpPr>
        <p:spPr>
          <a:xfrm>
            <a:off x="4238640" y="224388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Овал 29"/>
          <p:cNvSpPr/>
          <p:nvPr/>
        </p:nvSpPr>
        <p:spPr>
          <a:xfrm>
            <a:off x="4238640" y="366732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502020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502020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16600" y="215532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16600" y="268776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35848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411732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Прямоугольник со скругленными углами 3"/>
          <p:cNvSpPr/>
          <p:nvPr/>
        </p:nvSpPr>
        <p:spPr>
          <a:xfrm>
            <a:off x="3848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0600" y="228600"/>
            <a:ext cx="86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со скругленными углами 3"/>
          <p:cNvSpPr/>
          <p:nvPr/>
        </p:nvSpPr>
        <p:spPr>
          <a:xfrm>
            <a:off x="0" y="3075480"/>
            <a:ext cx="9143280" cy="24948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Прямоугольник: скругленные углы 20"/>
          <p:cNvSpPr/>
          <p:nvPr/>
        </p:nvSpPr>
        <p:spPr>
          <a:xfrm>
            <a:off x="4748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59292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59292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9"/>
          <p:cNvSpPr/>
          <p:nvPr/>
        </p:nvSpPr>
        <p:spPr>
          <a:xfrm>
            <a:off x="330912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342684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42684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6"/>
          <p:cNvSpPr/>
          <p:nvPr/>
        </p:nvSpPr>
        <p:spPr>
          <a:xfrm>
            <a:off x="61430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626076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626076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57200" y="349200"/>
            <a:ext cx="845784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ик: скругленные углы 15"/>
          <p:cNvSpPr/>
          <p:nvPr/>
        </p:nvSpPr>
        <p:spPr>
          <a:xfrm>
            <a:off x="5014080" y="250200"/>
            <a:ext cx="382032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3" name="Прямоугольник: скругленные углы 16"/>
          <p:cNvSpPr/>
          <p:nvPr/>
        </p:nvSpPr>
        <p:spPr>
          <a:xfrm>
            <a:off x="329400" y="250200"/>
            <a:ext cx="4424760" cy="462492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TextBox 10"/>
          <p:cNvSpPr/>
          <p:nvPr/>
        </p:nvSpPr>
        <p:spPr>
          <a:xfrm>
            <a:off x="581760" y="82872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581760" y="1364400"/>
            <a:ext cx="39016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578160" y="215460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78160" y="2687040"/>
            <a:ext cx="390168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348228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4015080"/>
            <a:ext cx="39016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93200" y="300600"/>
            <a:ext cx="4078440" cy="8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3"/>
          <p:cNvSpPr/>
          <p:nvPr/>
        </p:nvSpPr>
        <p:spPr>
          <a:xfrm>
            <a:off x="4791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"/>
          <p:cNvSpPr/>
          <p:nvPr/>
        </p:nvSpPr>
        <p:spPr>
          <a:xfrm>
            <a:off x="344088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3"/>
          <p:cNvSpPr/>
          <p:nvPr/>
        </p:nvSpPr>
        <p:spPr>
          <a:xfrm>
            <a:off x="64029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Box 11"/>
          <p:cNvSpPr/>
          <p:nvPr/>
        </p:nvSpPr>
        <p:spPr>
          <a:xfrm>
            <a:off x="4791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344088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64029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85896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85896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382104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382104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6782760" y="2571840"/>
            <a:ext cx="2293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782760" y="3356280"/>
            <a:ext cx="22939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Прямоугольник со скругленными углами 3"/>
          <p:cNvSpPr/>
          <p:nvPr/>
        </p:nvSpPr>
        <p:spPr>
          <a:xfrm>
            <a:off x="0" y="-478800"/>
            <a:ext cx="9143280" cy="232776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28600" y="2057400"/>
            <a:ext cx="8686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Прямоугольник со скругленными углами 3"/>
          <p:cNvSpPr/>
          <p:nvPr/>
        </p:nvSpPr>
        <p:spPr>
          <a:xfrm>
            <a:off x="0" y="-478800"/>
            <a:ext cx="9143280" cy="1765800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TextBox 10"/>
          <p:cNvSpPr/>
          <p:nvPr/>
        </p:nvSpPr>
        <p:spPr>
          <a:xfrm>
            <a:off x="38484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8484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23928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23928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609372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609372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4" name="Прямая соединительная линия 2"/>
          <p:cNvSpPr/>
          <p:nvPr/>
        </p:nvSpPr>
        <p:spPr>
          <a:xfrm>
            <a:off x="314928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Прямая соединительная линия 11"/>
          <p:cNvSpPr/>
          <p:nvPr/>
        </p:nvSpPr>
        <p:spPr>
          <a:xfrm>
            <a:off x="601452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Прямая соединительная линия 30"/>
          <p:cNvSpPr/>
          <p:nvPr/>
        </p:nvSpPr>
        <p:spPr>
          <a:xfrm flipH="1">
            <a:off x="485640" y="2525760"/>
            <a:ext cx="8365320" cy="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TextBox 12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13200" y="156600"/>
            <a:ext cx="8457840" cy="7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Прямоугольник: скругленные углы 12"/>
          <p:cNvSpPr/>
          <p:nvPr/>
        </p:nvSpPr>
        <p:spPr>
          <a:xfrm>
            <a:off x="38484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Прямоугольник: скругленные углы 11"/>
          <p:cNvSpPr/>
          <p:nvPr/>
        </p:nvSpPr>
        <p:spPr>
          <a:xfrm>
            <a:off x="309168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" name="Прямоугольник: скругленные углы 2"/>
          <p:cNvSpPr/>
          <p:nvPr/>
        </p:nvSpPr>
        <p:spPr>
          <a:xfrm>
            <a:off x="3877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TextBox 10"/>
          <p:cNvSpPr/>
          <p:nvPr/>
        </p:nvSpPr>
        <p:spPr>
          <a:xfrm>
            <a:off x="4798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4798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318312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318312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47952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47952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8" name="Прямоугольник со скругленными углами 3"/>
          <p:cNvSpPr/>
          <p:nvPr/>
        </p:nvSpPr>
        <p:spPr>
          <a:xfrm>
            <a:off x="5808240" y="1028880"/>
            <a:ext cx="312804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9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11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01400" y="239760"/>
            <a:ext cx="845784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73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2025-06-19T14:51:40Z</dcterms:modified>
  <cp:revision>56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