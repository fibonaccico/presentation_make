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BF63039-B886-48A3-94CC-E346A9D7F19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16DBC5-3D9D-4059-B3F4-9372D8CF9F95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7D62D6-587E-4793-BEF6-3E9B5B3A7A7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F92131-B9D4-493A-8F67-778610D968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2C7D99-1830-496B-BAD2-BF5434B365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3088E1-A3EB-4B8F-8D99-D0D66B93FD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A46EB4-4279-433C-81D6-623C23DFE0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0CE7BC-6EE0-4CFF-B542-525DE10C18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2CF350-8B2B-41AD-A539-E20F855649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01F481-6D3B-4397-87B3-847D300312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6C53C8-D288-4D43-B135-70EA5ADE68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7ECD7D-3572-44C9-B272-09143831BA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61D29E-4F91-4259-994A-1706900B32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B649FC-ED75-4B51-BF48-BA1FA7C4EF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EA1546-AA97-4D3A-AF82-D0912A9A0B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9CB97A-3349-4CEB-840B-AE625691B5F4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Прямоугольник 5"/>
          <p:cNvSpPr/>
          <p:nvPr/>
        </p:nvSpPr>
        <p:spPr>
          <a:xfrm>
            <a:off x="1640880" y="448992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2" name="Изображение 40"/>
          <p:cNvSpPr/>
          <p:nvPr/>
        </p:nvSpPr>
        <p:spPr>
          <a:xfrm>
            <a:off x="867240" y="348804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3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9160" cy="1133280"/>
          </a:xfrm>
          <a:prstGeom prst="rect">
            <a:avLst/>
          </a:prstGeom>
          <a:ln w="0">
            <a:noFill/>
          </a:ln>
        </p:spPr>
      </p:pic>
      <p:sp>
        <p:nvSpPr>
          <p:cNvPr id="104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05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2025-06-19T14:49:10Z</dcterms:modified>
  <cp:revision>61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