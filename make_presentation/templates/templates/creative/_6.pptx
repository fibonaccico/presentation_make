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FB4DFBF-EEFE-477E-A5DD-FD849F1FE9DC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6D72F7-A598-4A25-85D0-2830AB1A05B1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B4DC05-C6E1-4E1D-A126-30954BAD5CAC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06572F-3158-4F39-9CE5-6A3FA1000F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81E6FD-C098-493D-AD07-DBDF7E4750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986AD9-0764-412E-ACC7-DA44A0EEC0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B47FA3-F80B-4875-B9AD-B45B4D8278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304A42-986D-4B63-A3B0-2C80B09965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7AB54B-C196-407E-843D-3DC0BDC84E9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8B1F6A-FA82-4DE1-9F6A-B72CF48BAE2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762FA5-33DB-4684-BCC0-633070C09F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AE5CB3-F656-4441-907C-95C23B150B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D0A3E8-1C52-4029-9004-D702E52650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E0A8A1-4842-44C0-A1FF-F44FC4504AA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5CE54D-AE20-47CA-BB8E-E0240C6B025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5FA9733-1554-43CA-BD5C-1A5EE807C736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520" cy="29052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2680" cy="3604320"/>
          </a:xfrm>
          <a:prstGeom prst="rect">
            <a:avLst/>
          </a:prstGeom>
          <a:ln w="0">
            <a:noFill/>
          </a:ln>
        </p:spPr>
      </p:pic>
      <p:sp>
        <p:nvSpPr>
          <p:cNvPr id="89" name="Овал 1"/>
          <p:cNvSpPr/>
          <p:nvPr/>
        </p:nvSpPr>
        <p:spPr>
          <a:xfrm>
            <a:off x="4157640" y="63108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Овал 23"/>
          <p:cNvSpPr/>
          <p:nvPr/>
        </p:nvSpPr>
        <p:spPr>
          <a:xfrm>
            <a:off x="4157640" y="2127600"/>
            <a:ext cx="898920" cy="8870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" name="Овал 29"/>
          <p:cNvSpPr/>
          <p:nvPr/>
        </p:nvSpPr>
        <p:spPr>
          <a:xfrm>
            <a:off x="4157640" y="361224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6560" y="4896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6560" y="1025280"/>
            <a:ext cx="357840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19854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2517840"/>
            <a:ext cx="357840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142960" y="347076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5142960" y="4003560"/>
            <a:ext cx="357840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64600" y="228600"/>
            <a:ext cx="3656880" cy="20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1" name="Прямоугольник 5"/>
          <p:cNvSpPr/>
          <p:nvPr/>
        </p:nvSpPr>
        <p:spPr>
          <a:xfrm>
            <a:off x="1640880" y="448992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2" name="Изображение 40"/>
          <p:cNvSpPr/>
          <p:nvPr/>
        </p:nvSpPr>
        <p:spPr>
          <a:xfrm>
            <a:off x="867240" y="3488040"/>
            <a:ext cx="256320" cy="25632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03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8800" cy="1132920"/>
          </a:xfrm>
          <a:prstGeom prst="rect">
            <a:avLst/>
          </a:prstGeom>
          <a:ln w="0">
            <a:noFill/>
          </a:ln>
        </p:spPr>
      </p:pic>
      <p:sp>
        <p:nvSpPr>
          <p:cNvPr id="104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05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2025-09-17T11:43:46Z</dcterms:modified>
  <cp:revision>62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