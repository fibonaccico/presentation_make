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C601B11-5DEC-4F0A-B59E-7AD885EB761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595A94D-C03C-4B0E-8067-5CB799285EA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59FB43-785B-4AE5-A730-56AE1F8D766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4A1588-DE8B-486A-B137-CECD719D52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5F4081-8CBA-4F4C-A6DD-D1840B25C5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FC4F1C-A6C9-49D0-B1DE-7AC02E3C1E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4EEAB2-D463-48D7-A565-3F90770F27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681F4A-A46A-4706-983E-6055E0B263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E87F14-BD30-46D9-859A-2E26859740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9155ED-AA83-41FC-9E6B-6414FB9BE2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3BA302-0970-41CD-ACDC-DEAFAA1D80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51E932-7547-4F45-A139-9A59CD2BC3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805794-7ED9-4BDC-A3B9-0CD033C272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1C01E8-6266-42CE-AEDD-C244AA7957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4C5DCC-B266-4C86-BA62-6404101890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6F95A7-C03B-4264-9545-DBDCF01AF5E9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65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2307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2025-06-19T14:54:32Z</dcterms:modified>
  <cp:revision>65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