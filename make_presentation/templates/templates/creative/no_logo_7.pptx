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7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7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move the slide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76A17475-BF3C-484E-AB3C-1FB3DFD97D4B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F6D80B8-33C2-462F-A1A1-33C10B5CBF49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B44683E-E083-474B-86F1-5FAADAA1D320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A740264-9D86-46D9-A39A-310AFD824F6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AF87A56-95AD-4208-B98C-C0511593372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206E8C3-9A9C-4584-ABFE-72419000DD1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1422C3D-9361-4901-9E1A-464004A1A73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07C7458-2B1E-42E2-9119-C396760317E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1143000" y="841680"/>
            <a:ext cx="6856920" cy="829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F14CFB4-6EB2-43EF-81C1-82BCF3C128B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B4EA744-2D36-4A6A-B7B1-F223D545C03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388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73458E7-C313-4BAA-88F9-6DC03DA3E81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276120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E514661-7353-4B3C-ADA2-D4382E160C4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276120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ABECC95-739F-47F6-A074-2E3212D63A1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388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95D6647-79B1-4027-B8CC-67A70014FB1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276120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276120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276120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7A1019B-7112-4E55-9982-F3AF8B6AE71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e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Click to edit the outline text format</a:t>
            </a:r>
            <a:endParaRPr b="0" lang="en-US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Second Outline Level</a:t>
            </a:r>
            <a:endParaRPr b="0" lang="en-US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Third Outline Level</a:t>
            </a:r>
            <a:endParaRPr b="0" lang="en-US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Fourth Outline Level</a:t>
            </a:r>
            <a:endParaRPr b="0" lang="en-US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Fifth Outline Level</a:t>
            </a:r>
            <a:endParaRPr b="0" lang="en-US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Sixth Outline Level</a:t>
            </a:r>
            <a:endParaRPr b="0" lang="en-US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Seventh Outline Level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1"/>
          </p:nvPr>
        </p:nvSpPr>
        <p:spPr>
          <a:xfrm>
            <a:off x="3029040" y="4767120"/>
            <a:ext cx="308520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2"/>
          </p:nvPr>
        </p:nvSpPr>
        <p:spPr>
          <a:xfrm>
            <a:off x="6458040" y="4767120"/>
            <a:ext cx="205632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9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B0BDACA-F8F6-4D86-9D98-23177B59CFA3}" type="slidenum">
              <a:rPr b="0" lang="en-US" sz="9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9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dt" idx="3"/>
          </p:nvPr>
        </p:nvSpPr>
        <p:spPr>
          <a:xfrm>
            <a:off x="628560" y="4767120"/>
            <a:ext cx="205632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Прямоугольник со скругленными углами 3"/>
          <p:cNvSpPr/>
          <p:nvPr/>
        </p:nvSpPr>
        <p:spPr>
          <a:xfrm>
            <a:off x="186840" y="178200"/>
            <a:ext cx="8769600" cy="475740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8" name="Прямоугольник 10"/>
          <p:cNvSpPr/>
          <p:nvPr/>
        </p:nvSpPr>
        <p:spPr>
          <a:xfrm>
            <a:off x="460080" y="622080"/>
            <a:ext cx="6925320" cy="330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1" lang="en-US" sz="6600" spc="-1" strike="noStrike">
                <a:solidFill>
                  <a:srgbClr val="ffc000"/>
                </a:solidFill>
                <a:latin typeface="Arial"/>
                <a:ea typeface="DejaVu Sans"/>
              </a:rPr>
              <a:t>TITLE</a:t>
            </a:r>
            <a:endParaRPr b="0" lang="en-US" sz="6600" spc="-1" strike="noStrike">
              <a:latin typeface="Arial"/>
            </a:endParaRPr>
          </a:p>
        </p:txBody>
      </p:sp>
      <p:pic>
        <p:nvPicPr>
          <p:cNvPr id="49" name="Рисунок 3" descr=""/>
          <p:cNvPicPr/>
          <p:nvPr/>
        </p:nvPicPr>
        <p:blipFill>
          <a:blip r:embed="rId1"/>
          <a:stretch/>
        </p:blipFill>
        <p:spPr>
          <a:xfrm>
            <a:off x="5753880" y="2557440"/>
            <a:ext cx="4009320" cy="3132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Рисунок 17" descr=""/>
          <p:cNvPicPr/>
          <p:nvPr/>
        </p:nvPicPr>
        <p:blipFill>
          <a:blip r:embed="rId1"/>
          <a:stretch/>
        </p:blipFill>
        <p:spPr>
          <a:xfrm>
            <a:off x="5753880" y="2557440"/>
            <a:ext cx="4009320" cy="3132720"/>
          </a:xfrm>
          <a:prstGeom prst="rect">
            <a:avLst/>
          </a:prstGeom>
          <a:ln w="0">
            <a:noFill/>
          </a:ln>
        </p:spPr>
      </p:pic>
      <p:sp>
        <p:nvSpPr>
          <p:cNvPr id="51" name="Овал 1"/>
          <p:cNvSpPr/>
          <p:nvPr/>
        </p:nvSpPr>
        <p:spPr>
          <a:xfrm>
            <a:off x="185760" y="831240"/>
            <a:ext cx="898920" cy="89892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" name="Овал 23"/>
          <p:cNvSpPr/>
          <p:nvPr/>
        </p:nvSpPr>
        <p:spPr>
          <a:xfrm>
            <a:off x="185760" y="2381400"/>
            <a:ext cx="898920" cy="88704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3" name="Овал 29"/>
          <p:cNvSpPr/>
          <p:nvPr/>
        </p:nvSpPr>
        <p:spPr>
          <a:xfrm>
            <a:off x="185760" y="3860640"/>
            <a:ext cx="898920" cy="89892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TextBox 10"/>
          <p:cNvSpPr/>
          <p:nvPr/>
        </p:nvSpPr>
        <p:spPr>
          <a:xfrm>
            <a:off x="967680" y="79704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5" name="TextBox 10"/>
          <p:cNvSpPr/>
          <p:nvPr/>
        </p:nvSpPr>
        <p:spPr>
          <a:xfrm>
            <a:off x="967680" y="1332720"/>
            <a:ext cx="3764160" cy="78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964080" y="229248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7" name="TextBox 10"/>
          <p:cNvSpPr/>
          <p:nvPr/>
        </p:nvSpPr>
        <p:spPr>
          <a:xfrm>
            <a:off x="964080" y="2825280"/>
            <a:ext cx="3764160" cy="84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8" name="TextBox 10"/>
          <p:cNvSpPr/>
          <p:nvPr/>
        </p:nvSpPr>
        <p:spPr>
          <a:xfrm>
            <a:off x="964080" y="377784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9" name="TextBox 10"/>
          <p:cNvSpPr/>
          <p:nvPr/>
        </p:nvSpPr>
        <p:spPr>
          <a:xfrm>
            <a:off x="964080" y="4310640"/>
            <a:ext cx="3764160" cy="79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0" name="Прямоугольник со скругленными углами 3"/>
          <p:cNvSpPr/>
          <p:nvPr/>
        </p:nvSpPr>
        <p:spPr>
          <a:xfrm>
            <a:off x="5084640" y="987840"/>
            <a:ext cx="3687120" cy="349632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1" name="TextBox 13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421200" y="228600"/>
            <a:ext cx="8457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Прямоугольник: скругленные углы 20"/>
          <p:cNvSpPr/>
          <p:nvPr/>
        </p:nvSpPr>
        <p:spPr>
          <a:xfrm>
            <a:off x="506520" y="148464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4" name="TextBox 10"/>
          <p:cNvSpPr/>
          <p:nvPr/>
        </p:nvSpPr>
        <p:spPr>
          <a:xfrm>
            <a:off x="624240" y="161676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5" name="TextBox 10"/>
          <p:cNvSpPr/>
          <p:nvPr/>
        </p:nvSpPr>
        <p:spPr>
          <a:xfrm>
            <a:off x="624240" y="240048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6" name="Прямоугольник: скругленные углы 29"/>
          <p:cNvSpPr/>
          <p:nvPr/>
        </p:nvSpPr>
        <p:spPr>
          <a:xfrm>
            <a:off x="3309120" y="206604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7" name="TextBox 10"/>
          <p:cNvSpPr/>
          <p:nvPr/>
        </p:nvSpPr>
        <p:spPr>
          <a:xfrm>
            <a:off x="3426840" y="219816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8" name="TextBox 10"/>
          <p:cNvSpPr/>
          <p:nvPr/>
        </p:nvSpPr>
        <p:spPr>
          <a:xfrm>
            <a:off x="3426840" y="298188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9" name="Прямоугольник: скругленные углы 36"/>
          <p:cNvSpPr/>
          <p:nvPr/>
        </p:nvSpPr>
        <p:spPr>
          <a:xfrm>
            <a:off x="6111720" y="265932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0" name="TextBox 10"/>
          <p:cNvSpPr/>
          <p:nvPr/>
        </p:nvSpPr>
        <p:spPr>
          <a:xfrm>
            <a:off x="6229440" y="279144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1" name="TextBox 10"/>
          <p:cNvSpPr/>
          <p:nvPr/>
        </p:nvSpPr>
        <p:spPr>
          <a:xfrm>
            <a:off x="6229440" y="357480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2" name="TextBox 39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457200" y="228600"/>
            <a:ext cx="822888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Прямоугольник: скругленные углы 12"/>
          <p:cNvSpPr/>
          <p:nvPr/>
        </p:nvSpPr>
        <p:spPr>
          <a:xfrm>
            <a:off x="3601800" y="3271680"/>
            <a:ext cx="5235840" cy="1320480"/>
          </a:xfrm>
          <a:prstGeom prst="roundRect">
            <a:avLst>
              <a:gd name="adj" fmla="val 12711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5" name="Прямоугольник: скругленные углы 11"/>
          <p:cNvSpPr/>
          <p:nvPr/>
        </p:nvSpPr>
        <p:spPr>
          <a:xfrm>
            <a:off x="6308640" y="1028880"/>
            <a:ext cx="2532600" cy="2056320"/>
          </a:xfrm>
          <a:prstGeom prst="roundRect">
            <a:avLst>
              <a:gd name="adj" fmla="val 10279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6" name="Прямоугольник: скругленные углы 2"/>
          <p:cNvSpPr/>
          <p:nvPr/>
        </p:nvSpPr>
        <p:spPr>
          <a:xfrm>
            <a:off x="3604320" y="1014480"/>
            <a:ext cx="2532600" cy="2056320"/>
          </a:xfrm>
          <a:prstGeom prst="roundRect">
            <a:avLst>
              <a:gd name="adj" fmla="val 10649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7" name="TextBox 10"/>
          <p:cNvSpPr/>
          <p:nvPr/>
        </p:nvSpPr>
        <p:spPr>
          <a:xfrm>
            <a:off x="3696480" y="1059120"/>
            <a:ext cx="234288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8" name="TextBox 10"/>
          <p:cNvSpPr/>
          <p:nvPr/>
        </p:nvSpPr>
        <p:spPr>
          <a:xfrm>
            <a:off x="3696480" y="1843560"/>
            <a:ext cx="234288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9" name="TextBox 10"/>
          <p:cNvSpPr/>
          <p:nvPr/>
        </p:nvSpPr>
        <p:spPr>
          <a:xfrm>
            <a:off x="6400080" y="1059120"/>
            <a:ext cx="233964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0" name="TextBox 10"/>
          <p:cNvSpPr/>
          <p:nvPr/>
        </p:nvSpPr>
        <p:spPr>
          <a:xfrm>
            <a:off x="6400080" y="1843560"/>
            <a:ext cx="233964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1" name="TextBox 10"/>
          <p:cNvSpPr/>
          <p:nvPr/>
        </p:nvSpPr>
        <p:spPr>
          <a:xfrm>
            <a:off x="3696480" y="3362040"/>
            <a:ext cx="52358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2" name="TextBox 10"/>
          <p:cNvSpPr/>
          <p:nvPr/>
        </p:nvSpPr>
        <p:spPr>
          <a:xfrm>
            <a:off x="3696480" y="3713400"/>
            <a:ext cx="514620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3" name="Прямоугольник со скругленными углами 3"/>
          <p:cNvSpPr/>
          <p:nvPr/>
        </p:nvSpPr>
        <p:spPr>
          <a:xfrm>
            <a:off x="384840" y="1028880"/>
            <a:ext cx="3002040" cy="356364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4" name="TextBox 15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4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313200" y="228600"/>
            <a:ext cx="8457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Рисунок 15" descr=""/>
          <p:cNvPicPr/>
          <p:nvPr/>
        </p:nvPicPr>
        <p:blipFill>
          <a:blip r:embed="rId1"/>
          <a:stretch/>
        </p:blipFill>
        <p:spPr>
          <a:xfrm>
            <a:off x="-877680" y="2245320"/>
            <a:ext cx="4612680" cy="3604320"/>
          </a:xfrm>
          <a:prstGeom prst="rect">
            <a:avLst/>
          </a:prstGeom>
          <a:ln w="0">
            <a:noFill/>
          </a:ln>
        </p:spPr>
      </p:pic>
      <p:sp>
        <p:nvSpPr>
          <p:cNvPr id="87" name="Овал 1"/>
          <p:cNvSpPr/>
          <p:nvPr/>
        </p:nvSpPr>
        <p:spPr>
          <a:xfrm>
            <a:off x="4157640" y="631080"/>
            <a:ext cx="898920" cy="89892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8" name="Овал 23"/>
          <p:cNvSpPr/>
          <p:nvPr/>
        </p:nvSpPr>
        <p:spPr>
          <a:xfrm>
            <a:off x="4157640" y="2127600"/>
            <a:ext cx="898920" cy="88704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9" name="Овал 29"/>
          <p:cNvSpPr/>
          <p:nvPr/>
        </p:nvSpPr>
        <p:spPr>
          <a:xfrm>
            <a:off x="4157640" y="3612240"/>
            <a:ext cx="898920" cy="89892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0" name="TextBox 10"/>
          <p:cNvSpPr/>
          <p:nvPr/>
        </p:nvSpPr>
        <p:spPr>
          <a:xfrm>
            <a:off x="5146560" y="489600"/>
            <a:ext cx="357840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1" name="TextBox 10"/>
          <p:cNvSpPr/>
          <p:nvPr/>
        </p:nvSpPr>
        <p:spPr>
          <a:xfrm>
            <a:off x="5146560" y="1025280"/>
            <a:ext cx="3578400" cy="78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2" name="TextBox 10"/>
          <p:cNvSpPr/>
          <p:nvPr/>
        </p:nvSpPr>
        <p:spPr>
          <a:xfrm>
            <a:off x="5142960" y="1985400"/>
            <a:ext cx="357840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3" name="TextBox 10"/>
          <p:cNvSpPr/>
          <p:nvPr/>
        </p:nvSpPr>
        <p:spPr>
          <a:xfrm>
            <a:off x="5142960" y="2517840"/>
            <a:ext cx="3578400" cy="84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4" name="TextBox 10"/>
          <p:cNvSpPr/>
          <p:nvPr/>
        </p:nvSpPr>
        <p:spPr>
          <a:xfrm>
            <a:off x="5142960" y="3470760"/>
            <a:ext cx="357840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5" name="TextBox 10"/>
          <p:cNvSpPr/>
          <p:nvPr/>
        </p:nvSpPr>
        <p:spPr>
          <a:xfrm>
            <a:off x="5142960" y="4003560"/>
            <a:ext cx="3578400" cy="79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6" name="TextBox 14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5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264600" y="228600"/>
            <a:ext cx="3656880" cy="201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Овал 1"/>
          <p:cNvSpPr/>
          <p:nvPr/>
        </p:nvSpPr>
        <p:spPr>
          <a:xfrm>
            <a:off x="4238640" y="831240"/>
            <a:ext cx="898920" cy="89892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9" name="Овал 23"/>
          <p:cNvSpPr/>
          <p:nvPr/>
        </p:nvSpPr>
        <p:spPr>
          <a:xfrm>
            <a:off x="4238640" y="2243880"/>
            <a:ext cx="898920" cy="88704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0" name="Овал 29"/>
          <p:cNvSpPr/>
          <p:nvPr/>
        </p:nvSpPr>
        <p:spPr>
          <a:xfrm>
            <a:off x="4238640" y="3667320"/>
            <a:ext cx="898920" cy="89892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1" name="TextBox 10"/>
          <p:cNvSpPr/>
          <p:nvPr/>
        </p:nvSpPr>
        <p:spPr>
          <a:xfrm>
            <a:off x="5020200" y="79704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2" name="TextBox 10"/>
          <p:cNvSpPr/>
          <p:nvPr/>
        </p:nvSpPr>
        <p:spPr>
          <a:xfrm>
            <a:off x="5020200" y="1332720"/>
            <a:ext cx="3764160" cy="78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3" name="TextBox 10"/>
          <p:cNvSpPr/>
          <p:nvPr/>
        </p:nvSpPr>
        <p:spPr>
          <a:xfrm>
            <a:off x="5016600" y="215532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4" name="TextBox 10"/>
          <p:cNvSpPr/>
          <p:nvPr/>
        </p:nvSpPr>
        <p:spPr>
          <a:xfrm>
            <a:off x="5016600" y="2687760"/>
            <a:ext cx="3764160" cy="84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5" name="TextBox 10"/>
          <p:cNvSpPr/>
          <p:nvPr/>
        </p:nvSpPr>
        <p:spPr>
          <a:xfrm>
            <a:off x="5016600" y="358488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6" name="TextBox 10"/>
          <p:cNvSpPr/>
          <p:nvPr/>
        </p:nvSpPr>
        <p:spPr>
          <a:xfrm>
            <a:off x="5016600" y="4117320"/>
            <a:ext cx="3764160" cy="79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7" name="Прямоугольник со скругленными углами 3"/>
          <p:cNvSpPr/>
          <p:nvPr/>
        </p:nvSpPr>
        <p:spPr>
          <a:xfrm>
            <a:off x="384840" y="987840"/>
            <a:ext cx="3687120" cy="349632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8" name="TextBox 13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6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300600" y="228600"/>
            <a:ext cx="8614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Прямоугольник со скругленными углами 3"/>
          <p:cNvSpPr/>
          <p:nvPr/>
        </p:nvSpPr>
        <p:spPr>
          <a:xfrm>
            <a:off x="186840" y="178200"/>
            <a:ext cx="8769600" cy="475740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1" name="Прямоугольник 10"/>
          <p:cNvSpPr/>
          <p:nvPr/>
        </p:nvSpPr>
        <p:spPr>
          <a:xfrm>
            <a:off x="460080" y="622080"/>
            <a:ext cx="6925320" cy="330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1" lang="en-US" sz="6600" spc="-1" strike="noStrike">
                <a:solidFill>
                  <a:srgbClr val="ffc000"/>
                </a:solidFill>
                <a:latin typeface="Arial"/>
                <a:ea typeface="DejaVu Sans"/>
              </a:rPr>
              <a:t>TITLE</a:t>
            </a:r>
            <a:endParaRPr b="0" lang="en-US" sz="6600" spc="-1" strike="noStrike">
              <a:latin typeface="Arial"/>
            </a:endParaRPr>
          </a:p>
        </p:txBody>
      </p:sp>
      <p:pic>
        <p:nvPicPr>
          <p:cNvPr id="112" name="Рисунок 11" descr=""/>
          <p:cNvPicPr/>
          <p:nvPr/>
        </p:nvPicPr>
        <p:blipFill>
          <a:blip r:embed="rId1"/>
          <a:stretch/>
        </p:blipFill>
        <p:spPr>
          <a:xfrm>
            <a:off x="5753880" y="2557440"/>
            <a:ext cx="4009320" cy="3132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2305</TotalTime>
  <Application>LibreOffice/7.3.7.2$Linux_X86_64 LibreOffice_project/30$Build-2</Application>
  <AppVersion>15.0000</AppVersion>
  <Words>148</Words>
  <Paragraphs>107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2024-04-17T19:56:02Z</dcterms:created>
  <dc:creator>Алика Шпагина</dc:creator>
  <dc:description/>
  <dc:language>en-US</dc:language>
  <cp:lastModifiedBy/>
  <dcterms:modified xsi:type="dcterms:W3CDTF">2025-09-17T11:48:31Z</dcterms:modified>
  <cp:revision>62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</vt:i4>
  </property>
  <property fmtid="{D5CDD505-2E9C-101B-9397-08002B2CF9AE}" pid="3" name="PresentationFormat">
    <vt:lpwstr>Экран (16:9)</vt:lpwstr>
  </property>
  <property fmtid="{D5CDD505-2E9C-101B-9397-08002B2CF9AE}" pid="4" name="Slides">
    <vt:i4>12</vt:i4>
  </property>
</Properties>
</file>