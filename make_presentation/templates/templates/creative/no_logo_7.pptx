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</a:t>
            </a:r>
            <a:r>
              <a:rPr b="0" lang="en-US" sz="4400" spc="-1" strike="noStrike">
                <a:latin typeface="Arial"/>
              </a:rPr>
              <a:t>move </a:t>
            </a:r>
            <a:r>
              <a:rPr b="0" lang="en-US" sz="4400" spc="-1" strike="noStrike">
                <a:latin typeface="Arial"/>
              </a:rPr>
              <a:t>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</a:t>
            </a:r>
            <a:r>
              <a:rPr b="0" lang="en-US" sz="2000" spc="-1" strike="noStrike">
                <a:latin typeface="Arial"/>
              </a:rPr>
              <a:t>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4B998EAF-16BC-4377-9304-34C44912FD74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5E16DDE-E12B-4E3A-95E7-51353E589611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53AE673-2174-466A-A341-F70E16AB9A38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595F371-1555-4313-88BE-B810D83E8E6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AA1A77D-1287-4397-A421-F06B291F7A8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4C45160-D284-4D89-B75B-138E16581CC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6536231-DDAF-4598-A5BD-0FE3E8EEB9E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DE6F7DB-1F0E-4440-9343-5769CA0D82F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7280" cy="829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51FC3CD-F187-41F9-9C93-11E16D72B9C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6D81903-4831-4464-B189-414AACAC86E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CADEFC9-E80D-4303-B011-D6777D4F7DD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0E73E38-60A2-462F-A437-74E36E2B02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C28EB8D-8CAB-4A6D-8087-6AAC0BAF0C5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1BC6234-9837-4AA4-9470-7AD1DC5E21D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1900F3C-6F44-40FF-AF3E-4A74B243095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</a:t>
            </a:r>
            <a:r>
              <a:rPr b="0" lang="en-US" sz="1800" spc="-1" strike="noStrike">
                <a:latin typeface="Arial"/>
              </a:rPr>
              <a:t>ck </a:t>
            </a:r>
            <a:r>
              <a:rPr b="0" lang="en-US" sz="1800" spc="-1" strike="noStrike">
                <a:latin typeface="Arial"/>
              </a:rPr>
              <a:t>to </a:t>
            </a:r>
            <a:r>
              <a:rPr b="0" lang="en-US" sz="1800" spc="-1" strike="noStrike">
                <a:latin typeface="Arial"/>
              </a:rPr>
              <a:t>edi</a:t>
            </a:r>
            <a:r>
              <a:rPr b="0" lang="en-US" sz="1800" spc="-1" strike="noStrike">
                <a:latin typeface="Arial"/>
              </a:rPr>
              <a:t>t </a:t>
            </a:r>
            <a:r>
              <a:rPr b="0" lang="en-US" sz="1800" spc="-1" strike="noStrike">
                <a:latin typeface="Arial"/>
              </a:rPr>
              <a:t>th</a:t>
            </a:r>
            <a:r>
              <a:rPr b="0" lang="en-US" sz="1800" spc="-1" strike="noStrike">
                <a:latin typeface="Arial"/>
              </a:rPr>
              <a:t>e </a:t>
            </a:r>
            <a:r>
              <a:rPr b="0" lang="en-US" sz="1800" spc="-1" strike="noStrike">
                <a:latin typeface="Arial"/>
              </a:rPr>
              <a:t>titl</a:t>
            </a:r>
            <a:r>
              <a:rPr b="0" lang="en-US" sz="1800" spc="-1" strike="noStrike">
                <a:latin typeface="Arial"/>
              </a:rPr>
              <a:t>e </a:t>
            </a:r>
            <a:r>
              <a:rPr b="0" lang="en-US" sz="1800" spc="-1" strike="noStrike">
                <a:latin typeface="Arial"/>
              </a:rPr>
              <a:t>tex</a:t>
            </a:r>
            <a:r>
              <a:rPr b="0" lang="en-US" sz="1800" spc="-1" strike="noStrike">
                <a:latin typeface="Arial"/>
              </a:rPr>
              <a:t>t </a:t>
            </a:r>
            <a:r>
              <a:rPr b="0" lang="en-US" sz="1800" spc="-1" strike="noStrike">
                <a:latin typeface="Arial"/>
              </a:rPr>
              <a:t>for</a:t>
            </a:r>
            <a:r>
              <a:rPr b="0" lang="en-US" sz="1800" spc="-1" strike="noStrike">
                <a:latin typeface="Arial"/>
              </a:rPr>
              <a:t>m</a:t>
            </a:r>
            <a:r>
              <a:rPr b="0" lang="en-US" sz="1800" spc="-1" strike="noStrike">
                <a:latin typeface="Arial"/>
              </a:rPr>
              <a:t>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029040" y="4767120"/>
            <a:ext cx="308556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45804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1A9AD26-E678-4DF7-8B97-6513B67335E8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62856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со скругленными углами 3"/>
          <p:cNvSpPr/>
          <p:nvPr/>
        </p:nvSpPr>
        <p:spPr>
          <a:xfrm>
            <a:off x="186840" y="178200"/>
            <a:ext cx="8769960" cy="475776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Прямоугольник 10"/>
          <p:cNvSpPr/>
          <p:nvPr/>
        </p:nvSpPr>
        <p:spPr>
          <a:xfrm>
            <a:off x="460080" y="622080"/>
            <a:ext cx="692568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1" lang="en-US" sz="6600" spc="-1" strike="noStrike">
                <a:solidFill>
                  <a:srgbClr val="ffc000"/>
                </a:solidFill>
                <a:latin typeface="Arial"/>
                <a:ea typeface="DejaVu Sans"/>
              </a:rPr>
              <a:t>TITLE</a:t>
            </a:r>
            <a:endParaRPr b="0" lang="en-US" sz="6600" spc="-1" strike="noStrike">
              <a:latin typeface="Arial"/>
            </a:endParaRPr>
          </a:p>
        </p:txBody>
      </p:sp>
      <p:pic>
        <p:nvPicPr>
          <p:cNvPr id="49" name="Рисунок 3" descr=""/>
          <p:cNvPicPr/>
          <p:nvPr/>
        </p:nvPicPr>
        <p:blipFill>
          <a:blip r:embed="rId1"/>
          <a:stretch/>
        </p:blipFill>
        <p:spPr>
          <a:xfrm>
            <a:off x="5753880" y="2557440"/>
            <a:ext cx="4009680" cy="313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Рисунок 17" descr=""/>
          <p:cNvPicPr/>
          <p:nvPr/>
        </p:nvPicPr>
        <p:blipFill>
          <a:blip r:embed="rId1"/>
          <a:stretch/>
        </p:blipFill>
        <p:spPr>
          <a:xfrm>
            <a:off x="5753880" y="2557440"/>
            <a:ext cx="4009680" cy="3133080"/>
          </a:xfrm>
          <a:prstGeom prst="rect">
            <a:avLst/>
          </a:prstGeom>
          <a:ln w="0">
            <a:noFill/>
          </a:ln>
        </p:spPr>
      </p:pic>
      <p:sp>
        <p:nvSpPr>
          <p:cNvPr id="51" name="Овал 1"/>
          <p:cNvSpPr/>
          <p:nvPr/>
        </p:nvSpPr>
        <p:spPr>
          <a:xfrm>
            <a:off x="185760" y="831240"/>
            <a:ext cx="899280" cy="8992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Овал 23"/>
          <p:cNvSpPr/>
          <p:nvPr/>
        </p:nvSpPr>
        <p:spPr>
          <a:xfrm>
            <a:off x="185760" y="2381400"/>
            <a:ext cx="899280" cy="887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3" name="Овал 29"/>
          <p:cNvSpPr/>
          <p:nvPr/>
        </p:nvSpPr>
        <p:spPr>
          <a:xfrm>
            <a:off x="185760" y="3860640"/>
            <a:ext cx="899280" cy="8992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TextBox 10"/>
          <p:cNvSpPr/>
          <p:nvPr/>
        </p:nvSpPr>
        <p:spPr>
          <a:xfrm>
            <a:off x="967680" y="79704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5" name="TextBox 10"/>
          <p:cNvSpPr/>
          <p:nvPr/>
        </p:nvSpPr>
        <p:spPr>
          <a:xfrm>
            <a:off x="967680" y="1332720"/>
            <a:ext cx="376452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964080" y="229248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964080" y="2825280"/>
            <a:ext cx="376452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964080" y="377784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964080" y="4310640"/>
            <a:ext cx="376452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0" name="Прямоугольник со скругленными углами 3"/>
          <p:cNvSpPr/>
          <p:nvPr/>
        </p:nvSpPr>
        <p:spPr>
          <a:xfrm>
            <a:off x="5084640" y="987840"/>
            <a:ext cx="3687480" cy="349668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1" name="TextBox 13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421200" y="228600"/>
            <a:ext cx="8457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Прямоугольник: скругленные углы 20"/>
          <p:cNvSpPr/>
          <p:nvPr/>
        </p:nvSpPr>
        <p:spPr>
          <a:xfrm>
            <a:off x="506520" y="148464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4" name="TextBox 10"/>
          <p:cNvSpPr/>
          <p:nvPr/>
        </p:nvSpPr>
        <p:spPr>
          <a:xfrm>
            <a:off x="624240" y="161676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5" name="TextBox 10"/>
          <p:cNvSpPr/>
          <p:nvPr/>
        </p:nvSpPr>
        <p:spPr>
          <a:xfrm>
            <a:off x="624240" y="240048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6" name="Прямоугольник: скругленные углы 29"/>
          <p:cNvSpPr/>
          <p:nvPr/>
        </p:nvSpPr>
        <p:spPr>
          <a:xfrm>
            <a:off x="3309120" y="206604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7" name="TextBox 10"/>
          <p:cNvSpPr/>
          <p:nvPr/>
        </p:nvSpPr>
        <p:spPr>
          <a:xfrm>
            <a:off x="3426840" y="219816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8" name="TextBox 10"/>
          <p:cNvSpPr/>
          <p:nvPr/>
        </p:nvSpPr>
        <p:spPr>
          <a:xfrm>
            <a:off x="3426840" y="298188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9" name="Прямоугольник: скругленные углы 36"/>
          <p:cNvSpPr/>
          <p:nvPr/>
        </p:nvSpPr>
        <p:spPr>
          <a:xfrm>
            <a:off x="6111720" y="265932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0" name="TextBox 10"/>
          <p:cNvSpPr/>
          <p:nvPr/>
        </p:nvSpPr>
        <p:spPr>
          <a:xfrm>
            <a:off x="6229440" y="279144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1" name="TextBox 10"/>
          <p:cNvSpPr/>
          <p:nvPr/>
        </p:nvSpPr>
        <p:spPr>
          <a:xfrm>
            <a:off x="6229440" y="357480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2" name="TextBox 39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457200" y="228600"/>
            <a:ext cx="8229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Прямоугольник: скругленные углы 12"/>
          <p:cNvSpPr/>
          <p:nvPr/>
        </p:nvSpPr>
        <p:spPr>
          <a:xfrm>
            <a:off x="3601800" y="3271680"/>
            <a:ext cx="5236200" cy="1320840"/>
          </a:xfrm>
          <a:prstGeom prst="roundRect">
            <a:avLst>
              <a:gd name="adj" fmla="val 12711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5" name="Прямоугольник: скругленные углы 11"/>
          <p:cNvSpPr/>
          <p:nvPr/>
        </p:nvSpPr>
        <p:spPr>
          <a:xfrm>
            <a:off x="6308640" y="1028880"/>
            <a:ext cx="2532960" cy="2056680"/>
          </a:xfrm>
          <a:prstGeom prst="roundRect">
            <a:avLst>
              <a:gd name="adj" fmla="val 1027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6" name="Прямоугольник: скругленные углы 2"/>
          <p:cNvSpPr/>
          <p:nvPr/>
        </p:nvSpPr>
        <p:spPr>
          <a:xfrm>
            <a:off x="3604320" y="1014480"/>
            <a:ext cx="2532960" cy="2056680"/>
          </a:xfrm>
          <a:prstGeom prst="roundRect">
            <a:avLst>
              <a:gd name="adj" fmla="val 1064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7" name="TextBox 10"/>
          <p:cNvSpPr/>
          <p:nvPr/>
        </p:nvSpPr>
        <p:spPr>
          <a:xfrm>
            <a:off x="3696480" y="1059120"/>
            <a:ext cx="234324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8" name="TextBox 10"/>
          <p:cNvSpPr/>
          <p:nvPr/>
        </p:nvSpPr>
        <p:spPr>
          <a:xfrm>
            <a:off x="3696480" y="1843560"/>
            <a:ext cx="234324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9" name="TextBox 10"/>
          <p:cNvSpPr/>
          <p:nvPr/>
        </p:nvSpPr>
        <p:spPr>
          <a:xfrm>
            <a:off x="6400080" y="1059120"/>
            <a:ext cx="234000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0" name="TextBox 10"/>
          <p:cNvSpPr/>
          <p:nvPr/>
        </p:nvSpPr>
        <p:spPr>
          <a:xfrm>
            <a:off x="6400080" y="1843560"/>
            <a:ext cx="234000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3696480" y="3362040"/>
            <a:ext cx="5236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2" name="TextBox 10"/>
          <p:cNvSpPr/>
          <p:nvPr/>
        </p:nvSpPr>
        <p:spPr>
          <a:xfrm>
            <a:off x="3696480" y="3713400"/>
            <a:ext cx="514656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3" name="Прямоугольник со скругленными углами 3"/>
          <p:cNvSpPr/>
          <p:nvPr/>
        </p:nvSpPr>
        <p:spPr>
          <a:xfrm>
            <a:off x="384840" y="1028880"/>
            <a:ext cx="3002400" cy="356400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4" name="TextBox 15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4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313200" y="228600"/>
            <a:ext cx="8457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Рисунок 15" descr=""/>
          <p:cNvPicPr/>
          <p:nvPr/>
        </p:nvPicPr>
        <p:blipFill>
          <a:blip r:embed="rId1"/>
          <a:stretch/>
        </p:blipFill>
        <p:spPr>
          <a:xfrm>
            <a:off x="-877680" y="2245320"/>
            <a:ext cx="4613040" cy="3604680"/>
          </a:xfrm>
          <a:prstGeom prst="rect">
            <a:avLst/>
          </a:prstGeom>
          <a:ln w="0">
            <a:noFill/>
          </a:ln>
        </p:spPr>
      </p:pic>
      <p:sp>
        <p:nvSpPr>
          <p:cNvPr id="87" name="Овал 1"/>
          <p:cNvSpPr/>
          <p:nvPr/>
        </p:nvSpPr>
        <p:spPr>
          <a:xfrm>
            <a:off x="4157640" y="631080"/>
            <a:ext cx="899280" cy="89928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8" name="Овал 23"/>
          <p:cNvSpPr/>
          <p:nvPr/>
        </p:nvSpPr>
        <p:spPr>
          <a:xfrm>
            <a:off x="4157640" y="2127600"/>
            <a:ext cx="899280" cy="88740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9" name="Овал 29"/>
          <p:cNvSpPr/>
          <p:nvPr/>
        </p:nvSpPr>
        <p:spPr>
          <a:xfrm>
            <a:off x="4157640" y="3612240"/>
            <a:ext cx="899280" cy="89928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0" name="TextBox 10"/>
          <p:cNvSpPr/>
          <p:nvPr/>
        </p:nvSpPr>
        <p:spPr>
          <a:xfrm>
            <a:off x="5146560" y="48960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1" name="TextBox 10"/>
          <p:cNvSpPr/>
          <p:nvPr/>
        </p:nvSpPr>
        <p:spPr>
          <a:xfrm>
            <a:off x="5146560" y="1025280"/>
            <a:ext cx="357876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2" name="TextBox 10"/>
          <p:cNvSpPr/>
          <p:nvPr/>
        </p:nvSpPr>
        <p:spPr>
          <a:xfrm>
            <a:off x="5142960" y="198540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5142960" y="2517840"/>
            <a:ext cx="357876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4" name="TextBox 10"/>
          <p:cNvSpPr/>
          <p:nvPr/>
        </p:nvSpPr>
        <p:spPr>
          <a:xfrm>
            <a:off x="5142960" y="347076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5" name="TextBox 10"/>
          <p:cNvSpPr/>
          <p:nvPr/>
        </p:nvSpPr>
        <p:spPr>
          <a:xfrm>
            <a:off x="5142960" y="4003560"/>
            <a:ext cx="357876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6" name="TextBox 14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5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264600" y="228600"/>
            <a:ext cx="3657240" cy="20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Овал 1"/>
          <p:cNvSpPr/>
          <p:nvPr/>
        </p:nvSpPr>
        <p:spPr>
          <a:xfrm>
            <a:off x="4238640" y="831240"/>
            <a:ext cx="899280" cy="8992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9" name="Овал 23"/>
          <p:cNvSpPr/>
          <p:nvPr/>
        </p:nvSpPr>
        <p:spPr>
          <a:xfrm>
            <a:off x="4238640" y="2243880"/>
            <a:ext cx="899280" cy="887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0" name="Овал 29"/>
          <p:cNvSpPr/>
          <p:nvPr/>
        </p:nvSpPr>
        <p:spPr>
          <a:xfrm>
            <a:off x="4238640" y="3667320"/>
            <a:ext cx="899280" cy="8992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1" name="TextBox 10"/>
          <p:cNvSpPr/>
          <p:nvPr/>
        </p:nvSpPr>
        <p:spPr>
          <a:xfrm>
            <a:off x="5020200" y="79704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2" name="TextBox 10"/>
          <p:cNvSpPr/>
          <p:nvPr/>
        </p:nvSpPr>
        <p:spPr>
          <a:xfrm>
            <a:off x="5020200" y="1332720"/>
            <a:ext cx="376452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3" name="TextBox 10"/>
          <p:cNvSpPr/>
          <p:nvPr/>
        </p:nvSpPr>
        <p:spPr>
          <a:xfrm>
            <a:off x="5016600" y="215532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4" name="TextBox 10"/>
          <p:cNvSpPr/>
          <p:nvPr/>
        </p:nvSpPr>
        <p:spPr>
          <a:xfrm>
            <a:off x="5016600" y="2687760"/>
            <a:ext cx="376452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5" name="TextBox 10"/>
          <p:cNvSpPr/>
          <p:nvPr/>
        </p:nvSpPr>
        <p:spPr>
          <a:xfrm>
            <a:off x="5016600" y="358488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6" name="TextBox 10"/>
          <p:cNvSpPr/>
          <p:nvPr/>
        </p:nvSpPr>
        <p:spPr>
          <a:xfrm>
            <a:off x="5016600" y="4117320"/>
            <a:ext cx="376452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7" name="Прямоугольник со скругленными углами 3"/>
          <p:cNvSpPr/>
          <p:nvPr/>
        </p:nvSpPr>
        <p:spPr>
          <a:xfrm>
            <a:off x="384840" y="987840"/>
            <a:ext cx="3687480" cy="349668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8" name="TextBox 13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6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300600" y="228600"/>
            <a:ext cx="8614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Прямоугольник со скругленными углами 3"/>
          <p:cNvSpPr/>
          <p:nvPr/>
        </p:nvSpPr>
        <p:spPr>
          <a:xfrm>
            <a:off x="186840" y="178200"/>
            <a:ext cx="8769960" cy="475776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1" name="Прямоугольник 10"/>
          <p:cNvSpPr/>
          <p:nvPr/>
        </p:nvSpPr>
        <p:spPr>
          <a:xfrm>
            <a:off x="460080" y="622080"/>
            <a:ext cx="692568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1" lang="en-US" sz="6600" spc="-1" strike="noStrike">
                <a:solidFill>
                  <a:srgbClr val="ffc000"/>
                </a:solidFill>
                <a:latin typeface="Arial"/>
                <a:ea typeface="DejaVu Sans"/>
              </a:rPr>
              <a:t>TITLE</a:t>
            </a:r>
            <a:endParaRPr b="0" lang="en-US" sz="6600" spc="-1" strike="noStrike">
              <a:latin typeface="Arial"/>
            </a:endParaRPr>
          </a:p>
        </p:txBody>
      </p:sp>
      <p:pic>
        <p:nvPicPr>
          <p:cNvPr id="112" name="Рисунок 11" descr=""/>
          <p:cNvPicPr/>
          <p:nvPr/>
        </p:nvPicPr>
        <p:blipFill>
          <a:blip r:embed="rId1"/>
          <a:stretch/>
        </p:blipFill>
        <p:spPr>
          <a:xfrm>
            <a:off x="5753880" y="2557440"/>
            <a:ext cx="4009680" cy="313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2305</TotalTime>
  <Application>LibreOffice/7.3.7.2$Linux_X86_64 LibreOffice_project/30$Build-2</Application>
  <AppVersion>15.0000</AppVersion>
  <Words>148</Words>
  <Paragraphs>107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en-US</dc:language>
  <cp:lastModifiedBy/>
  <dcterms:modified xsi:type="dcterms:W3CDTF">2025-06-19T14:52:57Z</dcterms:modified>
  <cp:revision>61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Экран (16:9)</vt:lpwstr>
  </property>
  <property fmtid="{D5CDD505-2E9C-101B-9397-08002B2CF9AE}" pid="4" name="Slides">
    <vt:i4>12</vt:i4>
  </property>
</Properties>
</file>