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0614EDF-CCAC-4B22-9518-B2AD1D49EBB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14DAF1-C558-4CD2-94CC-BC302B83FF43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24957A-2F28-4F9A-8A44-E2EF856510D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32E95B-3256-43DA-B49A-232D8656B9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CF4D8F-3051-4736-BAFC-382A021E32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945294-A034-4834-94CF-30E0018931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CE8EC-148E-4630-8783-B8AFD89D33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534288-531A-4080-BC33-216DA328C3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EEB7B-80DE-4FC1-B39B-66C97C7EFC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85BE5-8761-48A1-A5CE-8D6767E4BA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014219-304C-4E6C-AF9C-BB47E1F21D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8DDA47-BAC2-41CA-8BEB-464CACC4D4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408AB7-DAE0-4387-9518-CF6F8B097D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B3863C-AB1C-4410-829A-2D14BDEE88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08147D-10AA-435D-A614-1C223154C3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EA36A0-57F5-4B92-9EE0-F92178678B0C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6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97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2514</TotalTime>
  <Application>LibreOffice/7.3.7.2$Linux_X86_64 LibreOffice_project/30$Build-2</Application>
  <AppVersion>15.0000</AppVersion>
  <Words>67</Words>
  <Paragraphs>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2025-03-31T10:57:30Z</dcterms:modified>
  <cp:revision>51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Экран (16:9)</vt:lpwstr>
  </property>
  <property fmtid="{D5CDD505-2E9C-101B-9397-08002B2CF9AE}" pid="4" name="Slides">
    <vt:i4>6</vt:i4>
  </property>
</Properties>
</file>