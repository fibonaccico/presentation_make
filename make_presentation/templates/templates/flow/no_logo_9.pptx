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8.xml.rels" ContentType="application/vnd.openxmlformats-package.relationships+xml"/>
  <Override PartName="/ppt/notesSlides/_rels/notesSlide5.xml.rels" ContentType="application/vnd.openxmlformats-package.relationships+xml"/>
  <Override PartName="/ppt/notesSlides/_rels/notesSlide3.xml.rels" ContentType="application/vnd.openxmlformats-package.relationships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Для перемещения страницы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щёлкните мышью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2000" spc="-1" strike="noStrike"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1400" spc="-1" strike="noStrike">
                <a:latin typeface="Times New Roman"/>
              </a:rPr>
              <a:t>&lt;верхний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ru-RU" sz="1400" spc="-1" strike="noStrike">
                <a:latin typeface="Times New Roman"/>
              </a:rPr>
              <a:t>&lt;дата/время&gt;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ru-RU" sz="1400" spc="-1" strike="noStrike">
                <a:latin typeface="Times New Roman"/>
              </a:defRPr>
            </a:lvl1pPr>
          </a:lstStyle>
          <a:p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53B88F60-EF48-4F58-8760-7C24647D7C37}" type="slidenum">
              <a:rPr b="0" lang="ru-RU" sz="1400" spc="-1" strike="noStrike">
                <a:latin typeface="Times New Roman"/>
              </a:rPr>
              <a:t>&lt;номер&gt;</a:t>
            </a:fld>
            <a:endParaRPr b="0" lang="ru-RU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81B721C-98E3-45D5-B266-D30FA2D3FEAE}" type="slidenum">
              <a:rPr b="0" lang="ru-RU" sz="1200" spc="-1" strike="noStrike">
                <a:latin typeface="Times New Roman"/>
              </a:rPr>
              <a:t>&lt;номер&gt;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111433B-D5FB-4055-AFC4-FA5C9E28DAD9}" type="slidenum">
              <a:rPr b="0" lang="ru-RU" sz="1200" spc="-1" strike="noStrike">
                <a:latin typeface="Times New Roman"/>
              </a:rPr>
              <a:t>&lt;номер&gt;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6F9A4F3-37D3-460C-AD59-E2FCD08C5C03}" type="slidenum">
              <a:rPr b="0" lang="ru-RU" sz="1200" spc="-1" strike="noStrike">
                <a:latin typeface="Times New Roman"/>
              </a:rPr>
              <a:t>&lt;номер&gt;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875D555-5009-4E6C-A736-AD52B39AF7B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BF9956D-922D-4DF0-81F4-A1DD0020CBC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AE27B2A-C2BD-4E05-BD40-543C2E6373C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799AFAB-B733-4A18-967F-32C5B4C8DA0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B294F5E-B6B0-424C-A344-FBAC9351D27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7640" cy="82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8A2D2FA-CE09-4D9F-A029-E9F51220BD2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16DB274-8C15-476F-BFC0-27987061292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D6262BA-635C-42F4-BB30-2E21082D56F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D9B006B-654C-4B12-8C5C-B28310872FF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ACC3B32-3D39-463F-A00F-7F8EF1C28AF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DBEE3C5-F27B-48B7-8D2E-6AC8C5436EF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B6A60D3-637F-4D48-AB39-DFDB6D9613A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ru-RU" sz="4500" spc="-1" strike="noStrike">
                <a:solidFill>
                  <a:srgbClr val="000000"/>
                </a:solidFill>
                <a:latin typeface="Calibri Light"/>
              </a:rPr>
              <a:t>Образец заголовка</a:t>
            </a:r>
            <a:endParaRPr b="0" lang="en-US" sz="45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8b8b8b"/>
                </a:solidFill>
                <a:latin typeface="Calibri"/>
              </a:rPr>
              <a:t>&lt;дата/время&gt;</a:t>
            </a:r>
            <a:endParaRPr b="0" lang="ru-RU" sz="9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A3B6148-1A49-4492-8F92-9509C7DC23B7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&lt;номер&gt;</a:t>
            </a:fld>
            <a:endParaRPr b="0" lang="ru-RU" sz="9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rgbClr val="000000"/>
                </a:solidFill>
                <a:latin typeface="Calibri"/>
              </a:rPr>
              <a:t>Для правки структуры щёлкните мышью</a:t>
            </a: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500" spc="-1" strike="noStrike">
                <a:solidFill>
                  <a:srgbClr val="000000"/>
                </a:solidFill>
                <a:latin typeface="Calibri"/>
              </a:rPr>
              <a:t>Второй уровень структуры</a:t>
            </a:r>
            <a:endParaRPr b="0" lang="en-US" sz="15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50" spc="-1" strike="noStrike">
                <a:solidFill>
                  <a:srgbClr val="000000"/>
                </a:solidFill>
                <a:latin typeface="Calibri"/>
              </a:rPr>
              <a:t>Третий уровень структуры</a:t>
            </a:r>
            <a:endParaRPr b="0" lang="en-US" sz="135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350" spc="-1" strike="noStrike">
                <a:solidFill>
                  <a:srgbClr val="000000"/>
                </a:solidFill>
                <a:latin typeface="Calibri"/>
              </a:rPr>
              <a:t>Четвёртый уровень структуры</a:t>
            </a:r>
            <a:endParaRPr b="0" lang="en-US" sz="135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Пятый уровень структуры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Шестой уровень структуры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Седьмой уровень структуры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85400"/>
            <a:ext cx="8770320" cy="475812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10"/>
          <p:cNvSpPr/>
          <p:nvPr/>
        </p:nvSpPr>
        <p:spPr>
          <a:xfrm>
            <a:off x="460080" y="658080"/>
            <a:ext cx="8469000" cy="33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5400" spc="-1" strike="noStrike">
              <a:latin typeface="Arial"/>
            </a:endParaRPr>
          </a:p>
        </p:txBody>
      </p:sp>
      <p:sp>
        <p:nvSpPr>
          <p:cNvPr id="49" name="Прямоугольник 5"/>
          <p:cNvSpPr/>
          <p:nvPr/>
        </p:nvSpPr>
        <p:spPr>
          <a:xfrm>
            <a:off x="460080" y="358920"/>
            <a:ext cx="299916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1400" spc="-1" strike="noStrike">
                <a:solidFill>
                  <a:srgbClr val="f2f2f2"/>
                </a:solidFill>
                <a:latin typeface="Arial"/>
              </a:rPr>
              <a:t>Тема:</a:t>
            </a:r>
            <a:endParaRPr b="0" lang="ru-RU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Прямоугольник со скругленными углами 3"/>
          <p:cNvSpPr/>
          <p:nvPr/>
        </p:nvSpPr>
        <p:spPr>
          <a:xfrm>
            <a:off x="3507480" y="0"/>
            <a:ext cx="5636160" cy="5143320"/>
          </a:xfrm>
          <a:prstGeom prst="roundRect">
            <a:avLst>
              <a:gd name="adj" fmla="val 0"/>
            </a:avLst>
          </a:prstGeom>
          <a:solidFill>
            <a:srgbClr val="a0a5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1" name="Прямоугольник: скругленные углы 2"/>
          <p:cNvSpPr/>
          <p:nvPr/>
        </p:nvSpPr>
        <p:spPr>
          <a:xfrm>
            <a:off x="3722040" y="257040"/>
            <a:ext cx="5186160" cy="4650120"/>
          </a:xfrm>
          <a:prstGeom prst="roundRect">
            <a:avLst>
              <a:gd name="adj" fmla="val 622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2" name="Овал 1"/>
          <p:cNvSpPr/>
          <p:nvPr/>
        </p:nvSpPr>
        <p:spPr>
          <a:xfrm>
            <a:off x="4122000" y="631080"/>
            <a:ext cx="899640" cy="8996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</a:rPr>
              <a:t>01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3" name="Овал 23"/>
          <p:cNvSpPr/>
          <p:nvPr/>
        </p:nvSpPr>
        <p:spPr>
          <a:xfrm>
            <a:off x="4122000" y="2127600"/>
            <a:ext cx="899640" cy="88776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</a:rPr>
              <a:t>02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4" name="Овал 29"/>
          <p:cNvSpPr/>
          <p:nvPr/>
        </p:nvSpPr>
        <p:spPr>
          <a:xfrm>
            <a:off x="4122000" y="3612240"/>
            <a:ext cx="899640" cy="8996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</a:rPr>
              <a:t>03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5110920" y="489600"/>
            <a:ext cx="357912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5110920" y="1025280"/>
            <a:ext cx="357912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5107320" y="1985400"/>
            <a:ext cx="357912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5107320" y="2517840"/>
            <a:ext cx="3579120" cy="84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5107320" y="3470760"/>
            <a:ext cx="357912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0" name="TextBox 10"/>
          <p:cNvSpPr/>
          <p:nvPr/>
        </p:nvSpPr>
        <p:spPr>
          <a:xfrm>
            <a:off x="5107320" y="4003560"/>
            <a:ext cx="357912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1" name="TextBox 13"/>
          <p:cNvSpPr/>
          <p:nvPr/>
        </p:nvSpPr>
        <p:spPr>
          <a:xfrm>
            <a:off x="165960" y="200880"/>
            <a:ext cx="3148200" cy="18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Прямоугольник со скругленными углами 3"/>
          <p:cNvSpPr/>
          <p:nvPr/>
        </p:nvSpPr>
        <p:spPr>
          <a:xfrm>
            <a:off x="0" y="0"/>
            <a:ext cx="9143640" cy="196164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63" name="TextBox 10"/>
          <p:cNvSpPr/>
          <p:nvPr/>
        </p:nvSpPr>
        <p:spPr>
          <a:xfrm>
            <a:off x="384840" y="257184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4" name="TextBox 10"/>
          <p:cNvSpPr/>
          <p:nvPr/>
        </p:nvSpPr>
        <p:spPr>
          <a:xfrm>
            <a:off x="384840" y="335628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3239280" y="257184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6" name="TextBox 10"/>
          <p:cNvSpPr/>
          <p:nvPr/>
        </p:nvSpPr>
        <p:spPr>
          <a:xfrm>
            <a:off x="3239280" y="335628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6093720" y="257184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8" name="TextBox 10"/>
          <p:cNvSpPr/>
          <p:nvPr/>
        </p:nvSpPr>
        <p:spPr>
          <a:xfrm>
            <a:off x="6093720" y="335628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384840" y="2178000"/>
            <a:ext cx="84657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Прямоугольник: скругленные углы 15"/>
          <p:cNvSpPr/>
          <p:nvPr/>
        </p:nvSpPr>
        <p:spPr>
          <a:xfrm>
            <a:off x="4636440" y="250200"/>
            <a:ext cx="4198320" cy="4625280"/>
          </a:xfrm>
          <a:prstGeom prst="roundRect">
            <a:avLst>
              <a:gd name="adj" fmla="val 622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71" name="Прямоугольник: скругленные углы 16"/>
          <p:cNvSpPr/>
          <p:nvPr/>
        </p:nvSpPr>
        <p:spPr>
          <a:xfrm>
            <a:off x="329400" y="257040"/>
            <a:ext cx="4198320" cy="4625280"/>
          </a:xfrm>
          <a:prstGeom prst="roundRect">
            <a:avLst>
              <a:gd name="adj" fmla="val 622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Овал 9"/>
          <p:cNvSpPr/>
          <p:nvPr/>
        </p:nvSpPr>
        <p:spPr>
          <a:xfrm>
            <a:off x="4272120" y="1193040"/>
            <a:ext cx="635400" cy="635400"/>
          </a:xfrm>
          <a:prstGeom prst="ellipse">
            <a:avLst/>
          </a:prstGeom>
          <a:solidFill>
            <a:srgbClr val="f5dd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3" name="TextBox 10"/>
          <p:cNvSpPr/>
          <p:nvPr/>
        </p:nvSpPr>
        <p:spPr>
          <a:xfrm>
            <a:off x="581760" y="828720"/>
            <a:ext cx="36936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74" name="TextBox 10"/>
          <p:cNvSpPr/>
          <p:nvPr/>
        </p:nvSpPr>
        <p:spPr>
          <a:xfrm>
            <a:off x="581760" y="1364400"/>
            <a:ext cx="369360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578160" y="2154600"/>
            <a:ext cx="36936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578160" y="2687040"/>
            <a:ext cx="3693600" cy="84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77" name="TextBox 10"/>
          <p:cNvSpPr/>
          <p:nvPr/>
        </p:nvSpPr>
        <p:spPr>
          <a:xfrm>
            <a:off x="578160" y="3482280"/>
            <a:ext cx="36936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78" name="TextBox 10"/>
          <p:cNvSpPr/>
          <p:nvPr/>
        </p:nvSpPr>
        <p:spPr>
          <a:xfrm>
            <a:off x="578160" y="4015080"/>
            <a:ext cx="369360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79" name="TextBox 30"/>
          <p:cNvSpPr/>
          <p:nvPr/>
        </p:nvSpPr>
        <p:spPr>
          <a:xfrm>
            <a:off x="553680" y="352440"/>
            <a:ext cx="38037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20"/>
          <p:cNvSpPr/>
          <p:nvPr/>
        </p:nvSpPr>
        <p:spPr>
          <a:xfrm>
            <a:off x="516960" y="411840"/>
            <a:ext cx="84657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  <p:sp>
        <p:nvSpPr>
          <p:cNvPr id="81" name="Прямоугольник со скругленными углами 3"/>
          <p:cNvSpPr/>
          <p:nvPr/>
        </p:nvSpPr>
        <p:spPr>
          <a:xfrm>
            <a:off x="456480" y="1406160"/>
            <a:ext cx="2300760" cy="144000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384840" y="3013560"/>
            <a:ext cx="24292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384840" y="3798000"/>
            <a:ext cx="2429280" cy="10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84" name="Прямоугольник: скругленные углы 1"/>
          <p:cNvSpPr/>
          <p:nvPr/>
        </p:nvSpPr>
        <p:spPr>
          <a:xfrm>
            <a:off x="328680" y="228600"/>
            <a:ext cx="8501400" cy="8139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5" name="Прямоугольник: скругленные углы 10"/>
          <p:cNvSpPr/>
          <p:nvPr/>
        </p:nvSpPr>
        <p:spPr>
          <a:xfrm>
            <a:off x="328680" y="1279080"/>
            <a:ext cx="2557080" cy="364284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6" name="Прямоугольник со скругленными углами 3"/>
          <p:cNvSpPr/>
          <p:nvPr/>
        </p:nvSpPr>
        <p:spPr>
          <a:xfrm>
            <a:off x="3421080" y="1398960"/>
            <a:ext cx="2300760" cy="144000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87" name="TextBox 10"/>
          <p:cNvSpPr/>
          <p:nvPr/>
        </p:nvSpPr>
        <p:spPr>
          <a:xfrm>
            <a:off x="3349440" y="3013560"/>
            <a:ext cx="24292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88" name="TextBox 10"/>
          <p:cNvSpPr/>
          <p:nvPr/>
        </p:nvSpPr>
        <p:spPr>
          <a:xfrm>
            <a:off x="3349440" y="3798000"/>
            <a:ext cx="2429280" cy="10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89" name="Прямоугольник: скругленные углы 14"/>
          <p:cNvSpPr/>
          <p:nvPr/>
        </p:nvSpPr>
        <p:spPr>
          <a:xfrm>
            <a:off x="3293280" y="1271880"/>
            <a:ext cx="2557080" cy="364284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0" name="Прямоугольник со скругленными углами 3"/>
          <p:cNvSpPr/>
          <p:nvPr/>
        </p:nvSpPr>
        <p:spPr>
          <a:xfrm>
            <a:off x="6400800" y="1379520"/>
            <a:ext cx="2300760" cy="144000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91" name="TextBox 10"/>
          <p:cNvSpPr/>
          <p:nvPr/>
        </p:nvSpPr>
        <p:spPr>
          <a:xfrm>
            <a:off x="6329520" y="3013560"/>
            <a:ext cx="24292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6329520" y="3798000"/>
            <a:ext cx="2429280" cy="10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93" name="Прямоугольник: скругленные углы 19"/>
          <p:cNvSpPr/>
          <p:nvPr/>
        </p:nvSpPr>
        <p:spPr>
          <a:xfrm>
            <a:off x="6273000" y="1252800"/>
            <a:ext cx="2557080" cy="364284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Прямоугольник со скругленными углами 3"/>
          <p:cNvSpPr/>
          <p:nvPr/>
        </p:nvSpPr>
        <p:spPr>
          <a:xfrm>
            <a:off x="0" y="0"/>
            <a:ext cx="3396960" cy="514332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4192560" y="3830040"/>
            <a:ext cx="4672440" cy="32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96" name="TextBox 10"/>
          <p:cNvSpPr/>
          <p:nvPr/>
        </p:nvSpPr>
        <p:spPr>
          <a:xfrm>
            <a:off x="4192560" y="4188600"/>
            <a:ext cx="467244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97" name="Овал 9"/>
          <p:cNvSpPr/>
          <p:nvPr/>
        </p:nvSpPr>
        <p:spPr>
          <a:xfrm>
            <a:off x="3724560" y="3830040"/>
            <a:ext cx="403200" cy="403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800" spc="-1" strike="noStrike">
                <a:solidFill>
                  <a:srgbClr val="ffffff"/>
                </a:solidFill>
                <a:latin typeface="Calibri"/>
              </a:rPr>
              <a:t>03</a:t>
            </a:r>
            <a:endParaRPr b="0" lang="ru-RU" sz="800" spc="-1" strike="noStrike">
              <a:latin typeface="Arial"/>
            </a:endParaRPr>
          </a:p>
        </p:txBody>
      </p:sp>
      <p:sp>
        <p:nvSpPr>
          <p:cNvPr id="98" name="TextBox 10"/>
          <p:cNvSpPr/>
          <p:nvPr/>
        </p:nvSpPr>
        <p:spPr>
          <a:xfrm>
            <a:off x="4192560" y="2571840"/>
            <a:ext cx="4672440" cy="32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99" name="TextBox 10"/>
          <p:cNvSpPr/>
          <p:nvPr/>
        </p:nvSpPr>
        <p:spPr>
          <a:xfrm>
            <a:off x="4192560" y="2930400"/>
            <a:ext cx="467244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00" name="Овал 13"/>
          <p:cNvSpPr/>
          <p:nvPr/>
        </p:nvSpPr>
        <p:spPr>
          <a:xfrm>
            <a:off x="3724560" y="2571840"/>
            <a:ext cx="403200" cy="403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800" spc="-1" strike="noStrike">
                <a:solidFill>
                  <a:srgbClr val="ffffff"/>
                </a:solidFill>
                <a:latin typeface="Calibri"/>
              </a:rPr>
              <a:t>02</a:t>
            </a:r>
            <a:endParaRPr b="0" lang="ru-RU" sz="800" spc="-1" strike="noStrike">
              <a:latin typeface="Arial"/>
            </a:endParaRPr>
          </a:p>
        </p:txBody>
      </p:sp>
      <p:sp>
        <p:nvSpPr>
          <p:cNvPr id="101" name="TextBox 10"/>
          <p:cNvSpPr/>
          <p:nvPr/>
        </p:nvSpPr>
        <p:spPr>
          <a:xfrm>
            <a:off x="4192560" y="1311840"/>
            <a:ext cx="4672440" cy="32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02" name="TextBox 10"/>
          <p:cNvSpPr/>
          <p:nvPr/>
        </p:nvSpPr>
        <p:spPr>
          <a:xfrm>
            <a:off x="4192560" y="1670760"/>
            <a:ext cx="467244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03" name="Овал 16"/>
          <p:cNvSpPr/>
          <p:nvPr/>
        </p:nvSpPr>
        <p:spPr>
          <a:xfrm>
            <a:off x="3724560" y="1311840"/>
            <a:ext cx="403200" cy="403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800" spc="-1" strike="noStrike">
                <a:solidFill>
                  <a:srgbClr val="ffffff"/>
                </a:solidFill>
                <a:latin typeface="Calibri"/>
              </a:rPr>
              <a:t>01</a:t>
            </a:r>
            <a:endParaRPr b="0" lang="ru-RU" sz="800" spc="-1" strike="noStrike">
              <a:latin typeface="Arial"/>
            </a:endParaRPr>
          </a:p>
        </p:txBody>
      </p:sp>
      <p:sp>
        <p:nvSpPr>
          <p:cNvPr id="104" name="TextBox 17"/>
          <p:cNvSpPr/>
          <p:nvPr/>
        </p:nvSpPr>
        <p:spPr>
          <a:xfrm>
            <a:off x="3607560" y="215280"/>
            <a:ext cx="5375160" cy="9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Прямоугольник: скругленные углы 22"/>
          <p:cNvSpPr/>
          <p:nvPr/>
        </p:nvSpPr>
        <p:spPr>
          <a:xfrm>
            <a:off x="3417120" y="1051560"/>
            <a:ext cx="5047920" cy="841680"/>
          </a:xfrm>
          <a:prstGeom prst="roundRect">
            <a:avLst>
              <a:gd name="adj" fmla="val 16667"/>
            </a:avLst>
          </a:prstGeom>
          <a:noFill/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6" name="Прямоугольник: скругленные углы 28"/>
          <p:cNvSpPr/>
          <p:nvPr/>
        </p:nvSpPr>
        <p:spPr>
          <a:xfrm>
            <a:off x="3417120" y="2451960"/>
            <a:ext cx="5047920" cy="841680"/>
          </a:xfrm>
          <a:prstGeom prst="roundRect">
            <a:avLst>
              <a:gd name="adj" fmla="val 16667"/>
            </a:avLst>
          </a:prstGeom>
          <a:noFill/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" name="Прямоугольник: скругленные углы 32"/>
          <p:cNvSpPr/>
          <p:nvPr/>
        </p:nvSpPr>
        <p:spPr>
          <a:xfrm>
            <a:off x="3417120" y="3849840"/>
            <a:ext cx="5047920" cy="841680"/>
          </a:xfrm>
          <a:prstGeom prst="roundRect">
            <a:avLst>
              <a:gd name="adj" fmla="val 16667"/>
            </a:avLst>
          </a:prstGeom>
          <a:noFill/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8" name="TextBox 10"/>
          <p:cNvSpPr/>
          <p:nvPr/>
        </p:nvSpPr>
        <p:spPr>
          <a:xfrm>
            <a:off x="3821760" y="1115280"/>
            <a:ext cx="448380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09" name="Прямая соединительная линия 4"/>
          <p:cNvSpPr/>
          <p:nvPr/>
        </p:nvSpPr>
        <p:spPr>
          <a:xfrm>
            <a:off x="782280" y="987120"/>
            <a:ext cx="360" cy="3813480"/>
          </a:xfrm>
          <a:prstGeom prst="line">
            <a:avLst/>
          </a:prstGeom>
          <a:ln>
            <a:solidFill>
              <a:srgbClr val="c0cc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0" name="Прямоугольник: скругленные углы 19"/>
          <p:cNvSpPr/>
          <p:nvPr/>
        </p:nvSpPr>
        <p:spPr>
          <a:xfrm>
            <a:off x="1135800" y="1033200"/>
            <a:ext cx="2642760" cy="880920"/>
          </a:xfrm>
          <a:prstGeom prst="roundRect">
            <a:avLst>
              <a:gd name="adj" fmla="val 16667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1" name="TextBox 10"/>
          <p:cNvSpPr/>
          <p:nvPr/>
        </p:nvSpPr>
        <p:spPr>
          <a:xfrm>
            <a:off x="1164600" y="1033200"/>
            <a:ext cx="2546280" cy="88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12" name="TextBox 10"/>
          <p:cNvSpPr/>
          <p:nvPr/>
        </p:nvSpPr>
        <p:spPr>
          <a:xfrm>
            <a:off x="3821760" y="2515680"/>
            <a:ext cx="448380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13" name="Прямоугольник: скругленные углы 26"/>
          <p:cNvSpPr/>
          <p:nvPr/>
        </p:nvSpPr>
        <p:spPr>
          <a:xfrm>
            <a:off x="1135800" y="2433600"/>
            <a:ext cx="2642760" cy="880920"/>
          </a:xfrm>
          <a:prstGeom prst="roundRect">
            <a:avLst>
              <a:gd name="adj" fmla="val 16667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4" name="TextBox 10"/>
          <p:cNvSpPr/>
          <p:nvPr/>
        </p:nvSpPr>
        <p:spPr>
          <a:xfrm>
            <a:off x="1164600" y="2433600"/>
            <a:ext cx="2546280" cy="88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3821760" y="3913560"/>
            <a:ext cx="448380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16" name="Прямоугольник: скругленные углы 30"/>
          <p:cNvSpPr/>
          <p:nvPr/>
        </p:nvSpPr>
        <p:spPr>
          <a:xfrm>
            <a:off x="1135800" y="3831480"/>
            <a:ext cx="2642760" cy="880920"/>
          </a:xfrm>
          <a:prstGeom prst="roundRect">
            <a:avLst>
              <a:gd name="adj" fmla="val 16667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7" name="TextBox 10"/>
          <p:cNvSpPr/>
          <p:nvPr/>
        </p:nvSpPr>
        <p:spPr>
          <a:xfrm>
            <a:off x="1164600" y="3831480"/>
            <a:ext cx="2546280" cy="88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18" name="Овал 5"/>
          <p:cNvSpPr/>
          <p:nvPr/>
        </p:nvSpPr>
        <p:spPr>
          <a:xfrm>
            <a:off x="675360" y="1365840"/>
            <a:ext cx="221040" cy="221040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9" name="Овал 33"/>
          <p:cNvSpPr/>
          <p:nvPr/>
        </p:nvSpPr>
        <p:spPr>
          <a:xfrm>
            <a:off x="675360" y="2728080"/>
            <a:ext cx="221040" cy="221040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0" name="Овал 34"/>
          <p:cNvSpPr/>
          <p:nvPr/>
        </p:nvSpPr>
        <p:spPr>
          <a:xfrm>
            <a:off x="671760" y="4156200"/>
            <a:ext cx="221040" cy="221040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1" name="TextBox 20"/>
          <p:cNvSpPr/>
          <p:nvPr/>
        </p:nvSpPr>
        <p:spPr>
          <a:xfrm>
            <a:off x="381600" y="271080"/>
            <a:ext cx="84657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Прямоугольник со скругленными углами 3"/>
          <p:cNvSpPr/>
          <p:nvPr/>
        </p:nvSpPr>
        <p:spPr>
          <a:xfrm>
            <a:off x="0" y="3181680"/>
            <a:ext cx="9143640" cy="196164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23" name="TextBox 10"/>
          <p:cNvSpPr/>
          <p:nvPr/>
        </p:nvSpPr>
        <p:spPr>
          <a:xfrm>
            <a:off x="384840" y="801360"/>
            <a:ext cx="24436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24" name="TextBox 10"/>
          <p:cNvSpPr/>
          <p:nvPr/>
        </p:nvSpPr>
        <p:spPr>
          <a:xfrm>
            <a:off x="384840" y="1585800"/>
            <a:ext cx="24436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25" name="TextBox 10"/>
          <p:cNvSpPr/>
          <p:nvPr/>
        </p:nvSpPr>
        <p:spPr>
          <a:xfrm>
            <a:off x="3269880" y="801360"/>
            <a:ext cx="24436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26" name="TextBox 10"/>
          <p:cNvSpPr/>
          <p:nvPr/>
        </p:nvSpPr>
        <p:spPr>
          <a:xfrm>
            <a:off x="3269880" y="1585800"/>
            <a:ext cx="24436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27" name="TextBox 10"/>
          <p:cNvSpPr/>
          <p:nvPr/>
        </p:nvSpPr>
        <p:spPr>
          <a:xfrm>
            <a:off x="6154560" y="80136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28" name="TextBox 10"/>
          <p:cNvSpPr/>
          <p:nvPr/>
        </p:nvSpPr>
        <p:spPr>
          <a:xfrm>
            <a:off x="6154560" y="158580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129" name="TextBox 13"/>
          <p:cNvSpPr/>
          <p:nvPr/>
        </p:nvSpPr>
        <p:spPr>
          <a:xfrm>
            <a:off x="384840" y="268920"/>
            <a:ext cx="84657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200" spc="-1" strike="noStrike">
              <a:latin typeface="Arial"/>
            </a:endParaRPr>
          </a:p>
        </p:txBody>
      </p:sp>
      <p:grpSp>
        <p:nvGrpSpPr>
          <p:cNvPr id="130" name="Группа 8"/>
          <p:cNvGrpSpPr/>
          <p:nvPr/>
        </p:nvGrpSpPr>
        <p:grpSpPr>
          <a:xfrm>
            <a:off x="2844000" y="1015560"/>
            <a:ext cx="299880" cy="1141200"/>
            <a:chOff x="2844000" y="1015560"/>
            <a:chExt cx="299880" cy="1141200"/>
          </a:xfrm>
        </p:grpSpPr>
        <p:sp>
          <p:nvSpPr>
            <p:cNvPr id="131" name="Прямая соединительная линия 7"/>
            <p:cNvSpPr/>
            <p:nvPr/>
          </p:nvSpPr>
          <p:spPr>
            <a:xfrm>
              <a:off x="2844000" y="1015560"/>
              <a:ext cx="299880" cy="571680"/>
            </a:xfrm>
            <a:prstGeom prst="line">
              <a:avLst/>
            </a:prstGeom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32" name="Прямая соединительная линия 22"/>
            <p:cNvSpPr/>
            <p:nvPr/>
          </p:nvSpPr>
          <p:spPr>
            <a:xfrm flipV="1">
              <a:off x="2844000" y="1585080"/>
              <a:ext cx="299880" cy="571680"/>
            </a:xfrm>
            <a:prstGeom prst="line">
              <a:avLst/>
            </a:prstGeom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133" name="Группа 23"/>
          <p:cNvGrpSpPr/>
          <p:nvPr/>
        </p:nvGrpSpPr>
        <p:grpSpPr>
          <a:xfrm>
            <a:off x="5744520" y="1015560"/>
            <a:ext cx="300240" cy="1141200"/>
            <a:chOff x="5744520" y="1015560"/>
            <a:chExt cx="300240" cy="1141200"/>
          </a:xfrm>
        </p:grpSpPr>
        <p:sp>
          <p:nvSpPr>
            <p:cNvPr id="134" name="Прямая соединительная линия 30"/>
            <p:cNvSpPr/>
            <p:nvPr/>
          </p:nvSpPr>
          <p:spPr>
            <a:xfrm>
              <a:off x="5744520" y="1015560"/>
              <a:ext cx="300240" cy="571680"/>
            </a:xfrm>
            <a:prstGeom prst="line">
              <a:avLst/>
            </a:prstGeom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35" name="Прямая соединительная линия 31"/>
            <p:cNvSpPr/>
            <p:nvPr/>
          </p:nvSpPr>
          <p:spPr>
            <a:xfrm flipV="1">
              <a:off x="5744520" y="1585080"/>
              <a:ext cx="300240" cy="571680"/>
            </a:xfrm>
            <a:prstGeom prst="line">
              <a:avLst/>
            </a:prstGeom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Прямоугольник со скругленными углами 3"/>
          <p:cNvSpPr/>
          <p:nvPr/>
        </p:nvSpPr>
        <p:spPr>
          <a:xfrm>
            <a:off x="186840" y="185400"/>
            <a:ext cx="8770320" cy="475812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7" name="Прямоугольник 10"/>
          <p:cNvSpPr/>
          <p:nvPr/>
        </p:nvSpPr>
        <p:spPr>
          <a:xfrm>
            <a:off x="460080" y="658080"/>
            <a:ext cx="8469000" cy="33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2518</TotalTime>
  <Application>LibreOffice/7.3.7.2$Linux_X86_64 LibreOffice_project/30$Build-2</Application>
  <AppVersion>15.0000</AppVersion>
  <Words>108</Words>
  <Paragraphs>71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ru-RU</dc:language>
  <cp:lastModifiedBy/>
  <dcterms:modified xsi:type="dcterms:W3CDTF">2025-02-20T13:30:27Z</dcterms:modified>
  <cp:revision>55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Экран (16:9)</vt:lpwstr>
  </property>
  <property fmtid="{D5CDD505-2E9C-101B-9397-08002B2CF9AE}" pid="4" name="Slides">
    <vt:i4>9</vt:i4>
  </property>
</Properties>
</file>