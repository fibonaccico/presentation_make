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E0BFD74-6902-4708-96BD-0A21E432DA3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F4937E-7319-43FE-8391-448407744203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918E54-09BA-4576-905C-32904E0E392D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9A6E80-412E-45AD-9400-63B96F47A8C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B1AF3B-067F-47B1-AB30-0B3AA03846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1AB569-C866-4686-B407-EB09A1E3ED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4D23E1-1DA3-4316-B67A-D7E9C244F7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59F82B-8EE7-4CFE-814C-D8C14D0928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B19974-DABC-4F80-86B3-55C191B253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1B20E4-303F-47AC-886F-E8FE415358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C94E57-21DD-4D1C-8543-8D978ABD5D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623144-CB94-497D-AD86-BF60BA0DAC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2D40A8-4AC9-4A4A-AF4F-A58E7AF7EE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CEBE2E-0524-4D17-B7FE-D9B8EDAEE7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491E35-336F-4A70-A5E3-653AE9FF5C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C17C1C-25F6-4D12-8D97-0A574AD839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D275E3-BD40-4875-8DF1-449B540895FA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: скругленные углы 15"/>
          <p:cNvSpPr/>
          <p:nvPr/>
        </p:nvSpPr>
        <p:spPr>
          <a:xfrm>
            <a:off x="4636440" y="25020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" name="Прямоугольник: скругленные углы 16"/>
          <p:cNvSpPr/>
          <p:nvPr/>
        </p:nvSpPr>
        <p:spPr>
          <a:xfrm>
            <a:off x="329400" y="25704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1" name="Овал 9"/>
          <p:cNvSpPr/>
          <p:nvPr/>
        </p:nvSpPr>
        <p:spPr>
          <a:xfrm>
            <a:off x="4272120" y="1193040"/>
            <a:ext cx="635040" cy="63504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581760" y="82872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581760" y="1364400"/>
            <a:ext cx="36932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78160" y="215460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687040"/>
            <a:ext cx="36932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348228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4015080"/>
            <a:ext cx="369324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30"/>
          <p:cNvSpPr/>
          <p:nvPr/>
        </p:nvSpPr>
        <p:spPr>
          <a:xfrm>
            <a:off x="553680" y="352440"/>
            <a:ext cx="38034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20"/>
          <p:cNvSpPr/>
          <p:nvPr/>
        </p:nvSpPr>
        <p:spPr>
          <a:xfrm>
            <a:off x="516960" y="41184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0" name="Прямоугольник со скругленными углами 3"/>
          <p:cNvSpPr/>
          <p:nvPr/>
        </p:nvSpPr>
        <p:spPr>
          <a:xfrm>
            <a:off x="456480" y="14061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848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848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: скругленные углы 1"/>
          <p:cNvSpPr/>
          <p:nvPr/>
        </p:nvSpPr>
        <p:spPr>
          <a:xfrm>
            <a:off x="328680" y="228600"/>
            <a:ext cx="8501040" cy="8136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Прямоугольник: скругленные углы 10"/>
          <p:cNvSpPr/>
          <p:nvPr/>
        </p:nvSpPr>
        <p:spPr>
          <a:xfrm>
            <a:off x="328680" y="12790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Прямоугольник со скругленными углами 3"/>
          <p:cNvSpPr/>
          <p:nvPr/>
        </p:nvSpPr>
        <p:spPr>
          <a:xfrm>
            <a:off x="3421080" y="139896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0"/>
          <p:cNvSpPr/>
          <p:nvPr/>
        </p:nvSpPr>
        <p:spPr>
          <a:xfrm>
            <a:off x="33494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3494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Прямоугольник: скругленные углы 14"/>
          <p:cNvSpPr/>
          <p:nvPr/>
        </p:nvSpPr>
        <p:spPr>
          <a:xfrm>
            <a:off x="3293280" y="12718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Прямоугольник со скругленными углами 3"/>
          <p:cNvSpPr/>
          <p:nvPr/>
        </p:nvSpPr>
        <p:spPr>
          <a:xfrm>
            <a:off x="6400800" y="1379520"/>
            <a:ext cx="2300400" cy="143964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632952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632952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Прямоугольник: скругленные углы 19"/>
          <p:cNvSpPr/>
          <p:nvPr/>
        </p:nvSpPr>
        <p:spPr>
          <a:xfrm>
            <a:off x="6273000" y="125280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4192560" y="38300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4192560" y="41886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Овал 9"/>
          <p:cNvSpPr/>
          <p:nvPr/>
        </p:nvSpPr>
        <p:spPr>
          <a:xfrm>
            <a:off x="3724560" y="38300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257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4192560" y="29304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9" name="Овал 13"/>
          <p:cNvSpPr/>
          <p:nvPr/>
        </p:nvSpPr>
        <p:spPr>
          <a:xfrm>
            <a:off x="3724560" y="257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131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192560" y="167076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2" name="Овал 16"/>
          <p:cNvSpPr/>
          <p:nvPr/>
        </p:nvSpPr>
        <p:spPr>
          <a:xfrm>
            <a:off x="3724560" y="131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3607560" y="215280"/>
            <a:ext cx="537480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Прямоугольник: скругленные углы 22"/>
          <p:cNvSpPr/>
          <p:nvPr/>
        </p:nvSpPr>
        <p:spPr>
          <a:xfrm>
            <a:off x="3417120" y="10515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Прямоугольник: скругленные углы 28"/>
          <p:cNvSpPr/>
          <p:nvPr/>
        </p:nvSpPr>
        <p:spPr>
          <a:xfrm>
            <a:off x="3417120" y="24519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Прямоугольник: скругленные углы 32"/>
          <p:cNvSpPr/>
          <p:nvPr/>
        </p:nvSpPr>
        <p:spPr>
          <a:xfrm>
            <a:off x="3417120" y="384984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TextBox 10"/>
          <p:cNvSpPr/>
          <p:nvPr/>
        </p:nvSpPr>
        <p:spPr>
          <a:xfrm>
            <a:off x="3821760" y="11152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8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Прямоугольник: скругленные углы 19"/>
          <p:cNvSpPr/>
          <p:nvPr/>
        </p:nvSpPr>
        <p:spPr>
          <a:xfrm>
            <a:off x="1135800" y="10332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TextBox 10"/>
          <p:cNvSpPr/>
          <p:nvPr/>
        </p:nvSpPr>
        <p:spPr>
          <a:xfrm>
            <a:off x="1164600" y="10332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821760" y="25156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2" name="Прямоугольник: скругленные углы 26"/>
          <p:cNvSpPr/>
          <p:nvPr/>
        </p:nvSpPr>
        <p:spPr>
          <a:xfrm>
            <a:off x="1135800" y="24336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TextBox 10"/>
          <p:cNvSpPr/>
          <p:nvPr/>
        </p:nvSpPr>
        <p:spPr>
          <a:xfrm>
            <a:off x="1164600" y="24336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821760" y="391356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5" name="Прямоугольник: скругленные углы 30"/>
          <p:cNvSpPr/>
          <p:nvPr/>
        </p:nvSpPr>
        <p:spPr>
          <a:xfrm>
            <a:off x="1135800" y="383148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TextBox 10"/>
          <p:cNvSpPr/>
          <p:nvPr/>
        </p:nvSpPr>
        <p:spPr>
          <a:xfrm>
            <a:off x="1164600" y="383148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Овал 5"/>
          <p:cNvSpPr/>
          <p:nvPr/>
        </p:nvSpPr>
        <p:spPr>
          <a:xfrm>
            <a:off x="675360" y="136584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Овал 33"/>
          <p:cNvSpPr/>
          <p:nvPr/>
        </p:nvSpPr>
        <p:spPr>
          <a:xfrm>
            <a:off x="675360" y="272808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Овал 34"/>
          <p:cNvSpPr/>
          <p:nvPr/>
        </p:nvSpPr>
        <p:spPr>
          <a:xfrm>
            <a:off x="671760" y="415620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20"/>
          <p:cNvSpPr/>
          <p:nvPr/>
        </p:nvSpPr>
        <p:spPr>
          <a:xfrm>
            <a:off x="381600" y="27108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Прямоугольник со скругленными углами 3"/>
          <p:cNvSpPr/>
          <p:nvPr/>
        </p:nvSpPr>
        <p:spPr>
          <a:xfrm>
            <a:off x="0" y="318168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38484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38484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26988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26988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6154560" y="80136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6154560" y="15858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3"/>
          <p:cNvSpPr/>
          <p:nvPr/>
        </p:nvSpPr>
        <p:spPr>
          <a:xfrm>
            <a:off x="384840" y="26892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grpSp>
        <p:nvGrpSpPr>
          <p:cNvPr id="129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0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1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2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3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4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2518</TotalTime>
  <Application>LibreOffice/7.3.7.2$Linux_X86_64 LibreOffice_project/30$Build-2</Application>
  <AppVersion>15.0000</AppVersion>
  <Words>108</Words>
  <Paragraphs>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2025-03-31T11:02:09Z</dcterms:modified>
  <cp:revision>56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9</vt:i4>
  </property>
</Properties>
</file>