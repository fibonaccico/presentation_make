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5.xml.rels" ContentType="application/vnd.openxmlformats-package.relationships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Для перемещения страницы щёлкните мышью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2000" spc="-1" strike="noStrike"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1400" spc="-1" strike="noStrike">
                <a:latin typeface="Times New Roman"/>
              </a:rPr>
              <a:t>&lt;верхний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5E399894-1E1E-4209-A75B-F04FF9944F00}" type="slidenum">
              <a:rPr b="0" lang="ru-RU" sz="1400" spc="-1" strike="noStrike">
                <a:latin typeface="Times New Roman"/>
              </a:rPr>
              <a:t>&lt;номер&gt;</a:t>
            </a:fld>
            <a:endParaRPr b="0" lang="ru-RU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7532744-EB08-4789-BFC7-5B53F5B87F51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5F8D44A-9B36-437B-8DAA-53A5CF7D305D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D73BDDD-259C-4240-8906-7979CDB3474E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382FB80-C0E7-4144-919E-F5ECB4E9F959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0BB9A33-76BF-4F70-8512-5A212E6BDEC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098A89B-7A9B-4975-90F6-C58AEB609A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D9A6C7C-1A9E-4F2A-838A-261EE332540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7F35275-C57F-49FC-AC37-9799AAE01FF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3326D3C-4697-49AE-86C5-5ED3058D232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640" cy="82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B7422A1-AB87-4C35-B9BC-3FF235DDB40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58B55F7-7C6F-46F2-AE58-77C0CEA9995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3AC14F4-1387-47F2-9673-B88ACD611F3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C5BE515-76DF-4FE6-B271-02FCDFF43F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9317E91-DEE5-4956-A1D2-02A0DDA6C2C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026AF82-E075-4168-A27C-8EB91B939DF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7FC52C9-3EFE-42F2-9119-A373555AD64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ru-RU" sz="4500" spc="-1" strike="noStrike">
                <a:solidFill>
                  <a:srgbClr val="000000"/>
                </a:solidFill>
                <a:latin typeface="Calibri Light"/>
              </a:rPr>
              <a:t>Образец заголовка</a:t>
            </a:r>
            <a:endParaRPr b="0" lang="en-US" sz="45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b8b8b"/>
                </a:solidFill>
                <a:latin typeface="Calibri"/>
              </a:rPr>
              <a:t>&lt;дата/время&gt;</a:t>
            </a:r>
            <a:endParaRPr b="0" lang="ru-RU" sz="9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AD028B5-FE25-44DB-A9B5-9FB990E27089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&lt;номер&gt;</a:t>
            </a:fld>
            <a:endParaRPr b="0" lang="ru-RU" sz="9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rgbClr val="000000"/>
                </a:solidFill>
                <a:latin typeface="Calibri"/>
              </a:rPr>
              <a:t>Для правки структуры щёлкните мышью</a:t>
            </a: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500" spc="-1" strike="noStrike">
                <a:solidFill>
                  <a:srgbClr val="000000"/>
                </a:solidFill>
                <a:latin typeface="Calibri"/>
              </a:rPr>
              <a:t>Второй уровень структуры</a:t>
            </a:r>
            <a:endParaRPr b="0" lang="en-US" sz="15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50" spc="-1" strike="noStrike">
                <a:solidFill>
                  <a:srgbClr val="000000"/>
                </a:solidFill>
                <a:latin typeface="Calibri"/>
              </a:rPr>
              <a:t>Третий уровень структуры</a:t>
            </a:r>
            <a:endParaRPr b="0" lang="en-US" sz="135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50" spc="-1" strike="noStrike">
                <a:solidFill>
                  <a:srgbClr val="000000"/>
                </a:solidFill>
                <a:latin typeface="Calibri"/>
              </a:rPr>
              <a:t>Четвёртый уровень структуры</a:t>
            </a:r>
            <a:endParaRPr b="0" lang="en-US" sz="135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Пятый уровень структуры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Шестой уровень структуры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Седьмой уровень структуры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85400"/>
            <a:ext cx="8770320" cy="475812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58080"/>
            <a:ext cx="8469000" cy="33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5400" spc="-1" strike="noStrike">
              <a:latin typeface="Arial"/>
            </a:endParaRPr>
          </a:p>
        </p:txBody>
      </p:sp>
      <p:sp>
        <p:nvSpPr>
          <p:cNvPr id="49" name="Прямоугольник 5"/>
          <p:cNvSpPr/>
          <p:nvPr/>
        </p:nvSpPr>
        <p:spPr>
          <a:xfrm>
            <a:off x="460080" y="358920"/>
            <a:ext cx="299916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1400" spc="-1" strike="noStrike">
                <a:solidFill>
                  <a:srgbClr val="f2f2f2"/>
                </a:solidFill>
                <a:latin typeface="Arial"/>
              </a:rPr>
              <a:t>Тема:</a:t>
            </a:r>
            <a:endParaRPr b="0" lang="ru-RU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Прямоугольник со скругленными углами 3"/>
          <p:cNvSpPr/>
          <p:nvPr/>
        </p:nvSpPr>
        <p:spPr>
          <a:xfrm>
            <a:off x="3507480" y="0"/>
            <a:ext cx="5636160" cy="5143320"/>
          </a:xfrm>
          <a:prstGeom prst="roundRect">
            <a:avLst>
              <a:gd name="adj" fmla="val 0"/>
            </a:avLst>
          </a:prstGeom>
          <a:solidFill>
            <a:srgbClr val="a0a5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1" name="Прямоугольник: скругленные углы 2"/>
          <p:cNvSpPr/>
          <p:nvPr/>
        </p:nvSpPr>
        <p:spPr>
          <a:xfrm>
            <a:off x="3722040" y="257040"/>
            <a:ext cx="5186160" cy="465012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2" name="Овал 1"/>
          <p:cNvSpPr/>
          <p:nvPr/>
        </p:nvSpPr>
        <p:spPr>
          <a:xfrm>
            <a:off x="4122000" y="631080"/>
            <a:ext cx="899640" cy="8996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</a:rPr>
              <a:t>01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3" name="Овал 23"/>
          <p:cNvSpPr/>
          <p:nvPr/>
        </p:nvSpPr>
        <p:spPr>
          <a:xfrm>
            <a:off x="4122000" y="2127600"/>
            <a:ext cx="899640" cy="88776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</a:rPr>
              <a:t>02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4" name="Овал 29"/>
          <p:cNvSpPr/>
          <p:nvPr/>
        </p:nvSpPr>
        <p:spPr>
          <a:xfrm>
            <a:off x="4122000" y="3612240"/>
            <a:ext cx="899640" cy="8996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</a:rPr>
              <a:t>03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5110920" y="48960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5110920" y="1025280"/>
            <a:ext cx="357912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5107320" y="198540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5107320" y="2517840"/>
            <a:ext cx="3579120" cy="84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5107320" y="347076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5107320" y="4003560"/>
            <a:ext cx="357912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165960" y="200880"/>
            <a:ext cx="3148200" cy="18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Прямоугольник со скругленными углами 3"/>
          <p:cNvSpPr/>
          <p:nvPr/>
        </p:nvSpPr>
        <p:spPr>
          <a:xfrm>
            <a:off x="0" y="0"/>
            <a:ext cx="9143640" cy="196164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63" name="TextBox 10"/>
          <p:cNvSpPr/>
          <p:nvPr/>
        </p:nvSpPr>
        <p:spPr>
          <a:xfrm>
            <a:off x="38484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4" name="TextBox 10"/>
          <p:cNvSpPr/>
          <p:nvPr/>
        </p:nvSpPr>
        <p:spPr>
          <a:xfrm>
            <a:off x="384840" y="33562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323928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3239280" y="33562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09372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6093720" y="33562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384840" y="2178000"/>
            <a:ext cx="84657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Прямоугольник: скругленные углы 15"/>
          <p:cNvSpPr/>
          <p:nvPr/>
        </p:nvSpPr>
        <p:spPr>
          <a:xfrm>
            <a:off x="4636440" y="250200"/>
            <a:ext cx="4198320" cy="462528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71" name="Прямоугольник: скругленные углы 16"/>
          <p:cNvSpPr/>
          <p:nvPr/>
        </p:nvSpPr>
        <p:spPr>
          <a:xfrm>
            <a:off x="329400" y="257040"/>
            <a:ext cx="4198320" cy="462528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Овал 9"/>
          <p:cNvSpPr/>
          <p:nvPr/>
        </p:nvSpPr>
        <p:spPr>
          <a:xfrm>
            <a:off x="4272120" y="1193040"/>
            <a:ext cx="635400" cy="635400"/>
          </a:xfrm>
          <a:prstGeom prst="ellipse">
            <a:avLst/>
          </a:prstGeom>
          <a:solidFill>
            <a:srgbClr val="f5d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3" name="TextBox 10"/>
          <p:cNvSpPr/>
          <p:nvPr/>
        </p:nvSpPr>
        <p:spPr>
          <a:xfrm>
            <a:off x="581760" y="828720"/>
            <a:ext cx="36936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4" name="TextBox 10"/>
          <p:cNvSpPr/>
          <p:nvPr/>
        </p:nvSpPr>
        <p:spPr>
          <a:xfrm>
            <a:off x="581760" y="1364400"/>
            <a:ext cx="369360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578160" y="2154600"/>
            <a:ext cx="36936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578160" y="2687040"/>
            <a:ext cx="3693600" cy="84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7" name="TextBox 10"/>
          <p:cNvSpPr/>
          <p:nvPr/>
        </p:nvSpPr>
        <p:spPr>
          <a:xfrm>
            <a:off x="578160" y="3482280"/>
            <a:ext cx="36936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578160" y="4015080"/>
            <a:ext cx="369360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9" name="TextBox 30"/>
          <p:cNvSpPr/>
          <p:nvPr/>
        </p:nvSpPr>
        <p:spPr>
          <a:xfrm>
            <a:off x="553680" y="352440"/>
            <a:ext cx="38037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20"/>
          <p:cNvSpPr/>
          <p:nvPr/>
        </p:nvSpPr>
        <p:spPr>
          <a:xfrm>
            <a:off x="516960" y="411840"/>
            <a:ext cx="84657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  <p:sp>
        <p:nvSpPr>
          <p:cNvPr id="81" name="Прямоугольник со скругленными углами 3"/>
          <p:cNvSpPr/>
          <p:nvPr/>
        </p:nvSpPr>
        <p:spPr>
          <a:xfrm>
            <a:off x="456480" y="1406160"/>
            <a:ext cx="2300760" cy="144000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84840" y="3013560"/>
            <a:ext cx="24292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384840" y="3798000"/>
            <a:ext cx="2429280" cy="10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84" name="Прямоугольник: скругленные углы 1"/>
          <p:cNvSpPr/>
          <p:nvPr/>
        </p:nvSpPr>
        <p:spPr>
          <a:xfrm>
            <a:off x="328680" y="228600"/>
            <a:ext cx="8501400" cy="8139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5" name="Прямоугольник: скругленные углы 10"/>
          <p:cNvSpPr/>
          <p:nvPr/>
        </p:nvSpPr>
        <p:spPr>
          <a:xfrm>
            <a:off x="328680" y="1279080"/>
            <a:ext cx="2557080" cy="364284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6" name="Прямоугольник со скругленными углами 3"/>
          <p:cNvSpPr/>
          <p:nvPr/>
        </p:nvSpPr>
        <p:spPr>
          <a:xfrm>
            <a:off x="3421080" y="1398960"/>
            <a:ext cx="2300760" cy="144000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87" name="TextBox 10"/>
          <p:cNvSpPr/>
          <p:nvPr/>
        </p:nvSpPr>
        <p:spPr>
          <a:xfrm>
            <a:off x="3349440" y="3013560"/>
            <a:ext cx="24292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88" name="TextBox 10"/>
          <p:cNvSpPr/>
          <p:nvPr/>
        </p:nvSpPr>
        <p:spPr>
          <a:xfrm>
            <a:off x="3349440" y="3798000"/>
            <a:ext cx="2429280" cy="10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89" name="Прямоугольник: скругленные углы 14"/>
          <p:cNvSpPr/>
          <p:nvPr/>
        </p:nvSpPr>
        <p:spPr>
          <a:xfrm>
            <a:off x="3293280" y="1271880"/>
            <a:ext cx="2557080" cy="364284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0" name="Прямоугольник со скругленными углами 3"/>
          <p:cNvSpPr/>
          <p:nvPr/>
        </p:nvSpPr>
        <p:spPr>
          <a:xfrm>
            <a:off x="6400800" y="1379520"/>
            <a:ext cx="2300760" cy="144000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6329520" y="3013560"/>
            <a:ext cx="24292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6329520" y="3798000"/>
            <a:ext cx="2429280" cy="10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93" name="Прямоугольник: скругленные углы 19"/>
          <p:cNvSpPr/>
          <p:nvPr/>
        </p:nvSpPr>
        <p:spPr>
          <a:xfrm>
            <a:off x="6273000" y="1252800"/>
            <a:ext cx="2557080" cy="364284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Прямоугольник со скругленными углами 3"/>
          <p:cNvSpPr/>
          <p:nvPr/>
        </p:nvSpPr>
        <p:spPr>
          <a:xfrm>
            <a:off x="0" y="0"/>
            <a:ext cx="3396960" cy="514332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4192560" y="3830040"/>
            <a:ext cx="4672440" cy="32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4192560" y="4188600"/>
            <a:ext cx="467244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97" name="Овал 9"/>
          <p:cNvSpPr/>
          <p:nvPr/>
        </p:nvSpPr>
        <p:spPr>
          <a:xfrm>
            <a:off x="3724560" y="3830040"/>
            <a:ext cx="403200" cy="403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</a:rPr>
              <a:t>03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98" name="TextBox 10"/>
          <p:cNvSpPr/>
          <p:nvPr/>
        </p:nvSpPr>
        <p:spPr>
          <a:xfrm>
            <a:off x="4192560" y="2571840"/>
            <a:ext cx="4672440" cy="32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99" name="TextBox 10"/>
          <p:cNvSpPr/>
          <p:nvPr/>
        </p:nvSpPr>
        <p:spPr>
          <a:xfrm>
            <a:off x="4192560" y="2930400"/>
            <a:ext cx="467244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00" name="Овал 13"/>
          <p:cNvSpPr/>
          <p:nvPr/>
        </p:nvSpPr>
        <p:spPr>
          <a:xfrm>
            <a:off x="3724560" y="2571840"/>
            <a:ext cx="403200" cy="403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</a:rPr>
              <a:t>02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4192560" y="1311840"/>
            <a:ext cx="4672440" cy="32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02" name="TextBox 10"/>
          <p:cNvSpPr/>
          <p:nvPr/>
        </p:nvSpPr>
        <p:spPr>
          <a:xfrm>
            <a:off x="4192560" y="1670760"/>
            <a:ext cx="467244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03" name="Овал 16"/>
          <p:cNvSpPr/>
          <p:nvPr/>
        </p:nvSpPr>
        <p:spPr>
          <a:xfrm>
            <a:off x="3724560" y="1311840"/>
            <a:ext cx="403200" cy="403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</a:rPr>
              <a:t>01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3607560" y="215280"/>
            <a:ext cx="53751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Прямоугольник: скругленные углы 22"/>
          <p:cNvSpPr/>
          <p:nvPr/>
        </p:nvSpPr>
        <p:spPr>
          <a:xfrm>
            <a:off x="3417120" y="1051560"/>
            <a:ext cx="5047920" cy="84168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Прямоугольник: скругленные углы 28"/>
          <p:cNvSpPr/>
          <p:nvPr/>
        </p:nvSpPr>
        <p:spPr>
          <a:xfrm>
            <a:off x="3417120" y="2451960"/>
            <a:ext cx="5047920" cy="84168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" name="Прямоугольник: скругленные углы 32"/>
          <p:cNvSpPr/>
          <p:nvPr/>
        </p:nvSpPr>
        <p:spPr>
          <a:xfrm>
            <a:off x="3417120" y="3849840"/>
            <a:ext cx="5047920" cy="84168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8" name="TextBox 10"/>
          <p:cNvSpPr/>
          <p:nvPr/>
        </p:nvSpPr>
        <p:spPr>
          <a:xfrm>
            <a:off x="3821760" y="1115280"/>
            <a:ext cx="448380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09" name="Прямая соединительная линия 4"/>
          <p:cNvSpPr/>
          <p:nvPr/>
        </p:nvSpPr>
        <p:spPr>
          <a:xfrm>
            <a:off x="782280" y="987120"/>
            <a:ext cx="360" cy="3813480"/>
          </a:xfrm>
          <a:prstGeom prst="line">
            <a:avLst/>
          </a:prstGeom>
          <a:ln>
            <a:solidFill>
              <a:srgbClr val="c0cc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0" name="Прямоугольник: скругленные углы 19"/>
          <p:cNvSpPr/>
          <p:nvPr/>
        </p:nvSpPr>
        <p:spPr>
          <a:xfrm>
            <a:off x="1135800" y="1033200"/>
            <a:ext cx="2642760" cy="88092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1" name="TextBox 10"/>
          <p:cNvSpPr/>
          <p:nvPr/>
        </p:nvSpPr>
        <p:spPr>
          <a:xfrm>
            <a:off x="1164600" y="1033200"/>
            <a:ext cx="2546280" cy="8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12" name="TextBox 10"/>
          <p:cNvSpPr/>
          <p:nvPr/>
        </p:nvSpPr>
        <p:spPr>
          <a:xfrm>
            <a:off x="3821760" y="2515680"/>
            <a:ext cx="448380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13" name="Прямоугольник: скругленные углы 26"/>
          <p:cNvSpPr/>
          <p:nvPr/>
        </p:nvSpPr>
        <p:spPr>
          <a:xfrm>
            <a:off x="1135800" y="2433600"/>
            <a:ext cx="2642760" cy="88092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4" name="TextBox 10"/>
          <p:cNvSpPr/>
          <p:nvPr/>
        </p:nvSpPr>
        <p:spPr>
          <a:xfrm>
            <a:off x="1164600" y="2433600"/>
            <a:ext cx="2546280" cy="8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3821760" y="3913560"/>
            <a:ext cx="448380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16" name="Прямоугольник: скругленные углы 30"/>
          <p:cNvSpPr/>
          <p:nvPr/>
        </p:nvSpPr>
        <p:spPr>
          <a:xfrm>
            <a:off x="1135800" y="3831480"/>
            <a:ext cx="2642760" cy="88092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TextBox 10"/>
          <p:cNvSpPr/>
          <p:nvPr/>
        </p:nvSpPr>
        <p:spPr>
          <a:xfrm>
            <a:off x="1164600" y="3831480"/>
            <a:ext cx="2546280" cy="8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18" name="Овал 5"/>
          <p:cNvSpPr/>
          <p:nvPr/>
        </p:nvSpPr>
        <p:spPr>
          <a:xfrm>
            <a:off x="675360" y="1365840"/>
            <a:ext cx="221040" cy="22104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9" name="Овал 33"/>
          <p:cNvSpPr/>
          <p:nvPr/>
        </p:nvSpPr>
        <p:spPr>
          <a:xfrm>
            <a:off x="675360" y="2728080"/>
            <a:ext cx="221040" cy="22104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Овал 34"/>
          <p:cNvSpPr/>
          <p:nvPr/>
        </p:nvSpPr>
        <p:spPr>
          <a:xfrm>
            <a:off x="671760" y="4156200"/>
            <a:ext cx="221040" cy="22104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1" name="TextBox 20"/>
          <p:cNvSpPr/>
          <p:nvPr/>
        </p:nvSpPr>
        <p:spPr>
          <a:xfrm>
            <a:off x="381600" y="271080"/>
            <a:ext cx="84657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Прямоугольник со скругленными углами 3"/>
          <p:cNvSpPr/>
          <p:nvPr/>
        </p:nvSpPr>
        <p:spPr>
          <a:xfrm>
            <a:off x="0" y="3181680"/>
            <a:ext cx="9143640" cy="196164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23" name="TextBox 10"/>
          <p:cNvSpPr/>
          <p:nvPr/>
        </p:nvSpPr>
        <p:spPr>
          <a:xfrm>
            <a:off x="384840" y="801360"/>
            <a:ext cx="24436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384840" y="1585800"/>
            <a:ext cx="24436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25" name="TextBox 10"/>
          <p:cNvSpPr/>
          <p:nvPr/>
        </p:nvSpPr>
        <p:spPr>
          <a:xfrm>
            <a:off x="3269880" y="801360"/>
            <a:ext cx="24436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6" name="TextBox 10"/>
          <p:cNvSpPr/>
          <p:nvPr/>
        </p:nvSpPr>
        <p:spPr>
          <a:xfrm>
            <a:off x="3269880" y="1585800"/>
            <a:ext cx="24436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27" name="TextBox 10"/>
          <p:cNvSpPr/>
          <p:nvPr/>
        </p:nvSpPr>
        <p:spPr>
          <a:xfrm>
            <a:off x="6154560" y="80136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6154560" y="158580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29" name="TextBox 13"/>
          <p:cNvSpPr/>
          <p:nvPr/>
        </p:nvSpPr>
        <p:spPr>
          <a:xfrm>
            <a:off x="384840" y="268920"/>
            <a:ext cx="84657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200" spc="-1" strike="noStrike">
              <a:latin typeface="Arial"/>
            </a:endParaRPr>
          </a:p>
        </p:txBody>
      </p:sp>
      <p:grpSp>
        <p:nvGrpSpPr>
          <p:cNvPr id="130" name="Группа 8"/>
          <p:cNvGrpSpPr/>
          <p:nvPr/>
        </p:nvGrpSpPr>
        <p:grpSpPr>
          <a:xfrm>
            <a:off x="2844000" y="1015560"/>
            <a:ext cx="299880" cy="1141200"/>
            <a:chOff x="2844000" y="1015560"/>
            <a:chExt cx="299880" cy="1141200"/>
          </a:xfrm>
        </p:grpSpPr>
        <p:sp>
          <p:nvSpPr>
            <p:cNvPr id="131" name="Прямая соединительная линия 7"/>
            <p:cNvSpPr/>
            <p:nvPr/>
          </p:nvSpPr>
          <p:spPr>
            <a:xfrm>
              <a:off x="2844000" y="1015560"/>
              <a:ext cx="29988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32" name="Прямая соединительная линия 22"/>
            <p:cNvSpPr/>
            <p:nvPr/>
          </p:nvSpPr>
          <p:spPr>
            <a:xfrm flipV="1">
              <a:off x="2844000" y="1585080"/>
              <a:ext cx="29988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33" name="Группа 23"/>
          <p:cNvGrpSpPr/>
          <p:nvPr/>
        </p:nvGrpSpPr>
        <p:grpSpPr>
          <a:xfrm>
            <a:off x="5744520" y="1015560"/>
            <a:ext cx="300240" cy="1141200"/>
            <a:chOff x="5744520" y="1015560"/>
            <a:chExt cx="300240" cy="1141200"/>
          </a:xfrm>
        </p:grpSpPr>
        <p:sp>
          <p:nvSpPr>
            <p:cNvPr id="134" name="Прямая соединительная линия 30"/>
            <p:cNvSpPr/>
            <p:nvPr/>
          </p:nvSpPr>
          <p:spPr>
            <a:xfrm>
              <a:off x="5744520" y="1015560"/>
              <a:ext cx="30024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35" name="Прямая соединительная линия 31"/>
            <p:cNvSpPr/>
            <p:nvPr/>
          </p:nvSpPr>
          <p:spPr>
            <a:xfrm flipV="1">
              <a:off x="5744520" y="1585080"/>
              <a:ext cx="30024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Прямоугольник со скругленными углами 3"/>
          <p:cNvSpPr/>
          <p:nvPr/>
        </p:nvSpPr>
        <p:spPr>
          <a:xfrm>
            <a:off x="5884200" y="0"/>
            <a:ext cx="3259440" cy="514332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37" name="Прямоугольник: скругленные углы 12"/>
          <p:cNvSpPr/>
          <p:nvPr/>
        </p:nvSpPr>
        <p:spPr>
          <a:xfrm>
            <a:off x="384840" y="3378240"/>
            <a:ext cx="5236560" cy="1321200"/>
          </a:xfrm>
          <a:prstGeom prst="roundRect">
            <a:avLst>
              <a:gd name="adj" fmla="val 6945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8" name="Прямоугольник: скругленные углы 13"/>
          <p:cNvSpPr/>
          <p:nvPr/>
        </p:nvSpPr>
        <p:spPr>
          <a:xfrm>
            <a:off x="3091680" y="1135080"/>
            <a:ext cx="2533320" cy="2057040"/>
          </a:xfrm>
          <a:prstGeom prst="roundRect">
            <a:avLst>
              <a:gd name="adj" fmla="val 6945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9" name="Прямоугольник: скругленные углы 14"/>
          <p:cNvSpPr/>
          <p:nvPr/>
        </p:nvSpPr>
        <p:spPr>
          <a:xfrm>
            <a:off x="387720" y="1120680"/>
            <a:ext cx="2533320" cy="2057040"/>
          </a:xfrm>
          <a:prstGeom prst="roundRect">
            <a:avLst>
              <a:gd name="adj" fmla="val 6945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0" name="TextBox 10"/>
          <p:cNvSpPr/>
          <p:nvPr/>
        </p:nvSpPr>
        <p:spPr>
          <a:xfrm>
            <a:off x="476280" y="1176840"/>
            <a:ext cx="234360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41" name="TextBox 10"/>
          <p:cNvSpPr/>
          <p:nvPr/>
        </p:nvSpPr>
        <p:spPr>
          <a:xfrm>
            <a:off x="476280" y="1961280"/>
            <a:ext cx="234360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42" name="TextBox 10"/>
          <p:cNvSpPr/>
          <p:nvPr/>
        </p:nvSpPr>
        <p:spPr>
          <a:xfrm>
            <a:off x="3179880" y="1176840"/>
            <a:ext cx="234036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43" name="TextBox 10"/>
          <p:cNvSpPr/>
          <p:nvPr/>
        </p:nvSpPr>
        <p:spPr>
          <a:xfrm>
            <a:off x="3179880" y="1961280"/>
            <a:ext cx="234036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44" name="TextBox 10"/>
          <p:cNvSpPr/>
          <p:nvPr/>
        </p:nvSpPr>
        <p:spPr>
          <a:xfrm>
            <a:off x="476280" y="3479760"/>
            <a:ext cx="5236560" cy="32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45" name="TextBox 10"/>
          <p:cNvSpPr/>
          <p:nvPr/>
        </p:nvSpPr>
        <p:spPr>
          <a:xfrm>
            <a:off x="476280" y="3831480"/>
            <a:ext cx="514692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46" name="TextBox 20"/>
          <p:cNvSpPr/>
          <p:nvPr/>
        </p:nvSpPr>
        <p:spPr>
          <a:xfrm>
            <a:off x="338760" y="160560"/>
            <a:ext cx="5282640" cy="9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Прямоугольник со скругленными углами 3"/>
          <p:cNvSpPr/>
          <p:nvPr/>
        </p:nvSpPr>
        <p:spPr>
          <a:xfrm>
            <a:off x="0" y="0"/>
            <a:ext cx="9143640" cy="196164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48" name="TextBox 10"/>
          <p:cNvSpPr/>
          <p:nvPr/>
        </p:nvSpPr>
        <p:spPr>
          <a:xfrm>
            <a:off x="38484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49" name="TextBox 10"/>
          <p:cNvSpPr/>
          <p:nvPr/>
        </p:nvSpPr>
        <p:spPr>
          <a:xfrm>
            <a:off x="384840" y="345636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50" name="TextBox 10"/>
          <p:cNvSpPr/>
          <p:nvPr/>
        </p:nvSpPr>
        <p:spPr>
          <a:xfrm>
            <a:off x="323928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51" name="TextBox 10"/>
          <p:cNvSpPr/>
          <p:nvPr/>
        </p:nvSpPr>
        <p:spPr>
          <a:xfrm>
            <a:off x="3239280" y="345636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609372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53" name="TextBox 10"/>
          <p:cNvSpPr/>
          <p:nvPr/>
        </p:nvSpPr>
        <p:spPr>
          <a:xfrm>
            <a:off x="6093720" y="345636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54" name="Прямая соединительная линия 2"/>
          <p:cNvSpPr/>
          <p:nvPr/>
        </p:nvSpPr>
        <p:spPr>
          <a:xfrm>
            <a:off x="3149280" y="2636280"/>
            <a:ext cx="360" cy="238572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5" name="Прямая соединительная линия 11"/>
          <p:cNvSpPr/>
          <p:nvPr/>
        </p:nvSpPr>
        <p:spPr>
          <a:xfrm>
            <a:off x="6014520" y="2636280"/>
            <a:ext cx="360" cy="238572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6" name="Прямая соединительная линия 30"/>
          <p:cNvSpPr/>
          <p:nvPr/>
        </p:nvSpPr>
        <p:spPr>
          <a:xfrm flipH="1">
            <a:off x="485640" y="3371040"/>
            <a:ext cx="8365320" cy="36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7" name="TextBox 12"/>
          <p:cNvSpPr/>
          <p:nvPr/>
        </p:nvSpPr>
        <p:spPr>
          <a:xfrm>
            <a:off x="384840" y="2178000"/>
            <a:ext cx="84657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Прямоугольник со скругленными углами 3"/>
          <p:cNvSpPr/>
          <p:nvPr/>
        </p:nvSpPr>
        <p:spPr>
          <a:xfrm>
            <a:off x="186840" y="185400"/>
            <a:ext cx="8770320" cy="475812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9" name="Прямоугольник 10"/>
          <p:cNvSpPr/>
          <p:nvPr/>
        </p:nvSpPr>
        <p:spPr>
          <a:xfrm>
            <a:off x="460080" y="658080"/>
            <a:ext cx="8469000" cy="33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2521</TotalTime>
  <Application>LibreOffice/7.3.7.2$Linux_X86_64 LibreOffice_project/30$Build-2</Application>
  <AppVersion>15.0000</AppVersion>
  <Words>132</Words>
  <Paragraphs>88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ru-RU</dc:language>
  <cp:lastModifiedBy/>
  <dcterms:modified xsi:type="dcterms:W3CDTF">2025-02-20T13:31:55Z</dcterms:modified>
  <cp:revision>57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11</vt:i4>
  </property>
</Properties>
</file>