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FAF08B9-A6EC-4508-BCA7-BB59CD0BC75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530A850-5FDE-48E4-9D3E-740AE1F6D67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52F88C-2B6C-4496-A45D-60F3892C03C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269C0B-3A38-4260-A768-58870AF6CC1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D4FF0E-D44C-4ADA-B50F-882FE63F97E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87F645-2E88-4E75-9291-2BC0C220D7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0A1277-F38E-4B6C-B82E-F66F45B85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CF51F6-041C-4949-ABFC-F9C14BA3B1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1DF8E3-CC57-4C61-ACB8-296A551C75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364175-8D4A-42D3-848D-AD1E9180C8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C7D925-2ECB-4678-AA2F-A4B53946CD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D516CD-7E9E-4B17-8763-FA6A3D1920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879FA3-7F02-4A6F-A234-CA834C9DC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FD43BE-0417-40ED-B12F-9AB29324FE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33786F-7492-4B97-BCED-ED4535DEB3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4103CE-C869-49D1-BBE3-F2E3BD5305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E99B95-4100-4D96-A7BC-4A986CEDA1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03DF34-1753-45C1-BC06-5A70BF5F757D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: скругленные углы 15"/>
          <p:cNvSpPr/>
          <p:nvPr/>
        </p:nvSpPr>
        <p:spPr>
          <a:xfrm>
            <a:off x="4636440" y="25020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Прямоугольник со скругленными углами 3"/>
          <p:cNvSpPr/>
          <p:nvPr/>
        </p:nvSpPr>
        <p:spPr>
          <a:xfrm>
            <a:off x="456480" y="14061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 со скругленными углами 3"/>
          <p:cNvSpPr/>
          <p:nvPr/>
        </p:nvSpPr>
        <p:spPr>
          <a:xfrm>
            <a:off x="3421080" y="13989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со скругленными углами 3"/>
          <p:cNvSpPr/>
          <p:nvPr/>
        </p:nvSpPr>
        <p:spPr>
          <a:xfrm>
            <a:off x="6400800" y="137952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8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оугольник со скругленными углами 3"/>
          <p:cNvSpPr/>
          <p:nvPr/>
        </p:nvSpPr>
        <p:spPr>
          <a:xfrm>
            <a:off x="0" y="318168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384840" y="26892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grpSp>
        <p:nvGrpSpPr>
          <p:cNvPr id="129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0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1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2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3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Прямоугольник: скругленные углы 12"/>
          <p:cNvSpPr/>
          <p:nvPr/>
        </p:nvSpPr>
        <p:spPr>
          <a:xfrm>
            <a:off x="384840" y="3378240"/>
            <a:ext cx="5236200" cy="13208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Прямоугольник: скругленные углы 13"/>
          <p:cNvSpPr/>
          <p:nvPr/>
        </p:nvSpPr>
        <p:spPr>
          <a:xfrm>
            <a:off x="3091680" y="11350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Прямоугольник: скругленные углы 14"/>
          <p:cNvSpPr/>
          <p:nvPr/>
        </p:nvSpPr>
        <p:spPr>
          <a:xfrm>
            <a:off x="387720" y="11206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TextBox 10"/>
          <p:cNvSpPr/>
          <p:nvPr/>
        </p:nvSpPr>
        <p:spPr>
          <a:xfrm>
            <a:off x="476280" y="117684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476280" y="196128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179880" y="117684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179880" y="196128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476280" y="347976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476280" y="383148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338760" y="160560"/>
            <a:ext cx="528228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38484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23928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6093720" y="345636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Прямая соединительная линия 2"/>
          <p:cNvSpPr/>
          <p:nvPr/>
        </p:nvSpPr>
        <p:spPr>
          <a:xfrm>
            <a:off x="314928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Прямая соединительная линия 11"/>
          <p:cNvSpPr/>
          <p:nvPr/>
        </p:nvSpPr>
        <p:spPr>
          <a:xfrm>
            <a:off x="601452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Прямая соединительная линия 30"/>
          <p:cNvSpPr/>
          <p:nvPr/>
        </p:nvSpPr>
        <p:spPr>
          <a:xfrm flipH="1">
            <a:off x="485640" y="3371040"/>
            <a:ext cx="836532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TextBox 12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2521</TotalTime>
  <Application>LibreOffice/7.3.7.2$Linux_X86_64 LibreOffice_project/30$Build-2</Application>
  <AppVersion>15.0000</AppVersion>
  <Words>132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2025-03-31T11:02:50Z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11</vt:i4>
  </property>
</Properties>
</file>