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2905EF3-73F6-4C42-B229-866F547C755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8E8536-C531-43CE-8727-9682301498A5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BE2516-AE59-42EB-8E80-BCA48ACAC0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2F0CA7-5B5E-4AE3-B6D9-63F39EFCEE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A22A1-91C7-49A1-9A29-3B8ACBC9FB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F0B292-32BB-4CAA-A305-301CEE2C98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BE2449-215B-43B6-9229-7EF9AA6CCB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455772-75A8-4D6D-BD0B-9EE4C4C44F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EA4F6-2708-454D-B182-568A88AD2B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C74C98-DE2D-46CA-A13E-0A647921F4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5AE1C6-8A37-474D-B020-5B7C132F9B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326C23-574A-49DE-8D9B-42AAA1E193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8E6AAC-3415-4C47-BD15-24B497FA3AC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5E6E8C-7152-4F33-A5CD-6BAF3A7BFB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F37963-A5E3-4F1D-A708-7D136C1280D4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1240" cy="29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73" name="Прямоугольник 5"/>
          <p:cNvSpPr/>
          <p:nvPr/>
        </p:nvSpPr>
        <p:spPr>
          <a:xfrm>
            <a:off x="1640880" y="449748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4" name="Изображение 40"/>
          <p:cNvSpPr/>
          <p:nvPr/>
        </p:nvSpPr>
        <p:spPr>
          <a:xfrm>
            <a:off x="867240" y="3495600"/>
            <a:ext cx="257040" cy="2570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5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520" cy="11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2517</TotalTime>
  <Application>LibreOffice/7.3.7.2$Linux_X86_64 LibreOffice_project/30$Build-2</Application>
  <AppVersion>15.0000</AppVersion>
  <Words>39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2025-03-31T10:56:46Z</dcterms:modified>
  <cp:revision>54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(16:9)</vt:lpwstr>
  </property>
  <property fmtid="{D5CDD505-2E9C-101B-9397-08002B2CF9AE}" pid="4" name="Slides">
    <vt:i4>4</vt:i4>
  </property>
</Properties>
</file>