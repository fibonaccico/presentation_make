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DFBF1FA-485C-4362-B8FA-CCBCFC0DFF0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2F7FBA-B245-49C6-91D9-CBA7A6F9BC51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89F2BE-697E-4D62-9E7B-B4FB91CBA8B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AF7E97-D580-4549-B03C-727F503B51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12507-E1D3-47F9-9A93-D7A74F938B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865F56-8A4C-4804-B849-074A938736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B8F0E-FCB6-48F0-B2C7-71BF49EEE1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72E37F-8D11-481D-99AC-EFBCCC33E1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B22D3F-1C0D-4F4F-BB16-9EC04D33B6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13823-8A40-436E-9005-3D69F3E457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E0666-3CDB-417B-BF63-43C5046DB2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95505-E1E4-4D0B-8024-216C6772F5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168B06-616F-4B05-AA88-F084F588B8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1CFB12-0E8A-4144-943A-1243A426A4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D846AF-204C-4BCF-AF4C-4CE50DC7AF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3A9306-6248-47BC-BAE4-EA46AA8C1BA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Прямоугольник со скругленными углами 3"/>
          <p:cNvSpPr/>
          <p:nvPr/>
        </p:nvSpPr>
        <p:spPr>
          <a:xfrm>
            <a:off x="456480" y="14061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400" cy="81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со скругленными углами 3"/>
          <p:cNvSpPr/>
          <p:nvPr/>
        </p:nvSpPr>
        <p:spPr>
          <a:xfrm>
            <a:off x="3421080" y="13989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Прямоугольник со скругленными углами 3"/>
          <p:cNvSpPr/>
          <p:nvPr/>
        </p:nvSpPr>
        <p:spPr>
          <a:xfrm>
            <a:off x="6400800" y="137952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38300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516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08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9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0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2518</TotalTime>
  <Application>LibreOffice/7.3.7.2$Linux_X86_64 LibreOffice_project/30$Build-2</Application>
  <AppVersion>15.0000</AppVersion>
  <Words>83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2025-03-31T10:57:53Z</dcterms:modified>
  <cp:revision>54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7</vt:i4>
  </property>
</Properties>
</file>