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6"/>
  </p:notesMasterIdLst>
  <p:sldIdLst>
    <p:sldId id="279" r:id="rId2"/>
    <p:sldId id="264" r:id="rId3"/>
    <p:sldId id="258" r:id="rId4"/>
    <p:sldId id="265" r:id="rId5"/>
    <p:sldId id="273" r:id="rId6"/>
    <p:sldId id="267" r:id="rId7"/>
    <p:sldId id="280" r:id="rId8"/>
    <p:sldId id="275" r:id="rId9"/>
    <p:sldId id="266" r:id="rId10"/>
    <p:sldId id="276" r:id="rId11"/>
    <p:sldId id="277" r:id="rId12"/>
    <p:sldId id="282" r:id="rId13"/>
    <p:sldId id="283" r:id="rId14"/>
    <p:sldId id="278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C86"/>
    <a:srgbClr val="BAC77B"/>
    <a:srgbClr val="CFD890"/>
    <a:srgbClr val="A0A585"/>
    <a:srgbClr val="D4DC9C"/>
    <a:srgbClr val="EAEBBD"/>
    <a:srgbClr val="F5DD4D"/>
    <a:srgbClr val="000000"/>
    <a:srgbClr val="E9E9E9"/>
    <a:srgbClr val="2052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 autoAdjust="0"/>
    <p:restoredTop sz="94714"/>
  </p:normalViewPr>
  <p:slideViewPr>
    <p:cSldViewPr snapToGrid="0">
      <p:cViewPr varScale="1">
        <p:scale>
          <a:sx n="149" d="100"/>
          <a:sy n="149" d="100"/>
        </p:scale>
        <p:origin x="6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B10C3-A7B0-491D-A9C6-63E5AE6B014B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857C1-0282-46D8-B50F-09E039BF0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35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323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434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59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2368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1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FC38C-5421-AA75-6D2D-9F72EECE0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0E3D7C1-0936-E7EB-5CAA-4B4EED154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5C1F708-9298-0DDB-3D0C-9013ECA9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DD9733-2277-92F7-7954-D41ADB10D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442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6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19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16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23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1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0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1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91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6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66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36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о скругленными углами 3">
            <a:extLst>
              <a:ext uri="{FF2B5EF4-FFF2-40B4-BE49-F238E27FC236}">
                <a16:creationId xmlns:a16="http://schemas.microsoft.com/office/drawing/2014/main" id="{BF0DFE8D-88B5-45D4-851F-4C4F72DB989E}"/>
              </a:ext>
            </a:extLst>
          </p:cNvPr>
          <p:cNvSpPr/>
          <p:nvPr/>
        </p:nvSpPr>
        <p:spPr>
          <a:xfrm>
            <a:off x="186690" y="185301"/>
            <a:ext cx="8770620" cy="475861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Прямоугольник 10">
            <a:extLst>
              <a:ext uri="{FF2B5EF4-FFF2-40B4-BE49-F238E27FC236}">
                <a16:creationId xmlns:a16="http://schemas.microsoft.com/office/drawing/2014/main" id="{B344D9FF-4E57-4DF4-BABE-EB1E769B2CA7}"/>
              </a:ext>
            </a:extLst>
          </p:cNvPr>
          <p:cNvSpPr/>
          <p:nvPr/>
        </p:nvSpPr>
        <p:spPr>
          <a:xfrm>
            <a:off x="460151" y="658030"/>
            <a:ext cx="846953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5400" spc="-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540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5">
            <a:extLst>
              <a:ext uri="{FF2B5EF4-FFF2-40B4-BE49-F238E27FC236}">
                <a16:creationId xmlns:a16="http://schemas.microsoft.com/office/drawing/2014/main" id="{06A005B8-DF65-4B73-8E31-DC69B8EB0F73}"/>
              </a:ext>
            </a:extLst>
          </p:cNvPr>
          <p:cNvSpPr>
            <a:spLocks noChangeAspect="1"/>
          </p:cNvSpPr>
          <p:nvPr/>
        </p:nvSpPr>
        <p:spPr>
          <a:xfrm>
            <a:off x="460151" y="359023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1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Тема:</a:t>
            </a:r>
            <a:endParaRPr lang="en-US" altLang="ru-RU" sz="1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8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3507579" y="0"/>
            <a:ext cx="5636422" cy="514350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0AC4FA6-5743-41B3-9AA5-DACA17BF40DC}"/>
              </a:ext>
            </a:extLst>
          </p:cNvPr>
          <p:cNvSpPr/>
          <p:nvPr/>
        </p:nvSpPr>
        <p:spPr>
          <a:xfrm>
            <a:off x="3721894" y="257176"/>
            <a:ext cx="5186362" cy="465058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BEBA92BC-D8CF-4449-9786-954BF0E33DF4}"/>
              </a:ext>
            </a:extLst>
          </p:cNvPr>
          <p:cNvSpPr/>
          <p:nvPr/>
        </p:nvSpPr>
        <p:spPr>
          <a:xfrm>
            <a:off x="4121944" y="631046"/>
            <a:ext cx="900112" cy="9001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BFF550B3-1A4A-4BC6-B025-612645E0179B}"/>
              </a:ext>
            </a:extLst>
          </p:cNvPr>
          <p:cNvSpPr/>
          <p:nvPr/>
        </p:nvSpPr>
        <p:spPr>
          <a:xfrm>
            <a:off x="4121944" y="2127661"/>
            <a:ext cx="900112" cy="8881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300B356-E127-44D1-82D4-83CD5FCAECFE}"/>
              </a:ext>
            </a:extLst>
          </p:cNvPr>
          <p:cNvSpPr/>
          <p:nvPr/>
        </p:nvSpPr>
        <p:spPr>
          <a:xfrm>
            <a:off x="4121944" y="3612342"/>
            <a:ext cx="900112" cy="9001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110773" y="489699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110773" y="1025385"/>
            <a:ext cx="3579637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5107162" y="1985286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5107162" y="2517957"/>
            <a:ext cx="3579637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5107162" y="3470760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5107162" y="4003431"/>
            <a:ext cx="3579637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4A8B32-9D6B-484F-8879-DE4E765CC8E7}"/>
              </a:ext>
            </a:extLst>
          </p:cNvPr>
          <p:cNvSpPr txBox="1"/>
          <p:nvPr/>
        </p:nvSpPr>
        <p:spPr>
          <a:xfrm>
            <a:off x="166127" y="200808"/>
            <a:ext cx="3148573" cy="184230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648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0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A8F858-9C18-4906-9472-ECA6C8947F80}"/>
              </a:ext>
            </a:extLst>
          </p:cNvPr>
          <p:cNvSpPr txBox="1"/>
          <p:nvPr/>
        </p:nvSpPr>
        <p:spPr>
          <a:xfrm>
            <a:off x="384926" y="2177997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205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ACD1364-3CF5-4CAE-8EA9-7688D559F3B8}"/>
              </a:ext>
            </a:extLst>
          </p:cNvPr>
          <p:cNvSpPr/>
          <p:nvPr/>
        </p:nvSpPr>
        <p:spPr>
          <a:xfrm>
            <a:off x="4636296" y="250030"/>
            <a:ext cx="4198554" cy="4625578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</a:t>
            </a:r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D06CE78-0765-472C-BF9E-217E96399A7F}"/>
              </a:ext>
            </a:extLst>
          </p:cNvPr>
          <p:cNvSpPr/>
          <p:nvPr/>
        </p:nvSpPr>
        <p:spPr>
          <a:xfrm>
            <a:off x="329529" y="257174"/>
            <a:ext cx="4198554" cy="4625578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957710E1-B2A0-4BD3-8D5F-3606C1E88BF9}"/>
              </a:ext>
            </a:extLst>
          </p:cNvPr>
          <p:cNvSpPr/>
          <p:nvPr/>
        </p:nvSpPr>
        <p:spPr>
          <a:xfrm>
            <a:off x="4271963" y="1193011"/>
            <a:ext cx="635793" cy="635793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685AA42C-46D0-41A5-A969-17FC8B601F8A}"/>
              </a:ext>
            </a:extLst>
          </p:cNvPr>
          <p:cNvSpPr/>
          <p:nvPr/>
        </p:nvSpPr>
        <p:spPr>
          <a:xfrm>
            <a:off x="581636" y="828775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8B03A82-B57E-44BD-99D0-61B72DE25D1E}"/>
              </a:ext>
            </a:extLst>
          </p:cNvPr>
          <p:cNvSpPr/>
          <p:nvPr/>
        </p:nvSpPr>
        <p:spPr>
          <a:xfrm>
            <a:off x="581636" y="1364461"/>
            <a:ext cx="3693937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18B96010-7930-4CDB-B5AD-0B64B10EAA3C}"/>
              </a:ext>
            </a:extLst>
          </p:cNvPr>
          <p:cNvSpPr/>
          <p:nvPr/>
        </p:nvSpPr>
        <p:spPr>
          <a:xfrm>
            <a:off x="578025" y="2154547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85EFCBF-CA41-4F31-B492-CFF52F79253A}"/>
              </a:ext>
            </a:extLst>
          </p:cNvPr>
          <p:cNvSpPr/>
          <p:nvPr/>
        </p:nvSpPr>
        <p:spPr>
          <a:xfrm>
            <a:off x="578025" y="2687218"/>
            <a:ext cx="3693937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5EF471A4-E8FE-49B0-9692-F9EB3934F403}"/>
              </a:ext>
            </a:extLst>
          </p:cNvPr>
          <p:cNvSpPr/>
          <p:nvPr/>
        </p:nvSpPr>
        <p:spPr>
          <a:xfrm>
            <a:off x="578025" y="3482422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05DB19AD-D5E3-4922-8D77-B3C9BB6F1A7D}"/>
              </a:ext>
            </a:extLst>
          </p:cNvPr>
          <p:cNvSpPr/>
          <p:nvPr/>
        </p:nvSpPr>
        <p:spPr>
          <a:xfrm>
            <a:off x="578025" y="4015093"/>
            <a:ext cx="3693937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4F62C6-E8B0-4FB7-85AB-B4FE3DDE5EE8}"/>
              </a:ext>
            </a:extLst>
          </p:cNvPr>
          <p:cNvSpPr txBox="1"/>
          <p:nvPr/>
        </p:nvSpPr>
        <p:spPr>
          <a:xfrm>
            <a:off x="553627" y="352436"/>
            <a:ext cx="3804061" cy="79008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16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517086" y="411794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456362" y="1405982"/>
            <a:ext cx="2301126" cy="1440496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7" y="3013458"/>
            <a:ext cx="2429712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7" y="3798065"/>
            <a:ext cx="2429712" cy="10382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D5549E2-AFF2-47F8-BE87-C548795F0EF0}"/>
              </a:ext>
            </a:extLst>
          </p:cNvPr>
          <p:cNvSpPr/>
          <p:nvPr/>
        </p:nvSpPr>
        <p:spPr>
          <a:xfrm>
            <a:off x="328613" y="228601"/>
            <a:ext cx="8501897" cy="81438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49050EA-DF34-494A-B9D7-051868DC8067}"/>
              </a:ext>
            </a:extLst>
          </p:cNvPr>
          <p:cNvSpPr/>
          <p:nvPr/>
        </p:nvSpPr>
        <p:spPr>
          <a:xfrm>
            <a:off x="328614" y="1278996"/>
            <a:ext cx="2557462" cy="3643048"/>
          </a:xfrm>
          <a:prstGeom prst="roundRect">
            <a:avLst>
              <a:gd name="adj" fmla="val 7815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со скругленными углами 3">
            <a:extLst>
              <a:ext uri="{FF2B5EF4-FFF2-40B4-BE49-F238E27FC236}">
                <a16:creationId xmlns:a16="http://schemas.microsoft.com/office/drawing/2014/main" id="{0003ECA4-7EF1-4636-A7D0-86878164D058}"/>
              </a:ext>
            </a:extLst>
          </p:cNvPr>
          <p:cNvSpPr/>
          <p:nvPr/>
        </p:nvSpPr>
        <p:spPr>
          <a:xfrm>
            <a:off x="3421017" y="1398837"/>
            <a:ext cx="2301126" cy="1440496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70E4A329-87C9-4618-9225-FF455C93256F}"/>
              </a:ext>
            </a:extLst>
          </p:cNvPr>
          <p:cNvSpPr/>
          <p:nvPr/>
        </p:nvSpPr>
        <p:spPr>
          <a:xfrm>
            <a:off x="3349582" y="3013458"/>
            <a:ext cx="2429712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1AF91D85-163B-425A-8A95-77625B873605}"/>
              </a:ext>
            </a:extLst>
          </p:cNvPr>
          <p:cNvSpPr/>
          <p:nvPr/>
        </p:nvSpPr>
        <p:spPr>
          <a:xfrm>
            <a:off x="3349582" y="3798065"/>
            <a:ext cx="2429712" cy="10382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716F4F2E-78D0-41D6-BA53-916F35F642CC}"/>
              </a:ext>
            </a:extLst>
          </p:cNvPr>
          <p:cNvSpPr/>
          <p:nvPr/>
        </p:nvSpPr>
        <p:spPr>
          <a:xfrm>
            <a:off x="3293269" y="1271851"/>
            <a:ext cx="2557462" cy="3643048"/>
          </a:xfrm>
          <a:prstGeom prst="roundRect">
            <a:avLst>
              <a:gd name="adj" fmla="val 7815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со скругленными углами 3">
            <a:extLst>
              <a:ext uri="{FF2B5EF4-FFF2-40B4-BE49-F238E27FC236}">
                <a16:creationId xmlns:a16="http://schemas.microsoft.com/office/drawing/2014/main" id="{7DF15CED-05F0-4916-BF87-4037DF02B5D4}"/>
              </a:ext>
            </a:extLst>
          </p:cNvPr>
          <p:cNvSpPr/>
          <p:nvPr/>
        </p:nvSpPr>
        <p:spPr>
          <a:xfrm>
            <a:off x="6400796" y="1379638"/>
            <a:ext cx="2301126" cy="1440496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6C729A35-5A21-4D71-B1CB-7A354C384FD1}"/>
              </a:ext>
            </a:extLst>
          </p:cNvPr>
          <p:cNvSpPr/>
          <p:nvPr/>
        </p:nvSpPr>
        <p:spPr>
          <a:xfrm>
            <a:off x="6329361" y="3013458"/>
            <a:ext cx="2429712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C0D6F170-DDFA-4287-8E60-3F969A31350A}"/>
              </a:ext>
            </a:extLst>
          </p:cNvPr>
          <p:cNvSpPr/>
          <p:nvPr/>
        </p:nvSpPr>
        <p:spPr>
          <a:xfrm>
            <a:off x="6329361" y="3798065"/>
            <a:ext cx="2429712" cy="10382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77BEDDA-94E5-4EED-B5FC-8D031248A830}"/>
              </a:ext>
            </a:extLst>
          </p:cNvPr>
          <p:cNvSpPr/>
          <p:nvPr/>
        </p:nvSpPr>
        <p:spPr>
          <a:xfrm>
            <a:off x="6273048" y="1252652"/>
            <a:ext cx="2557462" cy="3643048"/>
          </a:xfrm>
          <a:prstGeom prst="roundRect">
            <a:avLst>
              <a:gd name="adj" fmla="val 7815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6067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4192552" y="3830008"/>
            <a:ext cx="4672843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4192551" y="4188763"/>
            <a:ext cx="467284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9C677D42-F92F-461C-B594-EAAB870F59DD}"/>
              </a:ext>
            </a:extLst>
          </p:cNvPr>
          <p:cNvSpPr/>
          <p:nvPr/>
        </p:nvSpPr>
        <p:spPr>
          <a:xfrm>
            <a:off x="3724616" y="3830008"/>
            <a:ext cx="403639" cy="40363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/>
              <a:t>03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5DBD8B41-C70B-4130-83D9-605659EEB792}"/>
              </a:ext>
            </a:extLst>
          </p:cNvPr>
          <p:cNvSpPr/>
          <p:nvPr/>
        </p:nvSpPr>
        <p:spPr>
          <a:xfrm>
            <a:off x="4192551" y="2571750"/>
            <a:ext cx="4672843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765EABDE-E79C-4AA9-B568-EEC922DA5649}"/>
              </a:ext>
            </a:extLst>
          </p:cNvPr>
          <p:cNvSpPr/>
          <p:nvPr/>
        </p:nvSpPr>
        <p:spPr>
          <a:xfrm>
            <a:off x="4192550" y="2930505"/>
            <a:ext cx="467284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2ECD780A-089F-42E9-BB7F-E8466467ADAA}"/>
              </a:ext>
            </a:extLst>
          </p:cNvPr>
          <p:cNvSpPr/>
          <p:nvPr/>
        </p:nvSpPr>
        <p:spPr>
          <a:xfrm>
            <a:off x="3724615" y="2571750"/>
            <a:ext cx="403639" cy="40363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/>
              <a:t>02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709FD64E-CAE5-4235-8600-08DD18CC66A4}"/>
              </a:ext>
            </a:extLst>
          </p:cNvPr>
          <p:cNvSpPr/>
          <p:nvPr/>
        </p:nvSpPr>
        <p:spPr>
          <a:xfrm>
            <a:off x="4192551" y="1311924"/>
            <a:ext cx="4672843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8B5ACB68-8BFA-4170-A294-637D252408E4}"/>
              </a:ext>
            </a:extLst>
          </p:cNvPr>
          <p:cNvSpPr/>
          <p:nvPr/>
        </p:nvSpPr>
        <p:spPr>
          <a:xfrm>
            <a:off x="4192550" y="1670679"/>
            <a:ext cx="467284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A946DB4D-6D08-4042-9F32-8392F7CE56A3}"/>
              </a:ext>
            </a:extLst>
          </p:cNvPr>
          <p:cNvSpPr/>
          <p:nvPr/>
        </p:nvSpPr>
        <p:spPr>
          <a:xfrm>
            <a:off x="3724615" y="1311924"/>
            <a:ext cx="403639" cy="40363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/>
              <a:t>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AFDF03-FCF6-45BA-9811-3D5D5370D0EE}"/>
              </a:ext>
            </a:extLst>
          </p:cNvPr>
          <p:cNvSpPr txBox="1"/>
          <p:nvPr/>
        </p:nvSpPr>
        <p:spPr>
          <a:xfrm>
            <a:off x="3607594" y="215149"/>
            <a:ext cx="5375671" cy="91007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21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B4BF0E6-BB7E-41C2-A1EB-CAE4E350EAF0}"/>
              </a:ext>
            </a:extLst>
          </p:cNvPr>
          <p:cNvSpPr/>
          <p:nvPr/>
        </p:nvSpPr>
        <p:spPr>
          <a:xfrm>
            <a:off x="3417092" y="1051559"/>
            <a:ext cx="5048245" cy="842011"/>
          </a:xfrm>
          <a:prstGeom prst="roundRect">
            <a:avLst/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221B11A4-B304-4D84-9449-EA2C94FD1360}"/>
              </a:ext>
            </a:extLst>
          </p:cNvPr>
          <p:cNvSpPr/>
          <p:nvPr/>
        </p:nvSpPr>
        <p:spPr>
          <a:xfrm>
            <a:off x="3417092" y="2452015"/>
            <a:ext cx="5048245" cy="842011"/>
          </a:xfrm>
          <a:prstGeom prst="roundRect">
            <a:avLst/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0028471E-C3B7-4B63-80D9-21CD0920383C}"/>
              </a:ext>
            </a:extLst>
          </p:cNvPr>
          <p:cNvSpPr/>
          <p:nvPr/>
        </p:nvSpPr>
        <p:spPr>
          <a:xfrm>
            <a:off x="3417092" y="3849897"/>
            <a:ext cx="5048245" cy="842011"/>
          </a:xfrm>
          <a:prstGeom prst="roundRect">
            <a:avLst/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8B5ACB68-8BFA-4170-A294-637D252408E4}"/>
              </a:ext>
            </a:extLst>
          </p:cNvPr>
          <p:cNvSpPr/>
          <p:nvPr/>
        </p:nvSpPr>
        <p:spPr>
          <a:xfrm>
            <a:off x="3821671" y="1115377"/>
            <a:ext cx="4484130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D740E5D9-0643-42BA-89EE-65D6786F63F5}"/>
              </a:ext>
            </a:extLst>
          </p:cNvPr>
          <p:cNvCxnSpPr>
            <a:cxnSpLocks/>
          </p:cNvCxnSpPr>
          <p:nvPr/>
        </p:nvCxnSpPr>
        <p:spPr>
          <a:xfrm>
            <a:off x="782479" y="987352"/>
            <a:ext cx="0" cy="3813248"/>
          </a:xfrm>
          <a:prstGeom prst="line">
            <a:avLst/>
          </a:prstGeom>
          <a:ln>
            <a:solidFill>
              <a:srgbClr val="C0C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754CFFB-9A0B-429E-A08F-7D36B91BCEDB}"/>
              </a:ext>
            </a:extLst>
          </p:cNvPr>
          <p:cNvSpPr/>
          <p:nvPr/>
        </p:nvSpPr>
        <p:spPr>
          <a:xfrm>
            <a:off x="1135856" y="1033179"/>
            <a:ext cx="2643188" cy="881345"/>
          </a:xfrm>
          <a:prstGeom prst="roundRect">
            <a:avLst/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709FD64E-CAE5-4235-8600-08DD18CC66A4}"/>
              </a:ext>
            </a:extLst>
          </p:cNvPr>
          <p:cNvSpPr/>
          <p:nvPr/>
        </p:nvSpPr>
        <p:spPr>
          <a:xfrm>
            <a:off x="1164433" y="1033178"/>
            <a:ext cx="2546745" cy="881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0CBCCCD6-938D-4173-BD89-4610258E6CC1}"/>
              </a:ext>
            </a:extLst>
          </p:cNvPr>
          <p:cNvSpPr/>
          <p:nvPr/>
        </p:nvSpPr>
        <p:spPr>
          <a:xfrm>
            <a:off x="3821671" y="2515833"/>
            <a:ext cx="4484130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06726DEE-D965-443B-A8FA-F349A71EA332}"/>
              </a:ext>
            </a:extLst>
          </p:cNvPr>
          <p:cNvSpPr/>
          <p:nvPr/>
        </p:nvSpPr>
        <p:spPr>
          <a:xfrm>
            <a:off x="1135856" y="2433635"/>
            <a:ext cx="2643188" cy="881345"/>
          </a:xfrm>
          <a:prstGeom prst="roundRect">
            <a:avLst/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FC772E1B-B651-4A3D-8922-1F95D27521C5}"/>
              </a:ext>
            </a:extLst>
          </p:cNvPr>
          <p:cNvSpPr/>
          <p:nvPr/>
        </p:nvSpPr>
        <p:spPr>
          <a:xfrm>
            <a:off x="1164433" y="2433634"/>
            <a:ext cx="2546745" cy="881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6C1A62C7-1D2C-4BFA-8EB9-A8B0615BD9D8}"/>
              </a:ext>
            </a:extLst>
          </p:cNvPr>
          <p:cNvSpPr/>
          <p:nvPr/>
        </p:nvSpPr>
        <p:spPr>
          <a:xfrm>
            <a:off x="3821671" y="3913715"/>
            <a:ext cx="4484130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1B08626E-B92D-4333-96DF-E4033880E4C1}"/>
              </a:ext>
            </a:extLst>
          </p:cNvPr>
          <p:cNvSpPr/>
          <p:nvPr/>
        </p:nvSpPr>
        <p:spPr>
          <a:xfrm>
            <a:off x="1135856" y="3831517"/>
            <a:ext cx="2643188" cy="881345"/>
          </a:xfrm>
          <a:prstGeom prst="roundRect">
            <a:avLst/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E0D84D64-0B36-4284-AB82-6A882F976E2A}"/>
              </a:ext>
            </a:extLst>
          </p:cNvPr>
          <p:cNvSpPr/>
          <p:nvPr/>
        </p:nvSpPr>
        <p:spPr>
          <a:xfrm>
            <a:off x="1164433" y="3831516"/>
            <a:ext cx="2546745" cy="881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037E6291-13DD-4008-8EB6-A1AB37BE1FDE}"/>
              </a:ext>
            </a:extLst>
          </p:cNvPr>
          <p:cNvSpPr/>
          <p:nvPr/>
        </p:nvSpPr>
        <p:spPr>
          <a:xfrm>
            <a:off x="675323" y="1365909"/>
            <a:ext cx="221456" cy="2214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2038A536-E479-48A5-9A5E-43F700C33778}"/>
              </a:ext>
            </a:extLst>
          </p:cNvPr>
          <p:cNvSpPr/>
          <p:nvPr/>
        </p:nvSpPr>
        <p:spPr>
          <a:xfrm>
            <a:off x="675323" y="2727960"/>
            <a:ext cx="221456" cy="2214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FE223462-7C18-447C-8784-8E25E39C5271}"/>
              </a:ext>
            </a:extLst>
          </p:cNvPr>
          <p:cNvSpPr/>
          <p:nvPr/>
        </p:nvSpPr>
        <p:spPr>
          <a:xfrm>
            <a:off x="671751" y="4156148"/>
            <a:ext cx="221456" cy="2214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416765-40B2-4B43-B90D-DD471CA903D1}"/>
              </a:ext>
            </a:extLst>
          </p:cNvPr>
          <p:cNvSpPr txBox="1"/>
          <p:nvPr/>
        </p:nvSpPr>
        <p:spPr>
          <a:xfrm>
            <a:off x="381774" y="270906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486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3181512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801371"/>
            <a:ext cx="2443999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1585978"/>
            <a:ext cx="2443999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69752" y="801371"/>
            <a:ext cx="2443999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69752" y="1585978"/>
            <a:ext cx="2443999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154579" y="801371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154579" y="1585978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C37BDB-5E4D-4B44-97DC-064B3387D16B}"/>
              </a:ext>
            </a:extLst>
          </p:cNvPr>
          <p:cNvSpPr txBox="1"/>
          <p:nvPr/>
        </p:nvSpPr>
        <p:spPr>
          <a:xfrm>
            <a:off x="384926" y="268917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F59E6D5A-83D8-4770-A828-914C84EC8FE1}"/>
              </a:ext>
            </a:extLst>
          </p:cNvPr>
          <p:cNvGrpSpPr/>
          <p:nvPr/>
        </p:nvGrpSpPr>
        <p:grpSpPr>
          <a:xfrm>
            <a:off x="2844165" y="1015684"/>
            <a:ext cx="300038" cy="1141225"/>
            <a:chOff x="2828925" y="1015684"/>
            <a:chExt cx="300038" cy="1141225"/>
          </a:xfrm>
        </p:grpSpPr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C61875B3-8560-4C46-A381-964E71454D74}"/>
                </a:ext>
              </a:extLst>
            </p:cNvPr>
            <p:cNvCxnSpPr/>
            <p:nvPr/>
          </p:nvCxnSpPr>
          <p:spPr>
            <a:xfrm>
              <a:off x="2828925" y="1015684"/>
              <a:ext cx="300038" cy="57156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456CD48F-63D2-49AC-8E38-BD01EFB807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8925" y="1585344"/>
              <a:ext cx="300038" cy="57156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6AE06003-3396-4152-9E1C-DB3BC16522B3}"/>
              </a:ext>
            </a:extLst>
          </p:cNvPr>
          <p:cNvGrpSpPr/>
          <p:nvPr/>
        </p:nvGrpSpPr>
        <p:grpSpPr>
          <a:xfrm>
            <a:off x="5744855" y="1015684"/>
            <a:ext cx="300038" cy="1141225"/>
            <a:chOff x="2828925" y="1015684"/>
            <a:chExt cx="300038" cy="1141225"/>
          </a:xfrm>
        </p:grpSpPr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983669D9-3A38-48D0-9A5C-08334BB22C99}"/>
                </a:ext>
              </a:extLst>
            </p:cNvPr>
            <p:cNvCxnSpPr/>
            <p:nvPr/>
          </p:nvCxnSpPr>
          <p:spPr>
            <a:xfrm>
              <a:off x="2828925" y="1015684"/>
              <a:ext cx="300038" cy="57156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71C91F16-85B8-4A27-914E-BB789B45A0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8925" y="1585344"/>
              <a:ext cx="300038" cy="57156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543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5884066" y="0"/>
            <a:ext cx="3259934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65A1C93-C8FA-4E35-8398-E68AC1E22236}"/>
              </a:ext>
            </a:extLst>
          </p:cNvPr>
          <p:cNvSpPr/>
          <p:nvPr/>
        </p:nvSpPr>
        <p:spPr>
          <a:xfrm>
            <a:off x="384927" y="3378060"/>
            <a:ext cx="5237088" cy="1321594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E15FB0A-6162-40CD-9708-6099CB81991F}"/>
              </a:ext>
            </a:extLst>
          </p:cNvPr>
          <p:cNvSpPr/>
          <p:nvPr/>
        </p:nvSpPr>
        <p:spPr>
          <a:xfrm>
            <a:off x="3091817" y="1134922"/>
            <a:ext cx="2533533" cy="205740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8252787C-3054-42EC-85F6-EE3ACCF74AF9}"/>
              </a:ext>
            </a:extLst>
          </p:cNvPr>
          <p:cNvSpPr/>
          <p:nvPr/>
        </p:nvSpPr>
        <p:spPr>
          <a:xfrm>
            <a:off x="387667" y="1120635"/>
            <a:ext cx="2533533" cy="205740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A0D8671A-B88F-49E5-BFF8-9A34BC49246D}"/>
              </a:ext>
            </a:extLst>
          </p:cNvPr>
          <p:cNvSpPr/>
          <p:nvPr/>
        </p:nvSpPr>
        <p:spPr>
          <a:xfrm>
            <a:off x="476368" y="1176833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E0D06FBC-51B2-46A4-9EDD-F689F297AF17}"/>
              </a:ext>
            </a:extLst>
          </p:cNvPr>
          <p:cNvSpPr/>
          <p:nvPr/>
        </p:nvSpPr>
        <p:spPr>
          <a:xfrm>
            <a:off x="476368" y="1961440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2723EE48-A5C8-4102-9306-6E89B6A57FC7}"/>
              </a:ext>
            </a:extLst>
          </p:cNvPr>
          <p:cNvSpPr/>
          <p:nvPr/>
        </p:nvSpPr>
        <p:spPr>
          <a:xfrm>
            <a:off x="3179922" y="1176833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B3ED79B6-20BA-424B-92EE-C0B37150CFA7}"/>
              </a:ext>
            </a:extLst>
          </p:cNvPr>
          <p:cNvSpPr/>
          <p:nvPr/>
        </p:nvSpPr>
        <p:spPr>
          <a:xfrm>
            <a:off x="3179922" y="1961441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D69EB31D-26C2-4909-AD68-C324E181E97F}"/>
              </a:ext>
            </a:extLst>
          </p:cNvPr>
          <p:cNvSpPr/>
          <p:nvPr/>
        </p:nvSpPr>
        <p:spPr>
          <a:xfrm>
            <a:off x="476367" y="3479734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E0B62FAF-252B-4FA2-81BD-BD7E919B8650}"/>
              </a:ext>
            </a:extLst>
          </p:cNvPr>
          <p:cNvSpPr/>
          <p:nvPr/>
        </p:nvSpPr>
        <p:spPr>
          <a:xfrm>
            <a:off x="476366" y="3831346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641D70-2959-4BB9-96D8-47F155D4670E}"/>
              </a:ext>
            </a:extLst>
          </p:cNvPr>
          <p:cNvSpPr txBox="1"/>
          <p:nvPr/>
        </p:nvSpPr>
        <p:spPr>
          <a:xfrm>
            <a:off x="338910" y="160401"/>
            <a:ext cx="5283105" cy="92808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321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0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345637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345637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345637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0644EB0-039F-48A6-A8C6-3F7B2C859297}"/>
              </a:ext>
            </a:extLst>
          </p:cNvPr>
          <p:cNvCxnSpPr>
            <a:cxnSpLocks/>
          </p:cNvCxnSpPr>
          <p:nvPr/>
        </p:nvCxnSpPr>
        <p:spPr>
          <a:xfrm>
            <a:off x="3149441" y="2636520"/>
            <a:ext cx="0" cy="238554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135BA38-F54B-45DA-864D-CE5576996E7B}"/>
              </a:ext>
            </a:extLst>
          </p:cNvPr>
          <p:cNvCxnSpPr>
            <a:cxnSpLocks/>
          </p:cNvCxnSpPr>
          <p:nvPr/>
        </p:nvCxnSpPr>
        <p:spPr>
          <a:xfrm>
            <a:off x="6014561" y="2636520"/>
            <a:ext cx="0" cy="238554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372E5AB7-855E-4C0D-8092-4A84F211705F}"/>
              </a:ext>
            </a:extLst>
          </p:cNvPr>
          <p:cNvCxnSpPr>
            <a:cxnSpLocks/>
          </p:cNvCxnSpPr>
          <p:nvPr/>
        </p:nvCxnSpPr>
        <p:spPr>
          <a:xfrm flipH="1">
            <a:off x="485771" y="3371248"/>
            <a:ext cx="836533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78F3966-28C3-4CD7-AAF3-793A45EDFABF}"/>
              </a:ext>
            </a:extLst>
          </p:cNvPr>
          <p:cNvSpPr txBox="1"/>
          <p:nvPr/>
        </p:nvSpPr>
        <p:spPr>
          <a:xfrm>
            <a:off x="384926" y="2177997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665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517086" y="411794"/>
            <a:ext cx="8398313" cy="57637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517086" y="1058062"/>
            <a:ext cx="5304594" cy="576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517086" y="1704669"/>
            <a:ext cx="5304594" cy="714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со скругленными углами 3">
            <a:extLst>
              <a:ext uri="{FF2B5EF4-FFF2-40B4-BE49-F238E27FC236}">
                <a16:creationId xmlns:a16="http://schemas.microsoft.com/office/drawing/2014/main" id="{0003ECA4-7EF1-4636-A7D0-86878164D058}"/>
              </a:ext>
            </a:extLst>
          </p:cNvPr>
          <p:cNvSpPr/>
          <p:nvPr/>
        </p:nvSpPr>
        <p:spPr>
          <a:xfrm>
            <a:off x="6000339" y="1058400"/>
            <a:ext cx="2915061" cy="1824817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7" name="Прямоугольник со скругленными углами 3">
            <a:extLst>
              <a:ext uri="{FF2B5EF4-FFF2-40B4-BE49-F238E27FC236}">
                <a16:creationId xmlns:a16="http://schemas.microsoft.com/office/drawing/2014/main" id="{7DF15CED-05F0-4916-BF87-4037DF02B5D4}"/>
              </a:ext>
            </a:extLst>
          </p:cNvPr>
          <p:cNvSpPr/>
          <p:nvPr/>
        </p:nvSpPr>
        <p:spPr>
          <a:xfrm>
            <a:off x="6000339" y="3082149"/>
            <a:ext cx="2915061" cy="1824817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59936365-25AC-45B1-88FC-9D48C42C9DBA}"/>
              </a:ext>
            </a:extLst>
          </p:cNvPr>
          <p:cNvSpPr/>
          <p:nvPr/>
        </p:nvSpPr>
        <p:spPr>
          <a:xfrm>
            <a:off x="517086" y="2371375"/>
            <a:ext cx="5304594" cy="5747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76F5B16D-3AD9-4CB3-BE76-6ADA2E099D00}"/>
              </a:ext>
            </a:extLst>
          </p:cNvPr>
          <p:cNvSpPr/>
          <p:nvPr/>
        </p:nvSpPr>
        <p:spPr>
          <a:xfrm>
            <a:off x="517086" y="3016316"/>
            <a:ext cx="5304594" cy="714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580309A6-7DB5-4217-9E1C-E29A089FC04F}"/>
              </a:ext>
            </a:extLst>
          </p:cNvPr>
          <p:cNvSpPr/>
          <p:nvPr/>
        </p:nvSpPr>
        <p:spPr>
          <a:xfrm>
            <a:off x="517086" y="3612787"/>
            <a:ext cx="5304594" cy="6931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7DF38D07-8204-4D8D-91B8-37479DBA7677}"/>
              </a:ext>
            </a:extLst>
          </p:cNvPr>
          <p:cNvSpPr/>
          <p:nvPr/>
        </p:nvSpPr>
        <p:spPr>
          <a:xfrm>
            <a:off x="517086" y="4376188"/>
            <a:ext cx="5304594" cy="714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384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A64C4-A4B1-7C3B-E384-79F90EB6E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CCCB57A-3C65-E2E6-D02D-A444D37DF0F6}"/>
              </a:ext>
            </a:extLst>
          </p:cNvPr>
          <p:cNvSpPr txBox="1"/>
          <p:nvPr/>
        </p:nvSpPr>
        <p:spPr>
          <a:xfrm>
            <a:off x="517086" y="411794"/>
            <a:ext cx="8398313" cy="57637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со скругленными углами 3">
            <a:extLst>
              <a:ext uri="{FF2B5EF4-FFF2-40B4-BE49-F238E27FC236}">
                <a16:creationId xmlns:a16="http://schemas.microsoft.com/office/drawing/2014/main" id="{BD983B1B-2BE2-6198-BD02-0CBD341D1832}"/>
              </a:ext>
            </a:extLst>
          </p:cNvPr>
          <p:cNvSpPr/>
          <p:nvPr/>
        </p:nvSpPr>
        <p:spPr>
          <a:xfrm>
            <a:off x="659056" y="1090706"/>
            <a:ext cx="3579462" cy="3394438"/>
          </a:xfrm>
          <a:prstGeom prst="roundRect">
            <a:avLst>
              <a:gd name="adj" fmla="val 9024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CF5D72DA-BEEC-B835-BD61-E6F5F1D03D06}"/>
              </a:ext>
            </a:extLst>
          </p:cNvPr>
          <p:cNvSpPr/>
          <p:nvPr/>
        </p:nvSpPr>
        <p:spPr>
          <a:xfrm>
            <a:off x="4238518" y="831173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01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0D90E915-3345-BF44-330F-5AB766542346}"/>
              </a:ext>
            </a:extLst>
          </p:cNvPr>
          <p:cNvSpPr/>
          <p:nvPr/>
        </p:nvSpPr>
        <p:spPr>
          <a:xfrm>
            <a:off x="4238518" y="2244007"/>
            <a:ext cx="900112" cy="8881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02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BA09386-4FD6-5F3B-09F0-0A2C69BFD622}"/>
              </a:ext>
            </a:extLst>
          </p:cNvPr>
          <p:cNvSpPr/>
          <p:nvPr/>
        </p:nvSpPr>
        <p:spPr>
          <a:xfrm>
            <a:off x="4238518" y="3667322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03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20DC672A-DF6D-F723-7B62-723AA7557B2B}"/>
              </a:ext>
            </a:extLst>
          </p:cNvPr>
          <p:cNvSpPr/>
          <p:nvPr/>
        </p:nvSpPr>
        <p:spPr>
          <a:xfrm>
            <a:off x="5020174" y="796880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C0A9CBCC-6A11-900D-F7E5-537356D2C561}"/>
              </a:ext>
            </a:extLst>
          </p:cNvPr>
          <p:cNvSpPr/>
          <p:nvPr/>
        </p:nvSpPr>
        <p:spPr>
          <a:xfrm>
            <a:off x="5020174" y="1332566"/>
            <a:ext cx="3765223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4A39FC3D-834F-3D56-B218-99D8225E560E}"/>
              </a:ext>
            </a:extLst>
          </p:cNvPr>
          <p:cNvSpPr/>
          <p:nvPr/>
        </p:nvSpPr>
        <p:spPr>
          <a:xfrm>
            <a:off x="5016563" y="2155159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7A5ED9FE-FC15-F51C-E014-7B6F503BF6E8}"/>
              </a:ext>
            </a:extLst>
          </p:cNvPr>
          <p:cNvSpPr/>
          <p:nvPr/>
        </p:nvSpPr>
        <p:spPr>
          <a:xfrm>
            <a:off x="5016563" y="2687830"/>
            <a:ext cx="3765223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74284562-7EE6-D3A6-3E88-F7F2371A4B7F}"/>
              </a:ext>
            </a:extLst>
          </p:cNvPr>
          <p:cNvSpPr/>
          <p:nvPr/>
        </p:nvSpPr>
        <p:spPr>
          <a:xfrm>
            <a:off x="5016563" y="3584707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0EAB4F67-4FC2-E881-3F8B-BEDB1B70D5A2}"/>
              </a:ext>
            </a:extLst>
          </p:cNvPr>
          <p:cNvSpPr/>
          <p:nvPr/>
        </p:nvSpPr>
        <p:spPr>
          <a:xfrm>
            <a:off x="5016563" y="4117378"/>
            <a:ext cx="3765223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498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58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2A7E6-5AB2-3926-C4B5-ED08E1EDD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63E955C8-A586-E1AB-3461-A2B3317B2FDD}"/>
              </a:ext>
            </a:extLst>
          </p:cNvPr>
          <p:cNvSpPr/>
          <p:nvPr/>
        </p:nvSpPr>
        <p:spPr>
          <a:xfrm>
            <a:off x="329529" y="250030"/>
            <a:ext cx="4198554" cy="4625578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</a:t>
            </a:r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EAF1B8F0-CE4C-E59D-14A2-771174DA2F77}"/>
              </a:ext>
            </a:extLst>
          </p:cNvPr>
          <p:cNvSpPr/>
          <p:nvPr/>
        </p:nvSpPr>
        <p:spPr>
          <a:xfrm>
            <a:off x="4659260" y="257174"/>
            <a:ext cx="4198554" cy="4625578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548FF9AB-E394-3AED-861B-B658A74BFD00}"/>
              </a:ext>
            </a:extLst>
          </p:cNvPr>
          <p:cNvSpPr/>
          <p:nvPr/>
        </p:nvSpPr>
        <p:spPr>
          <a:xfrm>
            <a:off x="4271963" y="1193011"/>
            <a:ext cx="635793" cy="635793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88980B81-6ADB-79D4-FFF3-7F48A6CDA4FA}"/>
              </a:ext>
            </a:extLst>
          </p:cNvPr>
          <p:cNvSpPr/>
          <p:nvPr/>
        </p:nvSpPr>
        <p:spPr>
          <a:xfrm>
            <a:off x="4911367" y="828775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067105C2-865C-9167-F793-20B7D7F9CF32}"/>
              </a:ext>
            </a:extLst>
          </p:cNvPr>
          <p:cNvSpPr/>
          <p:nvPr/>
        </p:nvSpPr>
        <p:spPr>
          <a:xfrm>
            <a:off x="4911367" y="1364461"/>
            <a:ext cx="3693937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53B97EC-C459-9BAA-56D6-D113ED4B0621}"/>
              </a:ext>
            </a:extLst>
          </p:cNvPr>
          <p:cNvSpPr/>
          <p:nvPr/>
        </p:nvSpPr>
        <p:spPr>
          <a:xfrm>
            <a:off x="4907756" y="2154547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DB45399E-D00A-95FE-A95D-C91CA7CAD4CE}"/>
              </a:ext>
            </a:extLst>
          </p:cNvPr>
          <p:cNvSpPr/>
          <p:nvPr/>
        </p:nvSpPr>
        <p:spPr>
          <a:xfrm>
            <a:off x="4907756" y="2687218"/>
            <a:ext cx="3693937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E902205E-B486-55B4-FE1E-C9053907E67D}"/>
              </a:ext>
            </a:extLst>
          </p:cNvPr>
          <p:cNvSpPr/>
          <p:nvPr/>
        </p:nvSpPr>
        <p:spPr>
          <a:xfrm>
            <a:off x="4907756" y="3482422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4EDF5890-8CC9-3B75-5D51-4279EDCBBEC9}"/>
              </a:ext>
            </a:extLst>
          </p:cNvPr>
          <p:cNvSpPr/>
          <p:nvPr/>
        </p:nvSpPr>
        <p:spPr>
          <a:xfrm>
            <a:off x="4907756" y="4015093"/>
            <a:ext cx="3693937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514BCE-CFBC-D9AE-955D-4B25DF1B4EA3}"/>
              </a:ext>
            </a:extLst>
          </p:cNvPr>
          <p:cNvSpPr txBox="1"/>
          <p:nvPr/>
        </p:nvSpPr>
        <p:spPr>
          <a:xfrm>
            <a:off x="4883358" y="352436"/>
            <a:ext cx="3804061" cy="79008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639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о скругленными углами 3">
            <a:extLst>
              <a:ext uri="{FF2B5EF4-FFF2-40B4-BE49-F238E27FC236}">
                <a16:creationId xmlns:a16="http://schemas.microsoft.com/office/drawing/2014/main" id="{BF0DFE8D-88B5-45D4-851F-4C4F72DB989E}"/>
              </a:ext>
            </a:extLst>
          </p:cNvPr>
          <p:cNvSpPr/>
          <p:nvPr/>
        </p:nvSpPr>
        <p:spPr>
          <a:xfrm>
            <a:off x="186690" y="185301"/>
            <a:ext cx="8770620" cy="475861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Прямоугольник 10">
            <a:extLst>
              <a:ext uri="{FF2B5EF4-FFF2-40B4-BE49-F238E27FC236}">
                <a16:creationId xmlns:a16="http://schemas.microsoft.com/office/drawing/2014/main" id="{B344D9FF-4E57-4DF4-BABE-EB1E769B2CA7}"/>
              </a:ext>
            </a:extLst>
          </p:cNvPr>
          <p:cNvSpPr/>
          <p:nvPr/>
        </p:nvSpPr>
        <p:spPr>
          <a:xfrm>
            <a:off x="460151" y="658030"/>
            <a:ext cx="846953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5400" spc="-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540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930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2526</TotalTime>
  <Words>167</Words>
  <Application>Microsoft Macintosh PowerPoint</Application>
  <PresentationFormat>Экран (16:9)</PresentationFormat>
  <Paragraphs>116</Paragraphs>
  <Slides>14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Алика Шпагина</dc:creator>
  <cp:lastModifiedBy>Алика Шпагина</cp:lastModifiedBy>
  <cp:revision>51</cp:revision>
  <dcterms:created xsi:type="dcterms:W3CDTF">2024-04-17T19:56:02Z</dcterms:created>
  <dcterms:modified xsi:type="dcterms:W3CDTF">2026-07-16T09:02:44Z</dcterms:modified>
</cp:coreProperties>
</file>