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notesSlides/_rels/notesSlide5.xml.rels" ContentType="application/vnd.openxmlformats-package.relationships+xml"/>
  <Override PartName="/ppt/notesSlides/_rels/notesSlide3.xml.rels" ContentType="application/vnd.openxmlformats-package.relationships+xml"/>
  <Override PartName="/ppt/notesSlides/notesSlide3.xml" ContentType="application/vnd.openxmlformats-officedocument.presentationml.notesSlide+xml"/>
  <Override PartName="/ppt/notesSlides/notesSlide5.xml" ContentType="application/vnd.openxmlformats-officedocument.presentationml.notesSlid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</p:sldIdLst>
  <p:sldSz cx="9144000" cy="51435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Для перемещения страницы щёлкните мышью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ru-RU" sz="2000" spc="-1" strike="noStrike">
                <a:latin typeface="Arial"/>
              </a:rPr>
              <a:t>Для правки формата примечаний щёлкните мышью</a:t>
            </a:r>
            <a:endParaRPr b="0" lang="ru-RU" sz="2000" spc="-1" strike="noStrike">
              <a:latin typeface="Arial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ru-RU" sz="1400" spc="-1" strike="noStrike">
                <a:latin typeface="Times New Roman"/>
              </a:rPr>
              <a:t>&lt;верхний колонтитул&gt;</a:t>
            </a:r>
            <a:endParaRPr b="0" lang="ru-RU" sz="1400" spc="-1" strike="noStrike"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dt" idx="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ru-RU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ru-RU" sz="1400" spc="-1" strike="noStrike">
                <a:latin typeface="Times New Roman"/>
              </a:rPr>
              <a:t>&lt;дата/время&gt;</a:t>
            </a:r>
            <a:endParaRPr b="0" lang="ru-RU" sz="1400" spc="-1" strike="noStrike">
              <a:latin typeface="Times New Roman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ftr" idx="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ru-RU" sz="1400" spc="-1" strike="noStrike">
                <a:latin typeface="Times New Roman"/>
              </a:defRPr>
            </a:lvl1pPr>
          </a:lstStyle>
          <a:p>
            <a:r>
              <a:rPr b="0" lang="ru-RU" sz="1400" spc="-1" strike="noStrike">
                <a:latin typeface="Times New Roman"/>
              </a:rPr>
              <a:t>&lt;нижний колонтитул&gt;</a:t>
            </a:r>
            <a:endParaRPr b="0" lang="ru-RU" sz="1400" spc="-1" strike="noStrike">
              <a:latin typeface="Times New Roman"/>
            </a:endParaRPr>
          </a:p>
        </p:txBody>
      </p:sp>
      <p:sp>
        <p:nvSpPr>
          <p:cNvPr id="46" name="PlaceHolder 6"/>
          <p:cNvSpPr>
            <a:spLocks noGrp="1"/>
          </p:cNvSpPr>
          <p:nvPr>
            <p:ph type="sldNum" idx="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ru-RU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DC9B779B-91B3-41AF-B0C4-940A52D44FC8}" type="slidenum">
              <a:rPr b="0" lang="ru-RU" sz="1400" spc="-1" strike="noStrike">
                <a:latin typeface="Times New Roman"/>
              </a:rPr>
              <a:t>&lt;номер&gt;</a:t>
            </a:fld>
            <a:endParaRPr b="0" lang="ru-RU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9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ru-RU" sz="2000" spc="-1" strike="noStrike"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ru-RU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E9659C6D-F664-4418-B5BC-FEC327EA64BC}" type="slidenum">
              <a:rPr b="0" lang="ru-RU" sz="1200" spc="-1" strike="noStrike">
                <a:latin typeface="Times New Roman"/>
              </a:rPr>
              <a:t>&lt;номер&gt;</a:t>
            </a:fld>
            <a:endParaRPr b="0" lang="ru-RU" sz="1200" spc="-1" strike="noStrike"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ru-RU" sz="2000" spc="-1" strike="noStrike">
              <a:latin typeface="Arial"/>
            </a:endParaRPr>
          </a:p>
        </p:txBody>
      </p:sp>
      <p:sp>
        <p:nvSpPr>
          <p:cNvPr id="101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ru-RU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47D0D633-4BE6-4D64-B377-DF61396A629A}" type="slidenum">
              <a:rPr b="0" lang="ru-RU" sz="1200" spc="-1" strike="noStrike">
                <a:latin typeface="Times New Roman"/>
              </a:rPr>
              <a:t>&lt;номер&gt;</a:t>
            </a:fld>
            <a:endParaRPr b="0" lang="ru-RU" sz="12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53DA462-A47E-4DAC-A2FA-8218D92AE19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640" cy="179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B63C8F4-A60E-4983-8476-0C53B3DCA9C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640" cy="179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7762D00E-F246-43E7-AD36-66B10A54722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640" cy="179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EB6FA13-373A-4914-804A-67E16E6083D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640" cy="179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59108BFD-9F07-40E5-8461-D98418DEE66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1143000" y="841680"/>
            <a:ext cx="6857640" cy="8299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67D86BF9-D4A9-4409-A2E4-EA9613B86B9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640" cy="179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7ACF3911-B9EC-4811-8723-30E5727BD57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640" cy="179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5A4BE984-B96A-4956-9DC3-C7B45656C2E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640" cy="179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5A379BA1-9BB5-4CC5-850A-8E024AC3D2B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640" cy="179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A04814E-55A2-4D29-A604-2273BA819C8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640" cy="179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5A177106-E737-4E7B-8FD0-26BDACD636C6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640" cy="179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35EC6F95-2B2E-435E-95BD-A994EF4C44AE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640" cy="1790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p>
            <a:pPr algn="ctr">
              <a:lnSpc>
                <a:spcPct val="90000"/>
              </a:lnSpc>
              <a:buNone/>
            </a:pPr>
            <a:r>
              <a:rPr b="0" lang="ru-RU" sz="4500" spc="-1" strike="noStrike">
                <a:solidFill>
                  <a:srgbClr val="000000"/>
                </a:solidFill>
                <a:latin typeface="Calibri Light"/>
              </a:rPr>
              <a:t>Образец заголовка</a:t>
            </a:r>
            <a:endParaRPr b="0" lang="en-US" sz="45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628560" y="4767120"/>
            <a:ext cx="2057040" cy="273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>
              <a:lnSpc>
                <a:spcPct val="100000"/>
              </a:lnSpc>
              <a:buNone/>
              <a:defRPr b="0" lang="en-US" sz="9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8b8b8b"/>
                </a:solidFill>
                <a:latin typeface="Calibri"/>
              </a:rPr>
              <a:t>&lt;дата/время&gt;</a:t>
            </a:r>
            <a:endParaRPr b="0" lang="ru-RU" sz="900" spc="-1" strike="noStrike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3029040" y="4767120"/>
            <a:ext cx="3085920" cy="273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ctr">
              <a:buNone/>
              <a:defRPr b="0" lang="ru-RU" sz="1400" spc="-1" strike="noStrike">
                <a:latin typeface="Times New Roman"/>
              </a:defRPr>
            </a:lvl1pPr>
          </a:lstStyle>
          <a:p>
            <a:pPr algn="ctr">
              <a:buNone/>
            </a:pPr>
            <a:r>
              <a:rPr b="0" lang="ru-RU" sz="1400" spc="-1" strike="noStrike">
                <a:latin typeface="Times New Roman"/>
              </a:rPr>
              <a:t>&lt;нижний колонтитул&gt;</a:t>
            </a:r>
            <a:endParaRPr b="0" lang="ru-RU" sz="14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6458040" y="4767120"/>
            <a:ext cx="2057040" cy="273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9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170E31F6-4643-4DEB-9C17-DE2C6890DCE6}" type="slidenum">
              <a:rPr b="0" lang="en-US" sz="900" spc="-1" strike="noStrike">
                <a:solidFill>
                  <a:srgbClr val="8b8b8b"/>
                </a:solidFill>
                <a:latin typeface="Calibri"/>
              </a:rPr>
              <a:t>&lt;номер&gt;</a:t>
            </a:fld>
            <a:endParaRPr b="0" lang="ru-RU" sz="900" spc="-1" strike="noStrike"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pc="-1" strike="noStrike">
                <a:solidFill>
                  <a:srgbClr val="000000"/>
                </a:solidFill>
                <a:latin typeface="Calibri"/>
              </a:rPr>
              <a:t>Для правки структуры щёлкните мышью</a:t>
            </a: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500" spc="-1" strike="noStrike">
                <a:solidFill>
                  <a:srgbClr val="000000"/>
                </a:solidFill>
                <a:latin typeface="Calibri"/>
              </a:rPr>
              <a:t>Второй уровень структуры</a:t>
            </a:r>
            <a:endParaRPr b="0" lang="en-US" sz="1500" spc="-1" strike="noStrike">
              <a:solidFill>
                <a:srgbClr val="000000"/>
              </a:solidFill>
              <a:latin typeface="Calibri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350" spc="-1" strike="noStrike">
                <a:solidFill>
                  <a:srgbClr val="000000"/>
                </a:solidFill>
                <a:latin typeface="Calibri"/>
              </a:rPr>
              <a:t>Третий уровень структуры</a:t>
            </a:r>
            <a:endParaRPr b="0" lang="en-US" sz="1350" spc="-1" strike="noStrike">
              <a:solidFill>
                <a:srgbClr val="000000"/>
              </a:solidFill>
              <a:latin typeface="Calibri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350" spc="-1" strike="noStrike">
                <a:solidFill>
                  <a:srgbClr val="000000"/>
                </a:solidFill>
                <a:latin typeface="Calibri"/>
              </a:rPr>
              <a:t>Четвёртый уровень структуры</a:t>
            </a:r>
            <a:endParaRPr b="0" lang="en-US" sz="1350" spc="-1" strike="noStrike">
              <a:solidFill>
                <a:srgbClr val="000000"/>
              </a:solidFill>
              <a:latin typeface="Calibri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Пятый уровень структуры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Шестой уровень структуры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Седьмой уровень структуры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a0a58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Прямоугольник со скругленными углами 3"/>
          <p:cNvSpPr/>
          <p:nvPr/>
        </p:nvSpPr>
        <p:spPr>
          <a:xfrm>
            <a:off x="186840" y="185400"/>
            <a:ext cx="8770320" cy="4758120"/>
          </a:xfrm>
          <a:prstGeom prst="roundRect">
            <a:avLst>
              <a:gd name="adj" fmla="val 4051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48" name="Прямоугольник 10"/>
          <p:cNvSpPr/>
          <p:nvPr/>
        </p:nvSpPr>
        <p:spPr>
          <a:xfrm>
            <a:off x="460080" y="658080"/>
            <a:ext cx="8469000" cy="330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ts val="6999"/>
              </a:lnSpc>
              <a:buNone/>
            </a:pPr>
            <a:r>
              <a:rPr b="0" lang="en-US" sz="5400" spc="-1" strike="noStrike">
                <a:solidFill>
                  <a:srgbClr val="ffffff"/>
                </a:solidFill>
                <a:latin typeface="Arial"/>
                <a:ea typeface="DejaVu Sans"/>
              </a:rPr>
              <a:t>TITLE</a:t>
            </a:r>
            <a:endParaRPr b="0" lang="ru-RU" sz="5400" spc="-1" strike="noStrike">
              <a:latin typeface="Arial"/>
            </a:endParaRPr>
          </a:p>
        </p:txBody>
      </p:sp>
      <p:sp>
        <p:nvSpPr>
          <p:cNvPr id="49" name="Прямоугольник 5"/>
          <p:cNvSpPr/>
          <p:nvPr/>
        </p:nvSpPr>
        <p:spPr>
          <a:xfrm>
            <a:off x="460080" y="358920"/>
            <a:ext cx="2999160" cy="26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ts val="1650"/>
              </a:lnSpc>
              <a:buNone/>
            </a:pPr>
            <a:r>
              <a:rPr b="0" lang="ru-RU" sz="1400" spc="-1" strike="noStrike">
                <a:solidFill>
                  <a:srgbClr val="f2f2f2"/>
                </a:solidFill>
                <a:latin typeface="Arial"/>
              </a:rPr>
              <a:t>Тема:</a:t>
            </a:r>
            <a:endParaRPr b="0" lang="ru-RU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Прямоугольник со скругленными углами 3"/>
          <p:cNvSpPr/>
          <p:nvPr/>
        </p:nvSpPr>
        <p:spPr>
          <a:xfrm>
            <a:off x="3507480" y="0"/>
            <a:ext cx="5636160" cy="5143320"/>
          </a:xfrm>
          <a:prstGeom prst="roundRect">
            <a:avLst>
              <a:gd name="adj" fmla="val 0"/>
            </a:avLst>
          </a:prstGeom>
          <a:solidFill>
            <a:srgbClr val="a0a58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ru-RU" sz="1800" spc="-1" strike="noStrike">
              <a:latin typeface="Arial"/>
            </a:endParaRPr>
          </a:p>
        </p:txBody>
      </p:sp>
      <p:sp>
        <p:nvSpPr>
          <p:cNvPr id="51" name="Прямоугольник: скругленные углы 2"/>
          <p:cNvSpPr/>
          <p:nvPr/>
        </p:nvSpPr>
        <p:spPr>
          <a:xfrm>
            <a:off x="3722040" y="257040"/>
            <a:ext cx="5186160" cy="4650120"/>
          </a:xfrm>
          <a:prstGeom prst="roundRect">
            <a:avLst>
              <a:gd name="adj" fmla="val 6228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52" name="Овал 1"/>
          <p:cNvSpPr/>
          <p:nvPr/>
        </p:nvSpPr>
        <p:spPr>
          <a:xfrm>
            <a:off x="4122000" y="631080"/>
            <a:ext cx="899640" cy="899640"/>
          </a:xfrm>
          <a:prstGeom prst="ellipse">
            <a:avLst/>
          </a:prstGeom>
          <a:noFill/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ffffff"/>
                </a:solidFill>
                <a:latin typeface="Calibri"/>
              </a:rPr>
              <a:t>01</a:t>
            </a:r>
            <a:endParaRPr b="0" lang="ru-RU" sz="1800" spc="-1" strike="noStrike">
              <a:latin typeface="Arial"/>
            </a:endParaRPr>
          </a:p>
        </p:txBody>
      </p:sp>
      <p:sp>
        <p:nvSpPr>
          <p:cNvPr id="53" name="Овал 23"/>
          <p:cNvSpPr/>
          <p:nvPr/>
        </p:nvSpPr>
        <p:spPr>
          <a:xfrm>
            <a:off x="4122000" y="2127600"/>
            <a:ext cx="899640" cy="887760"/>
          </a:xfrm>
          <a:prstGeom prst="ellipse">
            <a:avLst/>
          </a:prstGeom>
          <a:noFill/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ffffff"/>
                </a:solidFill>
                <a:latin typeface="Calibri"/>
              </a:rPr>
              <a:t>02</a:t>
            </a:r>
            <a:endParaRPr b="0" lang="ru-RU" sz="1800" spc="-1" strike="noStrike">
              <a:latin typeface="Arial"/>
            </a:endParaRPr>
          </a:p>
        </p:txBody>
      </p:sp>
      <p:sp>
        <p:nvSpPr>
          <p:cNvPr id="54" name="Овал 29"/>
          <p:cNvSpPr/>
          <p:nvPr/>
        </p:nvSpPr>
        <p:spPr>
          <a:xfrm>
            <a:off x="4122000" y="3612240"/>
            <a:ext cx="899640" cy="899640"/>
          </a:xfrm>
          <a:prstGeom prst="ellipse">
            <a:avLst/>
          </a:prstGeom>
          <a:noFill/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ffffff"/>
                </a:solidFill>
                <a:latin typeface="Calibri"/>
              </a:rPr>
              <a:t>03</a:t>
            </a:r>
            <a:endParaRPr b="0" lang="ru-RU" sz="1800" spc="-1" strike="noStrike">
              <a:latin typeface="Arial"/>
            </a:endParaRPr>
          </a:p>
        </p:txBody>
      </p:sp>
      <p:sp>
        <p:nvSpPr>
          <p:cNvPr id="55" name="TextBox 10"/>
          <p:cNvSpPr/>
          <p:nvPr/>
        </p:nvSpPr>
        <p:spPr>
          <a:xfrm>
            <a:off x="5110920" y="489600"/>
            <a:ext cx="3579120" cy="55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d9d9d9"/>
                </a:solidFill>
                <a:latin typeface="Arial"/>
                <a:ea typeface="DejaVu Sans"/>
              </a:rPr>
              <a:t>1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56" name="TextBox 10"/>
          <p:cNvSpPr/>
          <p:nvPr/>
        </p:nvSpPr>
        <p:spPr>
          <a:xfrm>
            <a:off x="5110920" y="1025280"/>
            <a:ext cx="3579120" cy="78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1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57" name="TextBox 10"/>
          <p:cNvSpPr/>
          <p:nvPr/>
        </p:nvSpPr>
        <p:spPr>
          <a:xfrm>
            <a:off x="5107320" y="1985400"/>
            <a:ext cx="3579120" cy="55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SUBTITLE2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58" name="TextBox 10"/>
          <p:cNvSpPr/>
          <p:nvPr/>
        </p:nvSpPr>
        <p:spPr>
          <a:xfrm>
            <a:off x="5107320" y="2517840"/>
            <a:ext cx="3579120" cy="84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2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59" name="TextBox 10"/>
          <p:cNvSpPr/>
          <p:nvPr/>
        </p:nvSpPr>
        <p:spPr>
          <a:xfrm>
            <a:off x="5107320" y="3470760"/>
            <a:ext cx="3579120" cy="55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SUBTITLE3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60" name="TextBox 10"/>
          <p:cNvSpPr/>
          <p:nvPr/>
        </p:nvSpPr>
        <p:spPr>
          <a:xfrm>
            <a:off x="5107320" y="4003560"/>
            <a:ext cx="3579120" cy="79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3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61" name="TextBox 13"/>
          <p:cNvSpPr/>
          <p:nvPr/>
        </p:nvSpPr>
        <p:spPr>
          <a:xfrm>
            <a:off x="165960" y="200880"/>
            <a:ext cx="3148200" cy="184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ffffff"/>
                </a:solidFill>
                <a:latin typeface="Arial"/>
              </a:rPr>
              <a:t>TITLE</a:t>
            </a:r>
            <a:endParaRPr b="0" lang="ru-RU" sz="2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Прямоугольник со скругленными углами 3"/>
          <p:cNvSpPr/>
          <p:nvPr/>
        </p:nvSpPr>
        <p:spPr>
          <a:xfrm>
            <a:off x="0" y="0"/>
            <a:ext cx="9143640" cy="1961640"/>
          </a:xfrm>
          <a:prstGeom prst="roundRect">
            <a:avLst>
              <a:gd name="adj" fmla="val 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ru-RU" sz="1800" spc="-1" strike="noStrike">
              <a:latin typeface="Arial"/>
            </a:endParaRPr>
          </a:p>
        </p:txBody>
      </p:sp>
      <p:sp>
        <p:nvSpPr>
          <p:cNvPr id="63" name="TextBox 10"/>
          <p:cNvSpPr/>
          <p:nvPr/>
        </p:nvSpPr>
        <p:spPr>
          <a:xfrm>
            <a:off x="384840" y="2571840"/>
            <a:ext cx="2665080" cy="71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SUBTITLE1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64" name="TextBox 10"/>
          <p:cNvSpPr/>
          <p:nvPr/>
        </p:nvSpPr>
        <p:spPr>
          <a:xfrm>
            <a:off x="384840" y="3356280"/>
            <a:ext cx="2665080" cy="156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1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65" name="TextBox 10"/>
          <p:cNvSpPr/>
          <p:nvPr/>
        </p:nvSpPr>
        <p:spPr>
          <a:xfrm>
            <a:off x="3239280" y="2571840"/>
            <a:ext cx="2665080" cy="71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SUBTITLE2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66" name="TextBox 10"/>
          <p:cNvSpPr/>
          <p:nvPr/>
        </p:nvSpPr>
        <p:spPr>
          <a:xfrm>
            <a:off x="3239280" y="3356280"/>
            <a:ext cx="2665080" cy="156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2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67" name="TextBox 10"/>
          <p:cNvSpPr/>
          <p:nvPr/>
        </p:nvSpPr>
        <p:spPr>
          <a:xfrm>
            <a:off x="6093720" y="2571840"/>
            <a:ext cx="2665080" cy="71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SUBTITLE3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68" name="TextBox 10"/>
          <p:cNvSpPr/>
          <p:nvPr/>
        </p:nvSpPr>
        <p:spPr>
          <a:xfrm>
            <a:off x="6093720" y="3356280"/>
            <a:ext cx="2665080" cy="156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3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69" name="TextBox 9"/>
          <p:cNvSpPr/>
          <p:nvPr/>
        </p:nvSpPr>
        <p:spPr>
          <a:xfrm>
            <a:off x="384840" y="2178000"/>
            <a:ext cx="8465760" cy="48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ffffff"/>
                </a:solidFill>
                <a:latin typeface="Arial"/>
              </a:rPr>
              <a:t>TITLE</a:t>
            </a:r>
            <a:endParaRPr b="0" lang="ru-RU" sz="2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a0a58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Прямоугольник: скругленные углы 15"/>
          <p:cNvSpPr/>
          <p:nvPr/>
        </p:nvSpPr>
        <p:spPr>
          <a:xfrm>
            <a:off x="4636440" y="250200"/>
            <a:ext cx="4198320" cy="4625280"/>
          </a:xfrm>
          <a:prstGeom prst="roundRect">
            <a:avLst>
              <a:gd name="adj" fmla="val 622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</a:rPr>
              <a:t>PIC</a:t>
            </a:r>
            <a:endParaRPr b="0" lang="ru-RU" sz="1800" spc="-1" strike="noStrike">
              <a:latin typeface="Arial"/>
            </a:endParaRPr>
          </a:p>
        </p:txBody>
      </p:sp>
      <p:sp>
        <p:nvSpPr>
          <p:cNvPr id="71" name="Прямоугольник: скругленные углы 16"/>
          <p:cNvSpPr/>
          <p:nvPr/>
        </p:nvSpPr>
        <p:spPr>
          <a:xfrm>
            <a:off x="329400" y="257040"/>
            <a:ext cx="4198320" cy="4625280"/>
          </a:xfrm>
          <a:prstGeom prst="roundRect">
            <a:avLst>
              <a:gd name="adj" fmla="val 6228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72" name="Овал 9"/>
          <p:cNvSpPr/>
          <p:nvPr/>
        </p:nvSpPr>
        <p:spPr>
          <a:xfrm>
            <a:off x="4272120" y="1193040"/>
            <a:ext cx="635400" cy="635400"/>
          </a:xfrm>
          <a:prstGeom prst="ellipse">
            <a:avLst/>
          </a:prstGeom>
          <a:solidFill>
            <a:srgbClr val="f5dd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73" name="TextBox 10"/>
          <p:cNvSpPr/>
          <p:nvPr/>
        </p:nvSpPr>
        <p:spPr>
          <a:xfrm>
            <a:off x="581760" y="828720"/>
            <a:ext cx="3693600" cy="55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d9d9d9"/>
                </a:solidFill>
                <a:latin typeface="Arial"/>
                <a:ea typeface="DejaVu Sans"/>
              </a:rPr>
              <a:t>1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74" name="TextBox 10"/>
          <p:cNvSpPr/>
          <p:nvPr/>
        </p:nvSpPr>
        <p:spPr>
          <a:xfrm>
            <a:off x="581760" y="1364400"/>
            <a:ext cx="3693600" cy="78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1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75" name="TextBox 10"/>
          <p:cNvSpPr/>
          <p:nvPr/>
        </p:nvSpPr>
        <p:spPr>
          <a:xfrm>
            <a:off x="578160" y="2154600"/>
            <a:ext cx="3693600" cy="55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SUBTITLE2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76" name="TextBox 10"/>
          <p:cNvSpPr/>
          <p:nvPr/>
        </p:nvSpPr>
        <p:spPr>
          <a:xfrm>
            <a:off x="578160" y="2687040"/>
            <a:ext cx="3693600" cy="84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2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77" name="TextBox 10"/>
          <p:cNvSpPr/>
          <p:nvPr/>
        </p:nvSpPr>
        <p:spPr>
          <a:xfrm>
            <a:off x="578160" y="3482280"/>
            <a:ext cx="3693600" cy="55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SUBTITLE3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78" name="TextBox 10"/>
          <p:cNvSpPr/>
          <p:nvPr/>
        </p:nvSpPr>
        <p:spPr>
          <a:xfrm>
            <a:off x="578160" y="4015080"/>
            <a:ext cx="3693600" cy="79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3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79" name="TextBox 30"/>
          <p:cNvSpPr/>
          <p:nvPr/>
        </p:nvSpPr>
        <p:spPr>
          <a:xfrm>
            <a:off x="553680" y="352440"/>
            <a:ext cx="3803760" cy="78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ffffff"/>
                </a:solidFill>
                <a:latin typeface="Arial"/>
              </a:rPr>
              <a:t>TITLE</a:t>
            </a:r>
            <a:endParaRPr b="0" lang="ru-RU" sz="2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TextBox 20"/>
          <p:cNvSpPr/>
          <p:nvPr/>
        </p:nvSpPr>
        <p:spPr>
          <a:xfrm>
            <a:off x="516960" y="411840"/>
            <a:ext cx="8465760" cy="48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ffffff"/>
                </a:solidFill>
                <a:latin typeface="Arial"/>
              </a:rPr>
              <a:t>TITLE</a:t>
            </a:r>
            <a:endParaRPr b="0" lang="ru-RU" sz="2200" spc="-1" strike="noStrike">
              <a:latin typeface="Arial"/>
            </a:endParaRPr>
          </a:p>
        </p:txBody>
      </p:sp>
      <p:sp>
        <p:nvSpPr>
          <p:cNvPr id="81" name="Прямоугольник со скругленными углами 3"/>
          <p:cNvSpPr/>
          <p:nvPr/>
        </p:nvSpPr>
        <p:spPr>
          <a:xfrm>
            <a:off x="456480" y="1406160"/>
            <a:ext cx="2300760" cy="1440000"/>
          </a:xfrm>
          <a:prstGeom prst="roundRect">
            <a:avLst>
              <a:gd name="adj" fmla="val 12736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ru-RU" sz="1800" spc="-1" strike="noStrike">
              <a:latin typeface="Arial"/>
            </a:endParaRPr>
          </a:p>
        </p:txBody>
      </p:sp>
      <p:sp>
        <p:nvSpPr>
          <p:cNvPr id="82" name="TextBox 10"/>
          <p:cNvSpPr/>
          <p:nvPr/>
        </p:nvSpPr>
        <p:spPr>
          <a:xfrm>
            <a:off x="384840" y="3013560"/>
            <a:ext cx="2429280" cy="71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SUBTITLE1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83" name="TextBox 10"/>
          <p:cNvSpPr/>
          <p:nvPr/>
        </p:nvSpPr>
        <p:spPr>
          <a:xfrm>
            <a:off x="384840" y="3798000"/>
            <a:ext cx="2429280" cy="103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1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84" name="Прямоугольник: скругленные углы 1"/>
          <p:cNvSpPr/>
          <p:nvPr/>
        </p:nvSpPr>
        <p:spPr>
          <a:xfrm>
            <a:off x="328680" y="228600"/>
            <a:ext cx="8501400" cy="813960"/>
          </a:xfrm>
          <a:prstGeom prst="roundRect">
            <a:avLst>
              <a:gd name="adj" fmla="val 16667"/>
            </a:avLst>
          </a:prstGeom>
          <a:noFill/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85" name="Прямоугольник: скругленные углы 10"/>
          <p:cNvSpPr/>
          <p:nvPr/>
        </p:nvSpPr>
        <p:spPr>
          <a:xfrm>
            <a:off x="328680" y="1279080"/>
            <a:ext cx="2557080" cy="3642840"/>
          </a:xfrm>
          <a:prstGeom prst="roundRect">
            <a:avLst>
              <a:gd name="adj" fmla="val 7815"/>
            </a:avLst>
          </a:prstGeom>
          <a:noFill/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86" name="Прямоугольник со скругленными углами 3"/>
          <p:cNvSpPr/>
          <p:nvPr/>
        </p:nvSpPr>
        <p:spPr>
          <a:xfrm>
            <a:off x="3421080" y="1398960"/>
            <a:ext cx="2300760" cy="1440000"/>
          </a:xfrm>
          <a:prstGeom prst="roundRect">
            <a:avLst>
              <a:gd name="adj" fmla="val 12736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ru-RU" sz="1800" spc="-1" strike="noStrike">
              <a:latin typeface="Arial"/>
            </a:endParaRPr>
          </a:p>
        </p:txBody>
      </p:sp>
      <p:sp>
        <p:nvSpPr>
          <p:cNvPr id="87" name="TextBox 10"/>
          <p:cNvSpPr/>
          <p:nvPr/>
        </p:nvSpPr>
        <p:spPr>
          <a:xfrm>
            <a:off x="3349440" y="3013560"/>
            <a:ext cx="2429280" cy="71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d9d9d9"/>
                </a:solidFill>
                <a:latin typeface="Arial"/>
                <a:ea typeface="DejaVu Sans"/>
              </a:rPr>
              <a:t>2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88" name="TextBox 10"/>
          <p:cNvSpPr/>
          <p:nvPr/>
        </p:nvSpPr>
        <p:spPr>
          <a:xfrm>
            <a:off x="3349440" y="3798000"/>
            <a:ext cx="2429280" cy="103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2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89" name="Прямоугольник: скругленные углы 14"/>
          <p:cNvSpPr/>
          <p:nvPr/>
        </p:nvSpPr>
        <p:spPr>
          <a:xfrm>
            <a:off x="3293280" y="1271880"/>
            <a:ext cx="2557080" cy="3642840"/>
          </a:xfrm>
          <a:prstGeom prst="roundRect">
            <a:avLst>
              <a:gd name="adj" fmla="val 7815"/>
            </a:avLst>
          </a:prstGeom>
          <a:noFill/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90" name="Прямоугольник со скругленными углами 3"/>
          <p:cNvSpPr/>
          <p:nvPr/>
        </p:nvSpPr>
        <p:spPr>
          <a:xfrm>
            <a:off x="6400800" y="1379520"/>
            <a:ext cx="2300760" cy="1440000"/>
          </a:xfrm>
          <a:prstGeom prst="roundRect">
            <a:avLst>
              <a:gd name="adj" fmla="val 12736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ru-RU" sz="1800" spc="-1" strike="noStrike">
              <a:latin typeface="Arial"/>
            </a:endParaRPr>
          </a:p>
        </p:txBody>
      </p:sp>
      <p:sp>
        <p:nvSpPr>
          <p:cNvPr id="91" name="TextBox 10"/>
          <p:cNvSpPr/>
          <p:nvPr/>
        </p:nvSpPr>
        <p:spPr>
          <a:xfrm>
            <a:off x="6329520" y="3013560"/>
            <a:ext cx="2429280" cy="71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d9d9d9"/>
                </a:solidFill>
                <a:latin typeface="Arial"/>
                <a:ea typeface="DejaVu Sans"/>
              </a:rPr>
              <a:t>3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92" name="TextBox 10"/>
          <p:cNvSpPr/>
          <p:nvPr/>
        </p:nvSpPr>
        <p:spPr>
          <a:xfrm>
            <a:off x="6329520" y="3798000"/>
            <a:ext cx="2429280" cy="103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3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93" name="Прямоугольник: скругленные углы 19"/>
          <p:cNvSpPr/>
          <p:nvPr/>
        </p:nvSpPr>
        <p:spPr>
          <a:xfrm>
            <a:off x="6273000" y="1252800"/>
            <a:ext cx="2557080" cy="3642840"/>
          </a:xfrm>
          <a:prstGeom prst="roundRect">
            <a:avLst>
              <a:gd name="adj" fmla="val 7815"/>
            </a:avLst>
          </a:prstGeom>
          <a:noFill/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a0a58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Прямоугольник со скругленными углами 3"/>
          <p:cNvSpPr/>
          <p:nvPr/>
        </p:nvSpPr>
        <p:spPr>
          <a:xfrm>
            <a:off x="186840" y="185400"/>
            <a:ext cx="8770320" cy="4758120"/>
          </a:xfrm>
          <a:prstGeom prst="roundRect">
            <a:avLst>
              <a:gd name="adj" fmla="val 4051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95" name="Прямоугольник 10"/>
          <p:cNvSpPr/>
          <p:nvPr/>
        </p:nvSpPr>
        <p:spPr>
          <a:xfrm>
            <a:off x="460080" y="658080"/>
            <a:ext cx="8469000" cy="330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ts val="6999"/>
              </a:lnSpc>
              <a:buNone/>
            </a:pPr>
            <a:r>
              <a:rPr b="0" lang="en-US" sz="5400" spc="-1" strike="noStrike">
                <a:solidFill>
                  <a:srgbClr val="ffffff"/>
                </a:solidFill>
                <a:latin typeface="Arial"/>
                <a:ea typeface="DejaVu Sans"/>
              </a:rPr>
              <a:t>TITLE</a:t>
            </a:r>
            <a:endParaRPr b="0" lang="ru-RU" sz="5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2514</TotalTime>
  <Application>LibreOffice/7.3.7.2$Linux_X86_64 LibreOffice_project/30$Build-2</Application>
  <AppVersion>15.0000</AppVersion>
  <Words>67</Words>
  <Paragraphs>44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2024-04-17T19:56:02Z</dcterms:created>
  <dc:creator>Алика Шпагина</dc:creator>
  <dc:description/>
  <dc:language>ru-RU</dc:language>
  <cp:lastModifiedBy/>
  <dcterms:modified xsi:type="dcterms:W3CDTF">2025-02-20T13:27:54Z</dcterms:modified>
  <cp:revision>51</cp:revision>
  <dc:subject/>
  <dc:title>Презентация PowerPoint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2</vt:i4>
  </property>
  <property fmtid="{D5CDD505-2E9C-101B-9397-08002B2CF9AE}" pid="3" name="PresentationFormat">
    <vt:lpwstr>Экран (16:9)</vt:lpwstr>
  </property>
  <property fmtid="{D5CDD505-2E9C-101B-9397-08002B2CF9AE}" pid="4" name="Slides">
    <vt:i4>6</vt:i4>
  </property>
</Properties>
</file>