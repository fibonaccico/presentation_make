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5.xml.rels" ContentType="application/vnd.openxmlformats-package.relationships+xml"/>
  <Override PartName="/ppt/notesSlides/_rels/notesSlide3.xml.rels" ContentType="application/vnd.openxmlformats-package.relationships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39C52008-E4EA-4F14-893F-EB8BA3E52ED1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CD5FCE5-EA38-41CB-B71D-E90DC2104CA9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8E3A38E-7324-4E57-AA58-49FB144C6B3E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F900FB6-BFB3-45E7-BDD6-BD6642914D3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1E3700F-104A-48F4-9DCC-D2C39BCAC26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B10A4C7-8A0D-4EF1-A2E8-8A36028DD98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F6838C1-0D27-4ADA-A992-F1DDC3068E4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C1DACAE-1D11-454E-AFFB-85F98EA9FAF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280" cy="829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3DF2627-C93A-4D87-8966-827AD938AAF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13DDF52-7EF5-4D45-B26F-A72DA96960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8F6E617-8694-497E-AEDA-05F1B63CCA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5337126-6D0C-4D1E-8A35-1E90C94736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4BC3E58-A02F-43EA-A722-5887A2F280C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E891E15-D37A-4C4B-B74A-FA089924D03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C87A93B-6F01-4F52-A1FE-18DB324CCFB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ru-RU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8AF1164-F472-4BF5-948C-CA51DED5FFFE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854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10"/>
          <p:cNvSpPr/>
          <p:nvPr/>
        </p:nvSpPr>
        <p:spPr>
          <a:xfrm>
            <a:off x="460080" y="658080"/>
            <a:ext cx="846864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Прямоугольник со скругленными углами 3"/>
          <p:cNvSpPr/>
          <p:nvPr/>
        </p:nvSpPr>
        <p:spPr>
          <a:xfrm>
            <a:off x="3507480" y="0"/>
            <a:ext cx="5635800" cy="5142960"/>
          </a:xfrm>
          <a:prstGeom prst="roundRect">
            <a:avLst>
              <a:gd name="adj" fmla="val 0"/>
            </a:avLst>
          </a:prstGeom>
          <a:solidFill>
            <a:srgbClr val="a0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0" name="Прямоугольник: скругленные углы 2"/>
          <p:cNvSpPr/>
          <p:nvPr/>
        </p:nvSpPr>
        <p:spPr>
          <a:xfrm>
            <a:off x="3722040" y="257040"/>
            <a:ext cx="5185800" cy="464976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" name="Овал 1"/>
          <p:cNvSpPr/>
          <p:nvPr/>
        </p:nvSpPr>
        <p:spPr>
          <a:xfrm>
            <a:off x="4122000" y="631080"/>
            <a:ext cx="899280" cy="89928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Овал 23"/>
          <p:cNvSpPr/>
          <p:nvPr/>
        </p:nvSpPr>
        <p:spPr>
          <a:xfrm>
            <a:off x="4122000" y="2127600"/>
            <a:ext cx="899280" cy="8874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3" name="Овал 29"/>
          <p:cNvSpPr/>
          <p:nvPr/>
        </p:nvSpPr>
        <p:spPr>
          <a:xfrm>
            <a:off x="4122000" y="3612240"/>
            <a:ext cx="899280" cy="89928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5110920" y="48960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5110920" y="1025280"/>
            <a:ext cx="357876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5107320" y="198540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5107320" y="2517840"/>
            <a:ext cx="357876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5107320" y="347076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5107320" y="4003560"/>
            <a:ext cx="357876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TextBox 13"/>
          <p:cNvSpPr/>
          <p:nvPr/>
        </p:nvSpPr>
        <p:spPr>
          <a:xfrm>
            <a:off x="165960" y="200880"/>
            <a:ext cx="3147840" cy="18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Прямоугольник со скругленными углами 3"/>
          <p:cNvSpPr/>
          <p:nvPr/>
        </p:nvSpPr>
        <p:spPr>
          <a:xfrm>
            <a:off x="0" y="0"/>
            <a:ext cx="9143280" cy="196128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2" name="TextBox 10"/>
          <p:cNvSpPr/>
          <p:nvPr/>
        </p:nvSpPr>
        <p:spPr>
          <a:xfrm>
            <a:off x="38484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3" name="TextBox 10"/>
          <p:cNvSpPr/>
          <p:nvPr/>
        </p:nvSpPr>
        <p:spPr>
          <a:xfrm>
            <a:off x="384840" y="33562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4" name="TextBox 10"/>
          <p:cNvSpPr/>
          <p:nvPr/>
        </p:nvSpPr>
        <p:spPr>
          <a:xfrm>
            <a:off x="323928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3239280" y="33562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6" name="TextBox 10"/>
          <p:cNvSpPr/>
          <p:nvPr/>
        </p:nvSpPr>
        <p:spPr>
          <a:xfrm>
            <a:off x="609372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6093720" y="33562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8" name="TextBox 9"/>
          <p:cNvSpPr/>
          <p:nvPr/>
        </p:nvSpPr>
        <p:spPr>
          <a:xfrm>
            <a:off x="384840" y="2178000"/>
            <a:ext cx="84654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Прямоугольник: скругленные углы 15"/>
          <p:cNvSpPr/>
          <p:nvPr/>
        </p:nvSpPr>
        <p:spPr>
          <a:xfrm>
            <a:off x="4636440" y="250200"/>
            <a:ext cx="4197960" cy="4624920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0" name="Прямоугольник: скругленные углы 16"/>
          <p:cNvSpPr/>
          <p:nvPr/>
        </p:nvSpPr>
        <p:spPr>
          <a:xfrm>
            <a:off x="329400" y="257040"/>
            <a:ext cx="4197960" cy="462492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1" name="Овал 9"/>
          <p:cNvSpPr/>
          <p:nvPr/>
        </p:nvSpPr>
        <p:spPr>
          <a:xfrm>
            <a:off x="4272120" y="1193040"/>
            <a:ext cx="635040" cy="635040"/>
          </a:xfrm>
          <a:prstGeom prst="ellipse">
            <a:avLst/>
          </a:prstGeom>
          <a:solidFill>
            <a:srgbClr val="f5d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" name="TextBox 10"/>
          <p:cNvSpPr/>
          <p:nvPr/>
        </p:nvSpPr>
        <p:spPr>
          <a:xfrm>
            <a:off x="581760" y="828720"/>
            <a:ext cx="369324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3" name="TextBox 10"/>
          <p:cNvSpPr/>
          <p:nvPr/>
        </p:nvSpPr>
        <p:spPr>
          <a:xfrm>
            <a:off x="581760" y="1364400"/>
            <a:ext cx="369324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4" name="TextBox 10"/>
          <p:cNvSpPr/>
          <p:nvPr/>
        </p:nvSpPr>
        <p:spPr>
          <a:xfrm>
            <a:off x="578160" y="2154600"/>
            <a:ext cx="369324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578160" y="2687040"/>
            <a:ext cx="369324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578160" y="3482280"/>
            <a:ext cx="369324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578160" y="4015080"/>
            <a:ext cx="369324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8" name="TextBox 30"/>
          <p:cNvSpPr/>
          <p:nvPr/>
        </p:nvSpPr>
        <p:spPr>
          <a:xfrm>
            <a:off x="553680" y="352440"/>
            <a:ext cx="380340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20"/>
          <p:cNvSpPr/>
          <p:nvPr/>
        </p:nvSpPr>
        <p:spPr>
          <a:xfrm>
            <a:off x="516960" y="411840"/>
            <a:ext cx="84654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0" name="Прямоугольник со скругленными углами 3"/>
          <p:cNvSpPr/>
          <p:nvPr/>
        </p:nvSpPr>
        <p:spPr>
          <a:xfrm>
            <a:off x="456480" y="1406160"/>
            <a:ext cx="2300400" cy="143964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384840" y="3013560"/>
            <a:ext cx="24289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384840" y="3798000"/>
            <a:ext cx="2428920" cy="10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3" name="Прямоугольник: скругленные углы 1"/>
          <p:cNvSpPr/>
          <p:nvPr/>
        </p:nvSpPr>
        <p:spPr>
          <a:xfrm>
            <a:off x="328680" y="228600"/>
            <a:ext cx="8501040" cy="8136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4" name="Прямоугольник: скругленные углы 10"/>
          <p:cNvSpPr/>
          <p:nvPr/>
        </p:nvSpPr>
        <p:spPr>
          <a:xfrm>
            <a:off x="328680" y="1279080"/>
            <a:ext cx="2556720" cy="364248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" name="Прямоугольник со скругленными углами 3"/>
          <p:cNvSpPr/>
          <p:nvPr/>
        </p:nvSpPr>
        <p:spPr>
          <a:xfrm>
            <a:off x="3421080" y="1398960"/>
            <a:ext cx="2300400" cy="143964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6" name="TextBox 10"/>
          <p:cNvSpPr/>
          <p:nvPr/>
        </p:nvSpPr>
        <p:spPr>
          <a:xfrm>
            <a:off x="3349440" y="3013560"/>
            <a:ext cx="24289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7" name="TextBox 10"/>
          <p:cNvSpPr/>
          <p:nvPr/>
        </p:nvSpPr>
        <p:spPr>
          <a:xfrm>
            <a:off x="3349440" y="3798000"/>
            <a:ext cx="2428920" cy="10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8" name="Прямоугольник: скругленные углы 14"/>
          <p:cNvSpPr/>
          <p:nvPr/>
        </p:nvSpPr>
        <p:spPr>
          <a:xfrm>
            <a:off x="3293280" y="1271880"/>
            <a:ext cx="2556720" cy="364248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9" name="Прямоугольник со скругленными углами 3"/>
          <p:cNvSpPr/>
          <p:nvPr/>
        </p:nvSpPr>
        <p:spPr>
          <a:xfrm>
            <a:off x="6400800" y="1379520"/>
            <a:ext cx="2300400" cy="143964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TextBox 10"/>
          <p:cNvSpPr/>
          <p:nvPr/>
        </p:nvSpPr>
        <p:spPr>
          <a:xfrm>
            <a:off x="6329520" y="3013560"/>
            <a:ext cx="24289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1" name="TextBox 10"/>
          <p:cNvSpPr/>
          <p:nvPr/>
        </p:nvSpPr>
        <p:spPr>
          <a:xfrm>
            <a:off x="6329520" y="3798000"/>
            <a:ext cx="2428920" cy="10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2" name="Прямоугольник: скругленные углы 19"/>
          <p:cNvSpPr/>
          <p:nvPr/>
        </p:nvSpPr>
        <p:spPr>
          <a:xfrm>
            <a:off x="6273000" y="1252800"/>
            <a:ext cx="2556720" cy="364248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Прямоугольник со скругленными углами 3"/>
          <p:cNvSpPr/>
          <p:nvPr/>
        </p:nvSpPr>
        <p:spPr>
          <a:xfrm>
            <a:off x="186840" y="1854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4" name="Прямоугольник 10"/>
          <p:cNvSpPr/>
          <p:nvPr/>
        </p:nvSpPr>
        <p:spPr>
          <a:xfrm>
            <a:off x="460080" y="658080"/>
            <a:ext cx="846864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2514</TotalTime>
  <Application>LibreOffice/7.3.7.2$Linux_X86_64 LibreOffice_project/30$Build-2</Application>
  <AppVersion>15.0000</AppVersion>
  <Words>67</Words>
  <Paragraphs>44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ru-RU</dc:language>
  <cp:lastModifiedBy/>
  <dcterms:modified xsi:type="dcterms:W3CDTF">2025-03-31T11:00:49Z</dcterms:modified>
  <cp:revision>52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Экран (16:9)</vt:lpwstr>
  </property>
  <property fmtid="{D5CDD505-2E9C-101B-9397-08002B2CF9AE}" pid="4" name="Slides">
    <vt:i4>6</vt:i4>
  </property>
</Properties>
</file>