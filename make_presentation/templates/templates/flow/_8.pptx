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57F9FFC-92F9-4813-B51A-DEA3EDF50EC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0C3BBA-E48A-46ED-AD1E-A43B60162CC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476183-4602-46B2-978A-E8734E74F4E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CC1A6F-D5A4-4615-960B-95320C72F6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B2238-81A4-4997-8433-D1F5DC902C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E59B9-85ED-4F6C-9BD5-D12A2BD3CF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EC11F7-2B06-4FF5-844F-DE1E5236FE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1CA44-F63F-41ED-9186-4438F451F2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752A98-6C52-48B5-A9D9-63A19CC7B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9A05ED-87BF-4EAE-BCA9-5ED2B874AB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4416C-0243-456D-8C82-1B44D5B9CC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867B2-B56F-49EA-8335-96DCF1FDFA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32B1C-4D9D-433C-805E-620ABEDDC9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33F135-C8D4-416D-BDE4-24BF51CC1D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DAAFB-58F1-4748-AFDD-488A52D27E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76172C-7CF9-4537-82BA-46C113D4771C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3821760" y="11152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1164600" y="10332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1164600" y="24336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1164600" y="383148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3"/>
          <p:cNvSpPr/>
          <p:nvPr/>
        </p:nvSpPr>
        <p:spPr>
          <a:xfrm>
            <a:off x="675360" y="272808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Овал 34"/>
          <p:cNvSpPr/>
          <p:nvPr/>
        </p:nvSpPr>
        <p:spPr>
          <a:xfrm>
            <a:off x="671760" y="415620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20"/>
          <p:cNvSpPr/>
          <p:nvPr/>
        </p:nvSpPr>
        <p:spPr>
          <a:xfrm>
            <a:off x="381600" y="27108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25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6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96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2025-03-31T10:58:14Z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8</vt:i4>
  </property>
</Properties>
</file>