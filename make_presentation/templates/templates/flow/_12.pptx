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25ADE1F-C5DE-468F-BCD9-D4B1C1E8833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2137BB-2947-476C-AC1A-262F331C685A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8C5C72-7116-4FF7-98F1-BCAAEEA6747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3FF030-859A-4F90-8C8F-DD19C2159694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733D33-A794-418E-91DA-BCDCA92F84F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9E1D95-B10C-4B64-9128-922C0DAFFDF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C91310-AD45-4EC0-A5D3-60F6CC37F1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CCF9AA-3434-4F98-BECB-3D767B8495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5B797E-F430-4613-986B-3A320D5FBD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7AE7A6-0295-4B77-B4B1-BDA3A1478C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A33D33-9A1A-496F-9002-5DEED9CF8E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788CD2-1903-44D4-9549-BE3C12DF32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7BAEF9-408F-4045-B535-2D56F700D8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608231-6C6A-4AF8-A7D7-3E9AFD5242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3446C5-650F-47E2-A57D-B7C2753B89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532941-C78D-40A1-A991-9B48E4C544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D9801A-C3A8-4948-983C-958482DC18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77DCAC-413D-4DED-BF7A-5C43F3E858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116B3C-0AB4-4A06-AE1F-F4AC2FB82244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0880" cy="2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: скругленные углы 15"/>
          <p:cNvSpPr/>
          <p:nvPr/>
        </p:nvSpPr>
        <p:spPr>
          <a:xfrm>
            <a:off x="4636440" y="25020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Овал 9"/>
          <p:cNvSpPr/>
          <p:nvPr/>
        </p:nvSpPr>
        <p:spPr>
          <a:xfrm>
            <a:off x="4272120" y="1193040"/>
            <a:ext cx="635040" cy="63504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10"/>
          <p:cNvSpPr/>
          <p:nvPr/>
        </p:nvSpPr>
        <p:spPr>
          <a:xfrm>
            <a:off x="581760" y="82872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2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2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24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4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Прямоугольник со скругленными углами 3"/>
          <p:cNvSpPr/>
          <p:nvPr/>
        </p:nvSpPr>
        <p:spPr>
          <a:xfrm>
            <a:off x="456480" y="14061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040" cy="8136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со скругленными углами 3"/>
          <p:cNvSpPr/>
          <p:nvPr/>
        </p:nvSpPr>
        <p:spPr>
          <a:xfrm>
            <a:off x="3421080" y="13989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Прямоугольник со скругленными углами 3"/>
          <p:cNvSpPr/>
          <p:nvPr/>
        </p:nvSpPr>
        <p:spPr>
          <a:xfrm>
            <a:off x="6400800" y="137952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38300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480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: скругленные углы 22"/>
          <p:cNvSpPr/>
          <p:nvPr/>
        </p:nvSpPr>
        <p:spPr>
          <a:xfrm>
            <a:off x="3417120" y="10515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Прямоугольник: скругленные углы 28"/>
          <p:cNvSpPr/>
          <p:nvPr/>
        </p:nvSpPr>
        <p:spPr>
          <a:xfrm>
            <a:off x="3417120" y="24519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Прямоугольник: скругленные углы 32"/>
          <p:cNvSpPr/>
          <p:nvPr/>
        </p:nvSpPr>
        <p:spPr>
          <a:xfrm>
            <a:off x="3417120" y="384984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10"/>
          <p:cNvSpPr/>
          <p:nvPr/>
        </p:nvSpPr>
        <p:spPr>
          <a:xfrm>
            <a:off x="3821760" y="11152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Прямоугольник: скругленные углы 19"/>
          <p:cNvSpPr/>
          <p:nvPr/>
        </p:nvSpPr>
        <p:spPr>
          <a:xfrm>
            <a:off x="1135800" y="10332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1164600" y="10332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21760" y="25156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6"/>
          <p:cNvSpPr/>
          <p:nvPr/>
        </p:nvSpPr>
        <p:spPr>
          <a:xfrm>
            <a:off x="1135800" y="24336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1164600" y="24336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821760" y="391356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0"/>
          <p:cNvSpPr/>
          <p:nvPr/>
        </p:nvSpPr>
        <p:spPr>
          <a:xfrm>
            <a:off x="1135800" y="383148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1164600" y="383148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Овал 5"/>
          <p:cNvSpPr/>
          <p:nvPr/>
        </p:nvSpPr>
        <p:spPr>
          <a:xfrm>
            <a:off x="675360" y="136584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Овал 33"/>
          <p:cNvSpPr/>
          <p:nvPr/>
        </p:nvSpPr>
        <p:spPr>
          <a:xfrm>
            <a:off x="675360" y="272808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Овал 34"/>
          <p:cNvSpPr/>
          <p:nvPr/>
        </p:nvSpPr>
        <p:spPr>
          <a:xfrm>
            <a:off x="671760" y="415620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TextBox 20"/>
          <p:cNvSpPr/>
          <p:nvPr/>
        </p:nvSpPr>
        <p:spPr>
          <a:xfrm>
            <a:off x="381600" y="27108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Прямоугольник со скругленными углами 3"/>
          <p:cNvSpPr/>
          <p:nvPr/>
        </p:nvSpPr>
        <p:spPr>
          <a:xfrm>
            <a:off x="0" y="318168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8484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8484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26988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26988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154560" y="80136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154560" y="15858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130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1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2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3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4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5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6" name=""/>
          <p:cNvSpPr/>
          <p:nvPr/>
        </p:nvSpPr>
        <p:spPr>
          <a:xfrm>
            <a:off x="349200" y="228600"/>
            <a:ext cx="8229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Прямоугольник: скругленные углы 12"/>
          <p:cNvSpPr/>
          <p:nvPr/>
        </p:nvSpPr>
        <p:spPr>
          <a:xfrm>
            <a:off x="384840" y="3378240"/>
            <a:ext cx="5236200" cy="132084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Прямоугольник: скругленные углы 13"/>
          <p:cNvSpPr/>
          <p:nvPr/>
        </p:nvSpPr>
        <p:spPr>
          <a:xfrm>
            <a:off x="3091680" y="11350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Прямоугольник: скругленные углы 14"/>
          <p:cNvSpPr/>
          <p:nvPr/>
        </p:nvSpPr>
        <p:spPr>
          <a:xfrm>
            <a:off x="387720" y="11206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TextBox 10"/>
          <p:cNvSpPr/>
          <p:nvPr/>
        </p:nvSpPr>
        <p:spPr>
          <a:xfrm>
            <a:off x="476280" y="117684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476280" y="196128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179880" y="117684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3179880" y="196128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476280" y="347976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476280" y="383148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338760" y="160560"/>
            <a:ext cx="528228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84840" y="345636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3239280" y="345636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6093720" y="345636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5" name="Прямая соединительная линия 2"/>
          <p:cNvSpPr/>
          <p:nvPr/>
        </p:nvSpPr>
        <p:spPr>
          <a:xfrm>
            <a:off x="314928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Прямая соединительная линия 11"/>
          <p:cNvSpPr/>
          <p:nvPr/>
        </p:nvSpPr>
        <p:spPr>
          <a:xfrm>
            <a:off x="601452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Прямая соединительная линия 30"/>
          <p:cNvSpPr/>
          <p:nvPr/>
        </p:nvSpPr>
        <p:spPr>
          <a:xfrm flipH="1">
            <a:off x="485640" y="3371040"/>
            <a:ext cx="8365320" cy="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TextBox 12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20"/>
          <p:cNvSpPr/>
          <p:nvPr/>
        </p:nvSpPr>
        <p:spPr>
          <a:xfrm>
            <a:off x="516960" y="411840"/>
            <a:ext cx="8397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516960" y="1058040"/>
            <a:ext cx="53038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516960" y="1704600"/>
            <a:ext cx="53038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2" name="Прямоугольник со скругленными углами 3"/>
          <p:cNvSpPr/>
          <p:nvPr/>
        </p:nvSpPr>
        <p:spPr>
          <a:xfrm>
            <a:off x="6000480" y="1058400"/>
            <a:ext cx="2914200" cy="182412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3" name="Прямоугольник со скругленными углами 3"/>
          <p:cNvSpPr/>
          <p:nvPr/>
        </p:nvSpPr>
        <p:spPr>
          <a:xfrm>
            <a:off x="6000480" y="3082320"/>
            <a:ext cx="2914200" cy="182412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516960" y="2371320"/>
            <a:ext cx="530388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516960" y="3016440"/>
            <a:ext cx="53038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516960" y="3612960"/>
            <a:ext cx="530388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516960" y="4376160"/>
            <a:ext cx="53038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70" name="Прямоугольник 5"/>
          <p:cNvSpPr/>
          <p:nvPr/>
        </p:nvSpPr>
        <p:spPr>
          <a:xfrm>
            <a:off x="1640880" y="449748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1" name="Изображение 40"/>
          <p:cNvSpPr/>
          <p:nvPr/>
        </p:nvSpPr>
        <p:spPr>
          <a:xfrm>
            <a:off x="867240" y="349560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2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160" cy="113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2512</TotalTime>
  <Application>LibreOffice/7.3.7.2$Linux_X86_64 LibreOffice_project/30$Build-2</Application>
  <AppVersion>15.0000</AppVersion>
  <Words>147</Words>
  <Paragraphs>98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2025-03-31T10:59:26Z</dcterms:modified>
  <cp:revision>49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