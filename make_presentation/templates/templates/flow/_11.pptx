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A1345A8-23E0-4D87-838A-BF72769DA3F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19C86D-88FF-4B77-AFDF-6A26DD3414D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802159-BFF3-4344-ABE4-ED11708912AB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4453F26-F857-4D01-8C30-54561067E0DA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EC2778-D473-4088-B32C-3BE3D2B406B3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CB9FA0-CD7D-42A3-98CA-5155195CDE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D1833C-3629-4152-A356-A303CB4CBB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122621-8ED6-4B35-97FF-BE7DE8F376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E13FD2-06CF-4719-94E5-47265CC7EC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B3572E-6C3B-43CF-947D-F45261D1E1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E77107-13B0-4041-A81F-44A88F3A0D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DBB0C6-1D92-4BC7-ACF9-1F9C92C3AF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42795C-9D11-4B69-B349-A9503D1DB6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B0991E-C3CC-41C5-94AC-F95BFA0B87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F3E2BF-5CA6-4281-AAC3-342F726643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20DB8A-5ED5-49BF-A163-25CA19DEF35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6C4431-2E3C-47A7-869F-36B01EF0237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0F1C6B3-A51E-4ACF-8DFD-DECC28F4E546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459576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0" name="Рисунок 11" descr=""/>
          <p:cNvPicPr/>
          <p:nvPr/>
        </p:nvPicPr>
        <p:blipFill>
          <a:blip r:embed="rId1"/>
          <a:stretch/>
        </p:blipFill>
        <p:spPr>
          <a:xfrm>
            <a:off x="2423160" y="4596480"/>
            <a:ext cx="291240" cy="29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 со скругленными углами 3"/>
          <p:cNvSpPr/>
          <p:nvPr/>
        </p:nvSpPr>
        <p:spPr>
          <a:xfrm>
            <a:off x="3507480" y="0"/>
            <a:ext cx="5636160" cy="514332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Прямоугольник: скругленные углы 2"/>
          <p:cNvSpPr/>
          <p:nvPr/>
        </p:nvSpPr>
        <p:spPr>
          <a:xfrm>
            <a:off x="3722040" y="257040"/>
            <a:ext cx="5186160" cy="46501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Овал 1"/>
          <p:cNvSpPr/>
          <p:nvPr/>
        </p:nvSpPr>
        <p:spPr>
          <a:xfrm>
            <a:off x="4122000" y="63108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4122000" y="2127600"/>
            <a:ext cx="899640" cy="88776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4122000" y="361224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4896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10920" y="1025280"/>
            <a:ext cx="357912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19854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2517840"/>
            <a:ext cx="357912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347076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5107320" y="4003560"/>
            <a:ext cx="357912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165960" y="200880"/>
            <a:ext cx="314820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09372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384840" y="217800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: скругленные углы 15"/>
          <p:cNvSpPr/>
          <p:nvPr/>
        </p:nvSpPr>
        <p:spPr>
          <a:xfrm>
            <a:off x="4636440" y="25020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Прямоугольник: скругленные углы 16"/>
          <p:cNvSpPr/>
          <p:nvPr/>
        </p:nvSpPr>
        <p:spPr>
          <a:xfrm>
            <a:off x="329400" y="25704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Овал 9"/>
          <p:cNvSpPr/>
          <p:nvPr/>
        </p:nvSpPr>
        <p:spPr>
          <a:xfrm>
            <a:off x="4272120" y="1193040"/>
            <a:ext cx="635400" cy="63540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TextBox 10"/>
          <p:cNvSpPr/>
          <p:nvPr/>
        </p:nvSpPr>
        <p:spPr>
          <a:xfrm>
            <a:off x="581760" y="82872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81760" y="1364400"/>
            <a:ext cx="369360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215460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2687040"/>
            <a:ext cx="369360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348228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78160" y="4015080"/>
            <a:ext cx="369360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" name="TextBox 30"/>
          <p:cNvSpPr/>
          <p:nvPr/>
        </p:nvSpPr>
        <p:spPr>
          <a:xfrm>
            <a:off x="553680" y="352440"/>
            <a:ext cx="38037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20"/>
          <p:cNvSpPr/>
          <p:nvPr/>
        </p:nvSpPr>
        <p:spPr>
          <a:xfrm>
            <a:off x="516960" y="41184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2" name="Прямоугольник со скругленными углами 3"/>
          <p:cNvSpPr/>
          <p:nvPr/>
        </p:nvSpPr>
        <p:spPr>
          <a:xfrm>
            <a:off x="456480" y="14061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848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848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: скругленные углы 1"/>
          <p:cNvSpPr/>
          <p:nvPr/>
        </p:nvSpPr>
        <p:spPr>
          <a:xfrm>
            <a:off x="328680" y="228600"/>
            <a:ext cx="8501400" cy="813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Прямоугольник: скругленные углы 10"/>
          <p:cNvSpPr/>
          <p:nvPr/>
        </p:nvSpPr>
        <p:spPr>
          <a:xfrm>
            <a:off x="328680" y="12790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Прямоугольник со скругленными углами 3"/>
          <p:cNvSpPr/>
          <p:nvPr/>
        </p:nvSpPr>
        <p:spPr>
          <a:xfrm>
            <a:off x="3421080" y="13989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33494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33494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0" name="Прямоугольник: скругленные углы 14"/>
          <p:cNvSpPr/>
          <p:nvPr/>
        </p:nvSpPr>
        <p:spPr>
          <a:xfrm>
            <a:off x="3293280" y="12718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Прямоугольник со скругленными углами 3"/>
          <p:cNvSpPr/>
          <p:nvPr/>
        </p:nvSpPr>
        <p:spPr>
          <a:xfrm>
            <a:off x="6400800" y="137952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32952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632952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Прямоугольник: скругленные углы 19"/>
          <p:cNvSpPr/>
          <p:nvPr/>
        </p:nvSpPr>
        <p:spPr>
          <a:xfrm>
            <a:off x="6273000" y="125280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Прямоугольник со скругленными углами 3"/>
          <p:cNvSpPr/>
          <p:nvPr/>
        </p:nvSpPr>
        <p:spPr>
          <a:xfrm>
            <a:off x="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4192560" y="38300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4192560" y="418860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Овал 9"/>
          <p:cNvSpPr/>
          <p:nvPr/>
        </p:nvSpPr>
        <p:spPr>
          <a:xfrm>
            <a:off x="3724560" y="38300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4192560" y="25718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192560" y="293040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1" name="Овал 13"/>
          <p:cNvSpPr/>
          <p:nvPr/>
        </p:nvSpPr>
        <p:spPr>
          <a:xfrm>
            <a:off x="3724560" y="25718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4192560" y="13118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4192560" y="167076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4" name="Овал 16"/>
          <p:cNvSpPr/>
          <p:nvPr/>
        </p:nvSpPr>
        <p:spPr>
          <a:xfrm>
            <a:off x="3724560" y="13118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3607560" y="215280"/>
            <a:ext cx="537516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Прямоугольник: скругленные углы 22"/>
          <p:cNvSpPr/>
          <p:nvPr/>
        </p:nvSpPr>
        <p:spPr>
          <a:xfrm>
            <a:off x="3417120" y="1051560"/>
            <a:ext cx="5047920" cy="841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Прямоугольник: скругленные углы 28"/>
          <p:cNvSpPr/>
          <p:nvPr/>
        </p:nvSpPr>
        <p:spPr>
          <a:xfrm>
            <a:off x="3417120" y="2451960"/>
            <a:ext cx="5047920" cy="841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Прямоугольник: скругленные углы 32"/>
          <p:cNvSpPr/>
          <p:nvPr/>
        </p:nvSpPr>
        <p:spPr>
          <a:xfrm>
            <a:off x="3417120" y="3849840"/>
            <a:ext cx="5047920" cy="841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TextBox 10"/>
          <p:cNvSpPr/>
          <p:nvPr/>
        </p:nvSpPr>
        <p:spPr>
          <a:xfrm>
            <a:off x="3821760" y="1115280"/>
            <a:ext cx="44838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0" name="Прямая соединительная линия 4"/>
          <p:cNvSpPr/>
          <p:nvPr/>
        </p:nvSpPr>
        <p:spPr>
          <a:xfrm>
            <a:off x="782280" y="987120"/>
            <a:ext cx="360" cy="3813480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Прямоугольник: скругленные углы 19"/>
          <p:cNvSpPr/>
          <p:nvPr/>
        </p:nvSpPr>
        <p:spPr>
          <a:xfrm>
            <a:off x="1135800" y="1033200"/>
            <a:ext cx="2642760" cy="88092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TextBox 10"/>
          <p:cNvSpPr/>
          <p:nvPr/>
        </p:nvSpPr>
        <p:spPr>
          <a:xfrm>
            <a:off x="1164600" y="1033200"/>
            <a:ext cx="25462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21760" y="2515680"/>
            <a:ext cx="44838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Прямоугольник: скругленные углы 26"/>
          <p:cNvSpPr/>
          <p:nvPr/>
        </p:nvSpPr>
        <p:spPr>
          <a:xfrm>
            <a:off x="1135800" y="2433600"/>
            <a:ext cx="2642760" cy="88092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TextBox 10"/>
          <p:cNvSpPr/>
          <p:nvPr/>
        </p:nvSpPr>
        <p:spPr>
          <a:xfrm>
            <a:off x="1164600" y="2433600"/>
            <a:ext cx="25462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821760" y="3913560"/>
            <a:ext cx="44838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Прямоугольник: скругленные углы 30"/>
          <p:cNvSpPr/>
          <p:nvPr/>
        </p:nvSpPr>
        <p:spPr>
          <a:xfrm>
            <a:off x="1135800" y="3831480"/>
            <a:ext cx="2642760" cy="88092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0"/>
          <p:cNvSpPr/>
          <p:nvPr/>
        </p:nvSpPr>
        <p:spPr>
          <a:xfrm>
            <a:off x="1164600" y="3831480"/>
            <a:ext cx="25462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9" name="Овал 5"/>
          <p:cNvSpPr/>
          <p:nvPr/>
        </p:nvSpPr>
        <p:spPr>
          <a:xfrm>
            <a:off x="675360" y="1365840"/>
            <a:ext cx="221040" cy="2210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Овал 33"/>
          <p:cNvSpPr/>
          <p:nvPr/>
        </p:nvSpPr>
        <p:spPr>
          <a:xfrm>
            <a:off x="675360" y="2728080"/>
            <a:ext cx="221040" cy="2210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Овал 34"/>
          <p:cNvSpPr/>
          <p:nvPr/>
        </p:nvSpPr>
        <p:spPr>
          <a:xfrm>
            <a:off x="671760" y="4156200"/>
            <a:ext cx="221040" cy="2210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TextBox 20"/>
          <p:cNvSpPr/>
          <p:nvPr/>
        </p:nvSpPr>
        <p:spPr>
          <a:xfrm>
            <a:off x="381600" y="27108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Прямоугольник со скругленными углами 3"/>
          <p:cNvSpPr/>
          <p:nvPr/>
        </p:nvSpPr>
        <p:spPr>
          <a:xfrm>
            <a:off x="0" y="318168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384840" y="801360"/>
            <a:ext cx="24436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384840" y="1585800"/>
            <a:ext cx="24436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3269880" y="801360"/>
            <a:ext cx="24436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3269880" y="1585800"/>
            <a:ext cx="24436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154560" y="80136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154560" y="158580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TextBox 13"/>
          <p:cNvSpPr/>
          <p:nvPr/>
        </p:nvSpPr>
        <p:spPr>
          <a:xfrm>
            <a:off x="384840" y="26892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  <p:grpSp>
        <p:nvGrpSpPr>
          <p:cNvPr id="131" name="Группа 8"/>
          <p:cNvGrpSpPr/>
          <p:nvPr/>
        </p:nvGrpSpPr>
        <p:grpSpPr>
          <a:xfrm>
            <a:off x="2844000" y="1015560"/>
            <a:ext cx="299880" cy="1141200"/>
            <a:chOff x="2844000" y="1015560"/>
            <a:chExt cx="299880" cy="1141200"/>
          </a:xfrm>
        </p:grpSpPr>
        <p:sp>
          <p:nvSpPr>
            <p:cNvPr id="132" name="Прямая соединительная линия 7"/>
            <p:cNvSpPr/>
            <p:nvPr/>
          </p:nvSpPr>
          <p:spPr>
            <a:xfrm>
              <a:off x="2844000" y="101556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3" name="Прямая соединительная линия 22"/>
            <p:cNvSpPr/>
            <p:nvPr/>
          </p:nvSpPr>
          <p:spPr>
            <a:xfrm flipV="1">
              <a:off x="2844000" y="158508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4" name="Группа 23"/>
          <p:cNvGrpSpPr/>
          <p:nvPr/>
        </p:nvGrpSpPr>
        <p:grpSpPr>
          <a:xfrm>
            <a:off x="5744520" y="1015560"/>
            <a:ext cx="300240" cy="1141200"/>
            <a:chOff x="5744520" y="1015560"/>
            <a:chExt cx="300240" cy="1141200"/>
          </a:xfrm>
        </p:grpSpPr>
        <p:sp>
          <p:nvSpPr>
            <p:cNvPr id="135" name="Прямая соединительная линия 30"/>
            <p:cNvSpPr/>
            <p:nvPr/>
          </p:nvSpPr>
          <p:spPr>
            <a:xfrm>
              <a:off x="5744520" y="101556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6" name="Прямая соединительная линия 31"/>
            <p:cNvSpPr/>
            <p:nvPr/>
          </p:nvSpPr>
          <p:spPr>
            <a:xfrm flipV="1">
              <a:off x="5744520" y="158508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Прямоугольник со скругленными углами 3"/>
          <p:cNvSpPr/>
          <p:nvPr/>
        </p:nvSpPr>
        <p:spPr>
          <a:xfrm>
            <a:off x="5884200" y="0"/>
            <a:ext cx="325944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8" name="Прямоугольник: скругленные углы 12"/>
          <p:cNvSpPr/>
          <p:nvPr/>
        </p:nvSpPr>
        <p:spPr>
          <a:xfrm>
            <a:off x="384840" y="3378240"/>
            <a:ext cx="5236560" cy="132120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9" name="Прямоугольник: скругленные углы 13"/>
          <p:cNvSpPr/>
          <p:nvPr/>
        </p:nvSpPr>
        <p:spPr>
          <a:xfrm>
            <a:off x="3091680" y="1135080"/>
            <a:ext cx="2533320" cy="205704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0" name="Прямоугольник: скругленные углы 14"/>
          <p:cNvSpPr/>
          <p:nvPr/>
        </p:nvSpPr>
        <p:spPr>
          <a:xfrm>
            <a:off x="387720" y="1120680"/>
            <a:ext cx="2533320" cy="2057040"/>
          </a:xfrm>
          <a:prstGeom prst="roundRect">
            <a:avLst>
              <a:gd name="adj" fmla="val 6945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1" name="TextBox 10"/>
          <p:cNvSpPr/>
          <p:nvPr/>
        </p:nvSpPr>
        <p:spPr>
          <a:xfrm>
            <a:off x="476280" y="1176840"/>
            <a:ext cx="23436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476280" y="1961280"/>
            <a:ext cx="234360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3179880" y="1176840"/>
            <a:ext cx="234036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4" name="TextBox 10"/>
          <p:cNvSpPr/>
          <p:nvPr/>
        </p:nvSpPr>
        <p:spPr>
          <a:xfrm>
            <a:off x="3179880" y="1961280"/>
            <a:ext cx="234036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476280" y="3479760"/>
            <a:ext cx="523656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6" name="TextBox 10"/>
          <p:cNvSpPr/>
          <p:nvPr/>
        </p:nvSpPr>
        <p:spPr>
          <a:xfrm>
            <a:off x="476280" y="3831480"/>
            <a:ext cx="514692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7" name="TextBox 20"/>
          <p:cNvSpPr/>
          <p:nvPr/>
        </p:nvSpPr>
        <p:spPr>
          <a:xfrm>
            <a:off x="338760" y="160560"/>
            <a:ext cx="5282640" cy="9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384840" y="345636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3239280" y="345636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3" name="TextBox 10"/>
          <p:cNvSpPr/>
          <p:nvPr/>
        </p:nvSpPr>
        <p:spPr>
          <a:xfrm>
            <a:off x="609372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4" name="TextBox 10"/>
          <p:cNvSpPr/>
          <p:nvPr/>
        </p:nvSpPr>
        <p:spPr>
          <a:xfrm>
            <a:off x="6093720" y="345636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5" name="Прямая соединительная линия 2"/>
          <p:cNvSpPr/>
          <p:nvPr/>
        </p:nvSpPr>
        <p:spPr>
          <a:xfrm>
            <a:off x="3149280" y="2636280"/>
            <a:ext cx="360" cy="238572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Прямая соединительная линия 11"/>
          <p:cNvSpPr/>
          <p:nvPr/>
        </p:nvSpPr>
        <p:spPr>
          <a:xfrm>
            <a:off x="6014520" y="2636280"/>
            <a:ext cx="360" cy="238572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" name="Прямая соединительная линия 30"/>
          <p:cNvSpPr/>
          <p:nvPr/>
        </p:nvSpPr>
        <p:spPr>
          <a:xfrm flipH="1">
            <a:off x="485640" y="3371040"/>
            <a:ext cx="8365320" cy="36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" name="TextBox 12"/>
          <p:cNvSpPr/>
          <p:nvPr/>
        </p:nvSpPr>
        <p:spPr>
          <a:xfrm>
            <a:off x="384840" y="217800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0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161" name="Прямоугольник 5"/>
          <p:cNvSpPr/>
          <p:nvPr/>
        </p:nvSpPr>
        <p:spPr>
          <a:xfrm>
            <a:off x="1640880" y="449748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62" name="Изображение 40"/>
          <p:cNvSpPr/>
          <p:nvPr/>
        </p:nvSpPr>
        <p:spPr>
          <a:xfrm>
            <a:off x="867240" y="3495600"/>
            <a:ext cx="257040" cy="2570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63" name="Рисунок 12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9000"/>
            <a:ext cx="1289520" cy="11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2521</TotalTime>
  <Application>LibreOffice/7.3.7.2$Linux_X86_64 LibreOffice_project/30$Build-2</Application>
  <AppVersion>15.0000</AppVersion>
  <Words>132</Words>
  <Paragraphs>88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2025-03-31T10:59:10Z</dcterms:modified>
  <cp:revision>57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11</vt:i4>
  </property>
</Properties>
</file>