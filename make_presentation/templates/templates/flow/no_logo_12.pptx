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8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5.xml.rels" ContentType="application/vnd.openxmlformats-package.relationships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12.xml.rels" ContentType="application/vnd.openxmlformats-package.relationships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move the slide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000" spc="-1" strike="noStrike">
                <a:latin typeface="Arial"/>
              </a:rPr>
              <a:t>Click to edit the notes format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400" spc="-1" strike="noStrike">
                <a:latin typeface="Times New Roman"/>
              </a:rPr>
              <a:t>&lt;header&gt;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dt" idx="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ftr" idx="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6" name="PlaceHolder 6"/>
          <p:cNvSpPr>
            <a:spLocks noGrp="1"/>
          </p:cNvSpPr>
          <p:nvPr>
            <p:ph type="sldNum" idx="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A190F032-C22D-439B-AECF-755237046EE2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16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70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ru-RU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172ADF1E-2F03-4F10-B13B-4866656C7FA2}" type="slidenum">
              <a:rPr b="0" lang="ru-RU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17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73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ru-RU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FE5B9E0B-AFFD-4A09-AB46-B0C6B687364C}" type="slidenum">
              <a:rPr b="0" lang="ru-RU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17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76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ru-RU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04550745-FD66-499F-83F4-5DEAB52E3636}" type="slidenum">
              <a:rPr b="0" lang="ru-RU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17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79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ru-RU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CDFA59D8-222A-4704-897E-422585D06BEE}" type="slidenum">
              <a:rPr b="0" lang="ru-RU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18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82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ru-RU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2ED08E33-8FC1-4BE4-B5BD-0DDE8AF17434}" type="slidenum">
              <a:rPr b="0" lang="ru-RU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4E8B9E8-1CEA-4B70-B604-650E55AD5F5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6920" cy="178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07575D5-FCB4-4075-9C36-FB109A8B5D6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6920" cy="178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5AE5C97-11A6-462A-AEA7-493EF7F1506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6920" cy="178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467388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06E8B6F-F939-4127-9778-BA23AF98C15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6920" cy="178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D6531CB-9549-4E8B-A803-249DB0E30B9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1143000" y="841680"/>
            <a:ext cx="6856920" cy="829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7731D30-1A6A-4F9B-AF74-AFFAAEA8B3E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6920" cy="178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388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457200" y="276120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3BDD363-07DA-497E-A846-24CBF29FBDF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6920" cy="178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467388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4673880" y="276120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586C613-89FC-4BD2-B1B4-1CB78FB234F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6920" cy="178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467388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457200" y="2761200"/>
            <a:ext cx="822888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DCC966B-CA2F-4D8F-BD2D-0EFE0800ED0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6920" cy="178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888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57200" y="2761200"/>
            <a:ext cx="822888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9D0B66B-36D8-4D56-8370-EB6C96B1EBC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6920" cy="178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67388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457200" y="276120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4673880" y="276120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B7CC8CC-FFB6-4194-8CC3-0ED46E85C348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6920" cy="178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57200" y="2761200"/>
            <a:ext cx="264960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239640" y="2761200"/>
            <a:ext cx="264960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022080" y="2761200"/>
            <a:ext cx="264960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0DBAA15-8C75-41D9-B85B-726E625F5B8D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6920" cy="178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latin typeface="Arial"/>
              </a:rPr>
              <a:t>Click to edit the title text format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Click to edit the outline text format</a:t>
            </a:r>
            <a:endParaRPr b="0" lang="en-US" sz="18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latin typeface="Arial"/>
              </a:rPr>
              <a:t>Second Outline Level</a:t>
            </a:r>
            <a:endParaRPr b="0" lang="en-US" sz="1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Third Outline Level</a:t>
            </a:r>
            <a:endParaRPr b="0" lang="en-US" sz="18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latin typeface="Arial"/>
              </a:rPr>
              <a:t>Fourth Outline Level</a:t>
            </a:r>
            <a:endParaRPr b="0" lang="en-US" sz="18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Fifth Outline Level</a:t>
            </a:r>
            <a:endParaRPr b="0" lang="en-US" sz="18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Sixth Outline Level</a:t>
            </a:r>
            <a:endParaRPr b="0" lang="en-US" sz="18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Seventh Outline Level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1"/>
          </p:nvPr>
        </p:nvSpPr>
        <p:spPr>
          <a:xfrm>
            <a:off x="3029040" y="4767120"/>
            <a:ext cx="3085200" cy="272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lnSpc>
                <a:spcPct val="100000"/>
              </a:lnSpc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2"/>
          </p:nvPr>
        </p:nvSpPr>
        <p:spPr>
          <a:xfrm>
            <a:off x="6458040" y="4767120"/>
            <a:ext cx="2056320" cy="272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9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742E1578-F21D-49BD-A23D-E2C90A4C3EDD}" type="slidenum">
              <a:rPr b="0" lang="en-US" sz="9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US" sz="9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dt" idx="3"/>
          </p:nvPr>
        </p:nvSpPr>
        <p:spPr>
          <a:xfrm>
            <a:off x="628560" y="4767120"/>
            <a:ext cx="2056320" cy="272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a0a58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Прямоугольник со скругленными углами 3"/>
          <p:cNvSpPr/>
          <p:nvPr/>
        </p:nvSpPr>
        <p:spPr>
          <a:xfrm>
            <a:off x="186840" y="185400"/>
            <a:ext cx="8769600" cy="4757400"/>
          </a:xfrm>
          <a:prstGeom prst="roundRect">
            <a:avLst>
              <a:gd name="adj" fmla="val 4051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8" name="Прямоугольник 10"/>
          <p:cNvSpPr/>
          <p:nvPr/>
        </p:nvSpPr>
        <p:spPr>
          <a:xfrm>
            <a:off x="460080" y="658080"/>
            <a:ext cx="8468280" cy="330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6999"/>
              </a:lnSpc>
              <a:buNone/>
            </a:pPr>
            <a:r>
              <a:rPr b="0" lang="en-US" sz="5400" spc="-1" strike="noStrike">
                <a:solidFill>
                  <a:srgbClr val="ffffff"/>
                </a:solidFill>
                <a:latin typeface="Arial"/>
                <a:ea typeface="DejaVu Sans"/>
              </a:rPr>
              <a:t>TITLE</a:t>
            </a:r>
            <a:endParaRPr b="0" lang="en-US" sz="5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Прямоугольник со скругленными углами 3"/>
          <p:cNvSpPr/>
          <p:nvPr/>
        </p:nvSpPr>
        <p:spPr>
          <a:xfrm>
            <a:off x="3507480" y="0"/>
            <a:ext cx="5635440" cy="5142600"/>
          </a:xfrm>
          <a:prstGeom prst="roundRect">
            <a:avLst>
              <a:gd name="adj" fmla="val 0"/>
            </a:avLst>
          </a:prstGeom>
          <a:solidFill>
            <a:srgbClr val="a0a5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0" name="Прямоугольник: скругленные углы 2"/>
          <p:cNvSpPr/>
          <p:nvPr/>
        </p:nvSpPr>
        <p:spPr>
          <a:xfrm>
            <a:off x="3722040" y="257040"/>
            <a:ext cx="5185440" cy="4649400"/>
          </a:xfrm>
          <a:prstGeom prst="roundRect">
            <a:avLst>
              <a:gd name="adj" fmla="val 6228"/>
            </a:avLst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1" name="Овал 1"/>
          <p:cNvSpPr/>
          <p:nvPr/>
        </p:nvSpPr>
        <p:spPr>
          <a:xfrm>
            <a:off x="4122000" y="631080"/>
            <a:ext cx="898920" cy="898920"/>
          </a:xfrm>
          <a:prstGeom prst="ellipse">
            <a:avLst/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ffffff"/>
                </a:solidFill>
                <a:latin typeface="Calibri"/>
                <a:ea typeface="DejaVu Sans"/>
              </a:rPr>
              <a:t>01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2" name="Овал 23"/>
          <p:cNvSpPr/>
          <p:nvPr/>
        </p:nvSpPr>
        <p:spPr>
          <a:xfrm>
            <a:off x="4122000" y="2127600"/>
            <a:ext cx="898920" cy="887040"/>
          </a:xfrm>
          <a:prstGeom prst="ellipse">
            <a:avLst/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ffffff"/>
                </a:solidFill>
                <a:latin typeface="Calibri"/>
                <a:ea typeface="DejaVu Sans"/>
              </a:rPr>
              <a:t>02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3" name="Овал 29"/>
          <p:cNvSpPr/>
          <p:nvPr/>
        </p:nvSpPr>
        <p:spPr>
          <a:xfrm>
            <a:off x="4122000" y="3612240"/>
            <a:ext cx="898920" cy="898920"/>
          </a:xfrm>
          <a:prstGeom prst="ellipse">
            <a:avLst/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ffffff"/>
                </a:solidFill>
                <a:latin typeface="Calibri"/>
                <a:ea typeface="DejaVu Sans"/>
              </a:rPr>
              <a:t>03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4" name="TextBox 10"/>
          <p:cNvSpPr/>
          <p:nvPr/>
        </p:nvSpPr>
        <p:spPr>
          <a:xfrm>
            <a:off x="5110920" y="489600"/>
            <a:ext cx="3578400" cy="55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</a:t>
            </a:r>
            <a:r>
              <a:rPr b="0" lang="ru-RU" sz="1400" spc="-1" strike="noStrike">
                <a:solidFill>
                  <a:srgbClr val="d9d9d9"/>
                </a:solidFill>
                <a:latin typeface="Arial"/>
                <a:ea typeface="DejaVu Sans"/>
              </a:rPr>
              <a:t>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55" name="TextBox 10"/>
          <p:cNvSpPr/>
          <p:nvPr/>
        </p:nvSpPr>
        <p:spPr>
          <a:xfrm>
            <a:off x="5110920" y="1025280"/>
            <a:ext cx="3578400" cy="78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1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56" name="TextBox 10"/>
          <p:cNvSpPr/>
          <p:nvPr/>
        </p:nvSpPr>
        <p:spPr>
          <a:xfrm>
            <a:off x="5107320" y="1985400"/>
            <a:ext cx="3578400" cy="55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57" name="TextBox 10"/>
          <p:cNvSpPr/>
          <p:nvPr/>
        </p:nvSpPr>
        <p:spPr>
          <a:xfrm>
            <a:off x="5107320" y="2517840"/>
            <a:ext cx="3578400" cy="84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2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58" name="TextBox 10"/>
          <p:cNvSpPr/>
          <p:nvPr/>
        </p:nvSpPr>
        <p:spPr>
          <a:xfrm>
            <a:off x="5107320" y="3470760"/>
            <a:ext cx="3578400" cy="55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SUBTITLE3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59" name="TextBox 10"/>
          <p:cNvSpPr/>
          <p:nvPr/>
        </p:nvSpPr>
        <p:spPr>
          <a:xfrm>
            <a:off x="5107320" y="4003560"/>
            <a:ext cx="3578400" cy="79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3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60" name="TextBox 13"/>
          <p:cNvSpPr/>
          <p:nvPr/>
        </p:nvSpPr>
        <p:spPr>
          <a:xfrm>
            <a:off x="165960" y="200880"/>
            <a:ext cx="3147480" cy="184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ffffff"/>
                </a:solidFill>
                <a:latin typeface="Arial"/>
                <a:ea typeface="DejaVu Sans"/>
              </a:rPr>
              <a:t>TITLE</a:t>
            </a:r>
            <a:endParaRPr b="0" lang="en-US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Прямоугольник со скругленными углами 3"/>
          <p:cNvSpPr/>
          <p:nvPr/>
        </p:nvSpPr>
        <p:spPr>
          <a:xfrm>
            <a:off x="0" y="0"/>
            <a:ext cx="9142920" cy="1960920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62" name="TextBox 10"/>
          <p:cNvSpPr/>
          <p:nvPr/>
        </p:nvSpPr>
        <p:spPr>
          <a:xfrm>
            <a:off x="384840" y="2571840"/>
            <a:ext cx="2664360" cy="71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63" name="TextBox 10"/>
          <p:cNvSpPr/>
          <p:nvPr/>
        </p:nvSpPr>
        <p:spPr>
          <a:xfrm>
            <a:off x="384840" y="3356280"/>
            <a:ext cx="2664360" cy="156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1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64" name="TextBox 10"/>
          <p:cNvSpPr/>
          <p:nvPr/>
        </p:nvSpPr>
        <p:spPr>
          <a:xfrm>
            <a:off x="3239280" y="2571840"/>
            <a:ext cx="2664360" cy="71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65" name="TextBox 10"/>
          <p:cNvSpPr/>
          <p:nvPr/>
        </p:nvSpPr>
        <p:spPr>
          <a:xfrm>
            <a:off x="3239280" y="3356280"/>
            <a:ext cx="2664360" cy="156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2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66" name="TextBox 10"/>
          <p:cNvSpPr/>
          <p:nvPr/>
        </p:nvSpPr>
        <p:spPr>
          <a:xfrm>
            <a:off x="6093720" y="2571840"/>
            <a:ext cx="2664360" cy="71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SUBTITLE3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67" name="TextBox 10"/>
          <p:cNvSpPr/>
          <p:nvPr/>
        </p:nvSpPr>
        <p:spPr>
          <a:xfrm>
            <a:off x="6093720" y="3356280"/>
            <a:ext cx="2664360" cy="156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3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68" name="TextBox 9"/>
          <p:cNvSpPr/>
          <p:nvPr/>
        </p:nvSpPr>
        <p:spPr>
          <a:xfrm>
            <a:off x="384840" y="2178000"/>
            <a:ext cx="8465040" cy="48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ffffff"/>
                </a:solidFill>
                <a:latin typeface="Arial"/>
                <a:ea typeface="DejaVu Sans"/>
              </a:rPr>
              <a:t>TITLE</a:t>
            </a:r>
            <a:endParaRPr b="0" lang="en-US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a0a58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Прямоугольник: скругленные углы 15"/>
          <p:cNvSpPr/>
          <p:nvPr/>
        </p:nvSpPr>
        <p:spPr>
          <a:xfrm>
            <a:off x="4636440" y="250200"/>
            <a:ext cx="4197600" cy="4624560"/>
          </a:xfrm>
          <a:prstGeom prst="roundRect">
            <a:avLst>
              <a:gd name="adj" fmla="val 6228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  <a:ea typeface="DejaVu Sans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70" name="Прямоугольник: скругленные углы 16"/>
          <p:cNvSpPr/>
          <p:nvPr/>
        </p:nvSpPr>
        <p:spPr>
          <a:xfrm>
            <a:off x="329400" y="257040"/>
            <a:ext cx="4197600" cy="4624560"/>
          </a:xfrm>
          <a:prstGeom prst="roundRect">
            <a:avLst>
              <a:gd name="adj" fmla="val 6228"/>
            </a:avLst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1" name="Овал 9"/>
          <p:cNvSpPr/>
          <p:nvPr/>
        </p:nvSpPr>
        <p:spPr>
          <a:xfrm>
            <a:off x="4272120" y="1193040"/>
            <a:ext cx="634680" cy="634680"/>
          </a:xfrm>
          <a:prstGeom prst="ellipse">
            <a:avLst/>
          </a:prstGeom>
          <a:solidFill>
            <a:srgbClr val="f5dd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2" name="TextBox 10"/>
          <p:cNvSpPr/>
          <p:nvPr/>
        </p:nvSpPr>
        <p:spPr>
          <a:xfrm>
            <a:off x="581760" y="828720"/>
            <a:ext cx="3692880" cy="55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</a:t>
            </a:r>
            <a:r>
              <a:rPr b="0" lang="ru-RU" sz="1400" spc="-1" strike="noStrike">
                <a:solidFill>
                  <a:srgbClr val="d9d9d9"/>
                </a:solidFill>
                <a:latin typeface="Arial"/>
                <a:ea typeface="DejaVu Sans"/>
              </a:rPr>
              <a:t>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73" name="TextBox 10"/>
          <p:cNvSpPr/>
          <p:nvPr/>
        </p:nvSpPr>
        <p:spPr>
          <a:xfrm>
            <a:off x="581760" y="1364400"/>
            <a:ext cx="3692880" cy="78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1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74" name="TextBox 10"/>
          <p:cNvSpPr/>
          <p:nvPr/>
        </p:nvSpPr>
        <p:spPr>
          <a:xfrm>
            <a:off x="578160" y="2154600"/>
            <a:ext cx="3692880" cy="55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75" name="TextBox 10"/>
          <p:cNvSpPr/>
          <p:nvPr/>
        </p:nvSpPr>
        <p:spPr>
          <a:xfrm>
            <a:off x="578160" y="2687040"/>
            <a:ext cx="3692880" cy="84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2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76" name="TextBox 10"/>
          <p:cNvSpPr/>
          <p:nvPr/>
        </p:nvSpPr>
        <p:spPr>
          <a:xfrm>
            <a:off x="578160" y="3482280"/>
            <a:ext cx="3692880" cy="55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SUBTITLE3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77" name="TextBox 10"/>
          <p:cNvSpPr/>
          <p:nvPr/>
        </p:nvSpPr>
        <p:spPr>
          <a:xfrm>
            <a:off x="578160" y="4015080"/>
            <a:ext cx="3692880" cy="79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3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78" name="TextBox 30"/>
          <p:cNvSpPr/>
          <p:nvPr/>
        </p:nvSpPr>
        <p:spPr>
          <a:xfrm>
            <a:off x="553680" y="352440"/>
            <a:ext cx="3803040" cy="78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ffffff"/>
                </a:solidFill>
                <a:latin typeface="Arial"/>
                <a:ea typeface="DejaVu Sans"/>
              </a:rPr>
              <a:t>TITLE</a:t>
            </a:r>
            <a:endParaRPr b="0" lang="en-US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TextBox 20"/>
          <p:cNvSpPr/>
          <p:nvPr/>
        </p:nvSpPr>
        <p:spPr>
          <a:xfrm>
            <a:off x="516960" y="411840"/>
            <a:ext cx="8465040" cy="48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ffffff"/>
                </a:solidFill>
                <a:latin typeface="Arial"/>
                <a:ea typeface="DejaVu Sans"/>
              </a:rPr>
              <a:t>TITLE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80" name="Прямоугольник со скругленными углами 3"/>
          <p:cNvSpPr/>
          <p:nvPr/>
        </p:nvSpPr>
        <p:spPr>
          <a:xfrm>
            <a:off x="456480" y="1406160"/>
            <a:ext cx="2300040" cy="1439280"/>
          </a:xfrm>
          <a:prstGeom prst="roundRect">
            <a:avLst>
              <a:gd name="adj" fmla="val 12736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81" name="TextBox 10"/>
          <p:cNvSpPr/>
          <p:nvPr/>
        </p:nvSpPr>
        <p:spPr>
          <a:xfrm>
            <a:off x="384840" y="3013560"/>
            <a:ext cx="2428560" cy="71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82" name="TextBox 10"/>
          <p:cNvSpPr/>
          <p:nvPr/>
        </p:nvSpPr>
        <p:spPr>
          <a:xfrm>
            <a:off x="384840" y="3798000"/>
            <a:ext cx="2428560" cy="103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1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83" name="Прямоугольник: скругленные углы 1"/>
          <p:cNvSpPr/>
          <p:nvPr/>
        </p:nvSpPr>
        <p:spPr>
          <a:xfrm>
            <a:off x="328680" y="228600"/>
            <a:ext cx="8500680" cy="813240"/>
          </a:xfrm>
          <a:prstGeom prst="roundRect">
            <a:avLst>
              <a:gd name="adj" fmla="val 16667"/>
            </a:avLst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84" name="Прямоугольник: скругленные углы 10"/>
          <p:cNvSpPr/>
          <p:nvPr/>
        </p:nvSpPr>
        <p:spPr>
          <a:xfrm>
            <a:off x="328680" y="1279080"/>
            <a:ext cx="2556360" cy="3642120"/>
          </a:xfrm>
          <a:prstGeom prst="roundRect">
            <a:avLst>
              <a:gd name="adj" fmla="val 7815"/>
            </a:avLst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85" name="Прямоугольник со скругленными углами 3"/>
          <p:cNvSpPr/>
          <p:nvPr/>
        </p:nvSpPr>
        <p:spPr>
          <a:xfrm>
            <a:off x="3421080" y="1398960"/>
            <a:ext cx="2300040" cy="1439280"/>
          </a:xfrm>
          <a:prstGeom prst="roundRect">
            <a:avLst>
              <a:gd name="adj" fmla="val 12736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86" name="TextBox 10"/>
          <p:cNvSpPr/>
          <p:nvPr/>
        </p:nvSpPr>
        <p:spPr>
          <a:xfrm>
            <a:off x="3349440" y="3013560"/>
            <a:ext cx="2428560" cy="71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</a:t>
            </a:r>
            <a:r>
              <a:rPr b="0" lang="ru-RU" sz="1400" spc="-1" strike="noStrike">
                <a:solidFill>
                  <a:srgbClr val="d9d9d9"/>
                </a:solidFill>
                <a:latin typeface="Arial"/>
                <a:ea typeface="DejaVu Sans"/>
              </a:rPr>
              <a:t>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87" name="TextBox 10"/>
          <p:cNvSpPr/>
          <p:nvPr/>
        </p:nvSpPr>
        <p:spPr>
          <a:xfrm>
            <a:off x="3349440" y="3798000"/>
            <a:ext cx="2428560" cy="103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2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88" name="Прямоугольник: скругленные углы 14"/>
          <p:cNvSpPr/>
          <p:nvPr/>
        </p:nvSpPr>
        <p:spPr>
          <a:xfrm>
            <a:off x="3293280" y="1271880"/>
            <a:ext cx="2556360" cy="3642120"/>
          </a:xfrm>
          <a:prstGeom prst="roundRect">
            <a:avLst>
              <a:gd name="adj" fmla="val 7815"/>
            </a:avLst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89" name="Прямоугольник со скругленными углами 3"/>
          <p:cNvSpPr/>
          <p:nvPr/>
        </p:nvSpPr>
        <p:spPr>
          <a:xfrm>
            <a:off x="6400800" y="1379520"/>
            <a:ext cx="2300040" cy="1439280"/>
          </a:xfrm>
          <a:prstGeom prst="roundRect">
            <a:avLst>
              <a:gd name="adj" fmla="val 12736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90" name="TextBox 10"/>
          <p:cNvSpPr/>
          <p:nvPr/>
        </p:nvSpPr>
        <p:spPr>
          <a:xfrm>
            <a:off x="6329520" y="3013560"/>
            <a:ext cx="2428560" cy="71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</a:t>
            </a:r>
            <a:r>
              <a:rPr b="0" lang="ru-RU" sz="1400" spc="-1" strike="noStrike">
                <a:solidFill>
                  <a:srgbClr val="d9d9d9"/>
                </a:solidFill>
                <a:latin typeface="Arial"/>
                <a:ea typeface="DejaVu Sans"/>
              </a:rPr>
              <a:t>3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91" name="TextBox 10"/>
          <p:cNvSpPr/>
          <p:nvPr/>
        </p:nvSpPr>
        <p:spPr>
          <a:xfrm>
            <a:off x="6329520" y="3798000"/>
            <a:ext cx="2428560" cy="103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3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92" name="Прямоугольник: скругленные углы 19"/>
          <p:cNvSpPr/>
          <p:nvPr/>
        </p:nvSpPr>
        <p:spPr>
          <a:xfrm>
            <a:off x="6273000" y="1252800"/>
            <a:ext cx="2556360" cy="3642120"/>
          </a:xfrm>
          <a:prstGeom prst="roundRect">
            <a:avLst>
              <a:gd name="adj" fmla="val 7815"/>
            </a:avLst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Прямоугольник со скругленными углами 3"/>
          <p:cNvSpPr/>
          <p:nvPr/>
        </p:nvSpPr>
        <p:spPr>
          <a:xfrm>
            <a:off x="0" y="0"/>
            <a:ext cx="3396240" cy="5142600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94" name="TextBox 10"/>
          <p:cNvSpPr/>
          <p:nvPr/>
        </p:nvSpPr>
        <p:spPr>
          <a:xfrm>
            <a:off x="4192560" y="3830040"/>
            <a:ext cx="467172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SUBTITLE3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95" name="TextBox 10"/>
          <p:cNvSpPr/>
          <p:nvPr/>
        </p:nvSpPr>
        <p:spPr>
          <a:xfrm>
            <a:off x="4192560" y="4188600"/>
            <a:ext cx="4671720" cy="71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3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96" name="Овал 9"/>
          <p:cNvSpPr/>
          <p:nvPr/>
        </p:nvSpPr>
        <p:spPr>
          <a:xfrm>
            <a:off x="3724560" y="3830040"/>
            <a:ext cx="402480" cy="402480"/>
          </a:xfrm>
          <a:prstGeom prst="ellipse">
            <a:avLst/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800" spc="-1" strike="noStrike">
                <a:solidFill>
                  <a:srgbClr val="ffffff"/>
                </a:solidFill>
                <a:latin typeface="Calibri"/>
                <a:ea typeface="DejaVu Sans"/>
              </a:rPr>
              <a:t>03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97" name="TextBox 10"/>
          <p:cNvSpPr/>
          <p:nvPr/>
        </p:nvSpPr>
        <p:spPr>
          <a:xfrm>
            <a:off x="4192560" y="2571840"/>
            <a:ext cx="467172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</a:t>
            </a:r>
            <a:r>
              <a:rPr b="0" lang="ru-RU" sz="1400" spc="-1" strike="noStrike">
                <a:solidFill>
                  <a:srgbClr val="d9d9d9"/>
                </a:solidFill>
                <a:latin typeface="Arial"/>
                <a:ea typeface="DejaVu Sans"/>
              </a:rPr>
              <a:t>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98" name="TextBox 10"/>
          <p:cNvSpPr/>
          <p:nvPr/>
        </p:nvSpPr>
        <p:spPr>
          <a:xfrm>
            <a:off x="4192560" y="2930400"/>
            <a:ext cx="4671720" cy="71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2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99" name="Овал 13"/>
          <p:cNvSpPr/>
          <p:nvPr/>
        </p:nvSpPr>
        <p:spPr>
          <a:xfrm>
            <a:off x="3724560" y="2571840"/>
            <a:ext cx="402480" cy="402480"/>
          </a:xfrm>
          <a:prstGeom prst="ellipse">
            <a:avLst/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800" spc="-1" strike="noStrike">
                <a:solidFill>
                  <a:srgbClr val="ffffff"/>
                </a:solidFill>
                <a:latin typeface="Calibri"/>
                <a:ea typeface="DejaVu Sans"/>
              </a:rPr>
              <a:t>02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100" name="TextBox 10"/>
          <p:cNvSpPr/>
          <p:nvPr/>
        </p:nvSpPr>
        <p:spPr>
          <a:xfrm>
            <a:off x="4192560" y="1311840"/>
            <a:ext cx="467172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</a:t>
            </a:r>
            <a:r>
              <a:rPr b="0" lang="ru-RU" sz="1400" spc="-1" strike="noStrike">
                <a:solidFill>
                  <a:srgbClr val="d9d9d9"/>
                </a:solidFill>
                <a:latin typeface="Arial"/>
                <a:ea typeface="DejaVu Sans"/>
              </a:rPr>
              <a:t>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01" name="TextBox 10"/>
          <p:cNvSpPr/>
          <p:nvPr/>
        </p:nvSpPr>
        <p:spPr>
          <a:xfrm>
            <a:off x="4192560" y="1670760"/>
            <a:ext cx="4671720" cy="71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1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02" name="Овал 16"/>
          <p:cNvSpPr/>
          <p:nvPr/>
        </p:nvSpPr>
        <p:spPr>
          <a:xfrm>
            <a:off x="3724560" y="1311840"/>
            <a:ext cx="402480" cy="402480"/>
          </a:xfrm>
          <a:prstGeom prst="ellipse">
            <a:avLst/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800" spc="-1" strike="noStrike">
                <a:solidFill>
                  <a:srgbClr val="ffffff"/>
                </a:solidFill>
                <a:latin typeface="Calibri"/>
                <a:ea typeface="DejaVu Sans"/>
              </a:rPr>
              <a:t>01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103" name="TextBox 17"/>
          <p:cNvSpPr/>
          <p:nvPr/>
        </p:nvSpPr>
        <p:spPr>
          <a:xfrm>
            <a:off x="3607560" y="215280"/>
            <a:ext cx="5374440" cy="90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ffffff"/>
                </a:solidFill>
                <a:latin typeface="Arial"/>
                <a:ea typeface="DejaVu Sans"/>
              </a:rPr>
              <a:t>TITLE</a:t>
            </a:r>
            <a:endParaRPr b="0" lang="en-US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Прямоугольник: скругленные углы 22"/>
          <p:cNvSpPr/>
          <p:nvPr/>
        </p:nvSpPr>
        <p:spPr>
          <a:xfrm>
            <a:off x="3417120" y="1051560"/>
            <a:ext cx="5047200" cy="840960"/>
          </a:xfrm>
          <a:prstGeom prst="roundRect">
            <a:avLst>
              <a:gd name="adj" fmla="val 16667"/>
            </a:avLst>
          </a:prstGeom>
          <a:noFill/>
          <a:ln>
            <a:solidFill>
              <a:srgbClr val="c0cc8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05" name="Прямоугольник: скругленные углы 28"/>
          <p:cNvSpPr/>
          <p:nvPr/>
        </p:nvSpPr>
        <p:spPr>
          <a:xfrm>
            <a:off x="3417120" y="2451960"/>
            <a:ext cx="5047200" cy="840960"/>
          </a:xfrm>
          <a:prstGeom prst="roundRect">
            <a:avLst>
              <a:gd name="adj" fmla="val 16667"/>
            </a:avLst>
          </a:prstGeom>
          <a:noFill/>
          <a:ln>
            <a:solidFill>
              <a:srgbClr val="c0cc8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06" name="Прямоугольник: скругленные углы 32"/>
          <p:cNvSpPr/>
          <p:nvPr/>
        </p:nvSpPr>
        <p:spPr>
          <a:xfrm>
            <a:off x="3417120" y="3849840"/>
            <a:ext cx="5047200" cy="840960"/>
          </a:xfrm>
          <a:prstGeom prst="roundRect">
            <a:avLst>
              <a:gd name="adj" fmla="val 16667"/>
            </a:avLst>
          </a:prstGeom>
          <a:noFill/>
          <a:ln>
            <a:solidFill>
              <a:srgbClr val="c0cc8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07" name="TextBox 10"/>
          <p:cNvSpPr/>
          <p:nvPr/>
        </p:nvSpPr>
        <p:spPr>
          <a:xfrm>
            <a:off x="3821760" y="1115280"/>
            <a:ext cx="4483080" cy="71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1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08" name="Прямая соединительная линия 4"/>
          <p:cNvSpPr/>
          <p:nvPr/>
        </p:nvSpPr>
        <p:spPr>
          <a:xfrm>
            <a:off x="782280" y="987120"/>
            <a:ext cx="360" cy="3813480"/>
          </a:xfrm>
          <a:prstGeom prst="line">
            <a:avLst/>
          </a:prstGeom>
          <a:ln>
            <a:solidFill>
              <a:srgbClr val="c0cc8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09" name="Прямоугольник: скругленные углы 19"/>
          <p:cNvSpPr/>
          <p:nvPr/>
        </p:nvSpPr>
        <p:spPr>
          <a:xfrm>
            <a:off x="1135800" y="1033200"/>
            <a:ext cx="2642040" cy="880200"/>
          </a:xfrm>
          <a:prstGeom prst="roundRect">
            <a:avLst>
              <a:gd name="adj" fmla="val 16667"/>
            </a:avLst>
          </a:prstGeom>
          <a:solidFill>
            <a:srgbClr val="c0c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10" name="TextBox 10"/>
          <p:cNvSpPr/>
          <p:nvPr/>
        </p:nvSpPr>
        <p:spPr>
          <a:xfrm>
            <a:off x="1164600" y="1033200"/>
            <a:ext cx="2545560" cy="88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SUBTITLE</a:t>
            </a:r>
            <a:r>
              <a:rPr b="0" lang="ru-RU" sz="1400" spc="-1" strike="noStrike">
                <a:solidFill>
                  <a:srgbClr val="ffffff"/>
                </a:solidFill>
                <a:latin typeface="Arial"/>
                <a:ea typeface="DejaVu Sans"/>
              </a:rPr>
              <a:t>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11" name="TextBox 10"/>
          <p:cNvSpPr/>
          <p:nvPr/>
        </p:nvSpPr>
        <p:spPr>
          <a:xfrm>
            <a:off x="3821760" y="2515680"/>
            <a:ext cx="4483080" cy="71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2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12" name="Прямоугольник: скругленные углы 26"/>
          <p:cNvSpPr/>
          <p:nvPr/>
        </p:nvSpPr>
        <p:spPr>
          <a:xfrm>
            <a:off x="1135800" y="2433600"/>
            <a:ext cx="2642040" cy="880200"/>
          </a:xfrm>
          <a:prstGeom prst="roundRect">
            <a:avLst>
              <a:gd name="adj" fmla="val 16667"/>
            </a:avLst>
          </a:prstGeom>
          <a:solidFill>
            <a:srgbClr val="c0c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13" name="TextBox 10"/>
          <p:cNvSpPr/>
          <p:nvPr/>
        </p:nvSpPr>
        <p:spPr>
          <a:xfrm>
            <a:off x="1164600" y="2433600"/>
            <a:ext cx="2545560" cy="88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SUBTITLE</a:t>
            </a:r>
            <a:r>
              <a:rPr b="0" lang="ru-RU" sz="1400" spc="-1" strike="noStrike">
                <a:solidFill>
                  <a:srgbClr val="ffffff"/>
                </a:solidFill>
                <a:latin typeface="Arial"/>
                <a:ea typeface="DejaVu Sans"/>
              </a:rPr>
              <a:t>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14" name="TextBox 10"/>
          <p:cNvSpPr/>
          <p:nvPr/>
        </p:nvSpPr>
        <p:spPr>
          <a:xfrm>
            <a:off x="3821760" y="3913560"/>
            <a:ext cx="4483080" cy="71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3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15" name="Прямоугольник: скругленные углы 30"/>
          <p:cNvSpPr/>
          <p:nvPr/>
        </p:nvSpPr>
        <p:spPr>
          <a:xfrm>
            <a:off x="1135800" y="3831480"/>
            <a:ext cx="2642040" cy="880200"/>
          </a:xfrm>
          <a:prstGeom prst="roundRect">
            <a:avLst>
              <a:gd name="adj" fmla="val 16667"/>
            </a:avLst>
          </a:prstGeom>
          <a:solidFill>
            <a:srgbClr val="c0c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16" name="TextBox 10"/>
          <p:cNvSpPr/>
          <p:nvPr/>
        </p:nvSpPr>
        <p:spPr>
          <a:xfrm>
            <a:off x="1164600" y="3831480"/>
            <a:ext cx="2545560" cy="88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SUBTITLE</a:t>
            </a:r>
            <a:r>
              <a:rPr b="0" lang="ru-RU" sz="1400" spc="-1" strike="noStrike">
                <a:solidFill>
                  <a:srgbClr val="ffffff"/>
                </a:solidFill>
                <a:latin typeface="Arial"/>
                <a:ea typeface="DejaVu Sans"/>
              </a:rPr>
              <a:t>3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17" name="Овал 5"/>
          <p:cNvSpPr/>
          <p:nvPr/>
        </p:nvSpPr>
        <p:spPr>
          <a:xfrm>
            <a:off x="675360" y="1365840"/>
            <a:ext cx="220320" cy="220320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rgbClr val="c0cc8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18" name="Овал 33"/>
          <p:cNvSpPr/>
          <p:nvPr/>
        </p:nvSpPr>
        <p:spPr>
          <a:xfrm>
            <a:off x="675360" y="2728080"/>
            <a:ext cx="220320" cy="220320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rgbClr val="c0cc8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19" name="Овал 34"/>
          <p:cNvSpPr/>
          <p:nvPr/>
        </p:nvSpPr>
        <p:spPr>
          <a:xfrm>
            <a:off x="671760" y="4156200"/>
            <a:ext cx="220320" cy="220320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rgbClr val="c0cc8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20" name="TextBox 20"/>
          <p:cNvSpPr/>
          <p:nvPr/>
        </p:nvSpPr>
        <p:spPr>
          <a:xfrm>
            <a:off x="381600" y="271080"/>
            <a:ext cx="8465040" cy="48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ffffff"/>
                </a:solidFill>
                <a:latin typeface="Arial"/>
                <a:ea typeface="DejaVu Sans"/>
              </a:rPr>
              <a:t>TITLE</a:t>
            </a:r>
            <a:endParaRPr b="0" lang="en-US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Прямоугольник со скругленными углами 3"/>
          <p:cNvSpPr/>
          <p:nvPr/>
        </p:nvSpPr>
        <p:spPr>
          <a:xfrm>
            <a:off x="0" y="3181680"/>
            <a:ext cx="9142920" cy="1960920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22" name="TextBox 10"/>
          <p:cNvSpPr/>
          <p:nvPr/>
        </p:nvSpPr>
        <p:spPr>
          <a:xfrm>
            <a:off x="384840" y="801360"/>
            <a:ext cx="2442960" cy="71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23" name="TextBox 10"/>
          <p:cNvSpPr/>
          <p:nvPr/>
        </p:nvSpPr>
        <p:spPr>
          <a:xfrm>
            <a:off x="384840" y="1585800"/>
            <a:ext cx="2442960" cy="156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1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24" name="TextBox 10"/>
          <p:cNvSpPr/>
          <p:nvPr/>
        </p:nvSpPr>
        <p:spPr>
          <a:xfrm>
            <a:off x="3269880" y="801360"/>
            <a:ext cx="2442960" cy="71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25" name="TextBox 10"/>
          <p:cNvSpPr/>
          <p:nvPr/>
        </p:nvSpPr>
        <p:spPr>
          <a:xfrm>
            <a:off x="3269880" y="1585800"/>
            <a:ext cx="2442960" cy="156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2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26" name="TextBox 10"/>
          <p:cNvSpPr/>
          <p:nvPr/>
        </p:nvSpPr>
        <p:spPr>
          <a:xfrm>
            <a:off x="6154560" y="801360"/>
            <a:ext cx="2664360" cy="71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SUBTITLE3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27" name="TextBox 10"/>
          <p:cNvSpPr/>
          <p:nvPr/>
        </p:nvSpPr>
        <p:spPr>
          <a:xfrm>
            <a:off x="6154560" y="1585800"/>
            <a:ext cx="2664360" cy="156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3</a:t>
            </a:r>
            <a:endParaRPr b="0" lang="en-US" sz="1100" spc="-1" strike="noStrike">
              <a:latin typeface="Arial"/>
            </a:endParaRPr>
          </a:p>
        </p:txBody>
      </p:sp>
      <p:grpSp>
        <p:nvGrpSpPr>
          <p:cNvPr id="128" name="Группа 8"/>
          <p:cNvGrpSpPr/>
          <p:nvPr/>
        </p:nvGrpSpPr>
        <p:grpSpPr>
          <a:xfrm>
            <a:off x="2844000" y="1015560"/>
            <a:ext cx="299880" cy="1141200"/>
            <a:chOff x="2844000" y="1015560"/>
            <a:chExt cx="299880" cy="1141200"/>
          </a:xfrm>
        </p:grpSpPr>
        <p:sp>
          <p:nvSpPr>
            <p:cNvPr id="129" name="Прямая соединительная линия 7"/>
            <p:cNvSpPr/>
            <p:nvPr/>
          </p:nvSpPr>
          <p:spPr>
            <a:xfrm>
              <a:off x="2844000" y="1015560"/>
              <a:ext cx="299880" cy="571680"/>
            </a:xfrm>
            <a:prstGeom prst="line">
              <a:avLst/>
            </a:prstGeom>
            <a:ln w="127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30" name="Прямая соединительная линия 22"/>
            <p:cNvSpPr/>
            <p:nvPr/>
          </p:nvSpPr>
          <p:spPr>
            <a:xfrm flipV="1">
              <a:off x="2844000" y="1585080"/>
              <a:ext cx="299880" cy="571680"/>
            </a:xfrm>
            <a:prstGeom prst="line">
              <a:avLst/>
            </a:prstGeom>
            <a:ln w="127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</p:grpSp>
      <p:grpSp>
        <p:nvGrpSpPr>
          <p:cNvPr id="131" name="Группа 23"/>
          <p:cNvGrpSpPr/>
          <p:nvPr/>
        </p:nvGrpSpPr>
        <p:grpSpPr>
          <a:xfrm>
            <a:off x="5744520" y="1015560"/>
            <a:ext cx="300240" cy="1141200"/>
            <a:chOff x="5744520" y="1015560"/>
            <a:chExt cx="300240" cy="1141200"/>
          </a:xfrm>
        </p:grpSpPr>
        <p:sp>
          <p:nvSpPr>
            <p:cNvPr id="132" name="Прямая соединительная линия 30"/>
            <p:cNvSpPr/>
            <p:nvPr/>
          </p:nvSpPr>
          <p:spPr>
            <a:xfrm>
              <a:off x="5744520" y="1015560"/>
              <a:ext cx="300240" cy="571680"/>
            </a:xfrm>
            <a:prstGeom prst="line">
              <a:avLst/>
            </a:prstGeom>
            <a:ln w="127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33" name="Прямая соединительная линия 31"/>
            <p:cNvSpPr/>
            <p:nvPr/>
          </p:nvSpPr>
          <p:spPr>
            <a:xfrm flipV="1">
              <a:off x="5744520" y="1585080"/>
              <a:ext cx="300240" cy="571680"/>
            </a:xfrm>
            <a:prstGeom prst="line">
              <a:avLst/>
            </a:prstGeom>
            <a:ln w="127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</p:grpSp>
      <p:sp>
        <p:nvSpPr>
          <p:cNvPr id="134" name=""/>
          <p:cNvSpPr/>
          <p:nvPr/>
        </p:nvSpPr>
        <p:spPr>
          <a:xfrm>
            <a:off x="349200" y="228600"/>
            <a:ext cx="822888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TITLE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Прямоугольник со скругленными углами 3"/>
          <p:cNvSpPr/>
          <p:nvPr/>
        </p:nvSpPr>
        <p:spPr>
          <a:xfrm>
            <a:off x="5884200" y="0"/>
            <a:ext cx="3258720" cy="5142600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36" name="Прямоугольник: скругленные углы 12"/>
          <p:cNvSpPr/>
          <p:nvPr/>
        </p:nvSpPr>
        <p:spPr>
          <a:xfrm>
            <a:off x="384840" y="3378240"/>
            <a:ext cx="5235840" cy="1320480"/>
          </a:xfrm>
          <a:prstGeom prst="roundRect">
            <a:avLst>
              <a:gd name="adj" fmla="val 6945"/>
            </a:avLst>
          </a:prstGeom>
          <a:solidFill>
            <a:srgbClr val="c0c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37" name="Прямоугольник: скругленные углы 13"/>
          <p:cNvSpPr/>
          <p:nvPr/>
        </p:nvSpPr>
        <p:spPr>
          <a:xfrm>
            <a:off x="3091680" y="1135080"/>
            <a:ext cx="2532600" cy="2056320"/>
          </a:xfrm>
          <a:prstGeom prst="roundRect">
            <a:avLst>
              <a:gd name="adj" fmla="val 6945"/>
            </a:avLst>
          </a:prstGeom>
          <a:solidFill>
            <a:srgbClr val="c0c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38" name="Прямоугольник: скругленные углы 14"/>
          <p:cNvSpPr/>
          <p:nvPr/>
        </p:nvSpPr>
        <p:spPr>
          <a:xfrm>
            <a:off x="387720" y="1120680"/>
            <a:ext cx="2532600" cy="2056320"/>
          </a:xfrm>
          <a:prstGeom prst="roundRect">
            <a:avLst>
              <a:gd name="adj" fmla="val 6945"/>
            </a:avLst>
          </a:prstGeom>
          <a:solidFill>
            <a:srgbClr val="c0c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39" name="TextBox 10"/>
          <p:cNvSpPr/>
          <p:nvPr/>
        </p:nvSpPr>
        <p:spPr>
          <a:xfrm>
            <a:off x="476280" y="1176840"/>
            <a:ext cx="2342880" cy="71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SUBTITLE</a:t>
            </a:r>
            <a:r>
              <a:rPr b="0" lang="ru-RU" sz="1400" spc="-1" strike="noStrike">
                <a:solidFill>
                  <a:srgbClr val="ffffff"/>
                </a:solidFill>
                <a:latin typeface="Arial"/>
                <a:ea typeface="DejaVu Sans"/>
              </a:rPr>
              <a:t>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40" name="TextBox 10"/>
          <p:cNvSpPr/>
          <p:nvPr/>
        </p:nvSpPr>
        <p:spPr>
          <a:xfrm>
            <a:off x="476280" y="1961280"/>
            <a:ext cx="2342880" cy="114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1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41" name="TextBox 10"/>
          <p:cNvSpPr/>
          <p:nvPr/>
        </p:nvSpPr>
        <p:spPr>
          <a:xfrm>
            <a:off x="3179880" y="1176840"/>
            <a:ext cx="2339640" cy="71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SUBTITLE2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42" name="TextBox 10"/>
          <p:cNvSpPr/>
          <p:nvPr/>
        </p:nvSpPr>
        <p:spPr>
          <a:xfrm>
            <a:off x="3179880" y="1961280"/>
            <a:ext cx="2339640" cy="114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2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43" name="TextBox 10"/>
          <p:cNvSpPr/>
          <p:nvPr/>
        </p:nvSpPr>
        <p:spPr>
          <a:xfrm>
            <a:off x="476280" y="3479760"/>
            <a:ext cx="523584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SUBTITLE3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44" name="TextBox 10"/>
          <p:cNvSpPr/>
          <p:nvPr/>
        </p:nvSpPr>
        <p:spPr>
          <a:xfrm>
            <a:off x="476280" y="3831480"/>
            <a:ext cx="5146200" cy="71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3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45" name="TextBox 20"/>
          <p:cNvSpPr/>
          <p:nvPr/>
        </p:nvSpPr>
        <p:spPr>
          <a:xfrm>
            <a:off x="338760" y="160560"/>
            <a:ext cx="5281920" cy="92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ffffff"/>
                </a:solidFill>
                <a:latin typeface="Arial"/>
                <a:ea typeface="DejaVu Sans"/>
              </a:rPr>
              <a:t>TITLE</a:t>
            </a:r>
            <a:endParaRPr b="0" lang="en-US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Прямоугольник со скругленными углами 3"/>
          <p:cNvSpPr/>
          <p:nvPr/>
        </p:nvSpPr>
        <p:spPr>
          <a:xfrm>
            <a:off x="0" y="0"/>
            <a:ext cx="9142920" cy="1960920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47" name="TextBox 10"/>
          <p:cNvSpPr/>
          <p:nvPr/>
        </p:nvSpPr>
        <p:spPr>
          <a:xfrm>
            <a:off x="384840" y="2571840"/>
            <a:ext cx="2664360" cy="71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48" name="TextBox 10"/>
          <p:cNvSpPr/>
          <p:nvPr/>
        </p:nvSpPr>
        <p:spPr>
          <a:xfrm>
            <a:off x="384840" y="3456360"/>
            <a:ext cx="2664360" cy="156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1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49" name="TextBox 10"/>
          <p:cNvSpPr/>
          <p:nvPr/>
        </p:nvSpPr>
        <p:spPr>
          <a:xfrm>
            <a:off x="3239280" y="2571840"/>
            <a:ext cx="2664360" cy="71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50" name="TextBox 10"/>
          <p:cNvSpPr/>
          <p:nvPr/>
        </p:nvSpPr>
        <p:spPr>
          <a:xfrm>
            <a:off x="3239280" y="3456360"/>
            <a:ext cx="2664360" cy="156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2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51" name="TextBox 10"/>
          <p:cNvSpPr/>
          <p:nvPr/>
        </p:nvSpPr>
        <p:spPr>
          <a:xfrm>
            <a:off x="6093720" y="2571840"/>
            <a:ext cx="2664360" cy="71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SUBTITLE3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52" name="TextBox 10"/>
          <p:cNvSpPr/>
          <p:nvPr/>
        </p:nvSpPr>
        <p:spPr>
          <a:xfrm>
            <a:off x="6093720" y="3456360"/>
            <a:ext cx="2664360" cy="156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3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53" name="Прямая соединительная линия 2"/>
          <p:cNvSpPr/>
          <p:nvPr/>
        </p:nvSpPr>
        <p:spPr>
          <a:xfrm>
            <a:off x="3149280" y="2636280"/>
            <a:ext cx="360" cy="238572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54" name="Прямая соединительная линия 11"/>
          <p:cNvSpPr/>
          <p:nvPr/>
        </p:nvSpPr>
        <p:spPr>
          <a:xfrm>
            <a:off x="6014520" y="2636280"/>
            <a:ext cx="360" cy="238572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55" name="Прямая соединительная линия 30"/>
          <p:cNvSpPr/>
          <p:nvPr/>
        </p:nvSpPr>
        <p:spPr>
          <a:xfrm flipH="1">
            <a:off x="485640" y="3371040"/>
            <a:ext cx="8365320" cy="36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56" name="TextBox 12"/>
          <p:cNvSpPr/>
          <p:nvPr/>
        </p:nvSpPr>
        <p:spPr>
          <a:xfrm>
            <a:off x="384840" y="2178000"/>
            <a:ext cx="8465040" cy="48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ffffff"/>
                </a:solidFill>
                <a:latin typeface="Arial"/>
                <a:ea typeface="DejaVu Sans"/>
              </a:rPr>
              <a:t>TITLE</a:t>
            </a:r>
            <a:endParaRPr b="0" lang="en-US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TextBox 20"/>
          <p:cNvSpPr/>
          <p:nvPr/>
        </p:nvSpPr>
        <p:spPr>
          <a:xfrm>
            <a:off x="516960" y="411840"/>
            <a:ext cx="8397360" cy="57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ffffff"/>
                </a:solidFill>
                <a:latin typeface="Arial"/>
                <a:ea typeface="DejaVu Sans"/>
              </a:rPr>
              <a:t>TITLE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158" name="TextBox 10"/>
          <p:cNvSpPr/>
          <p:nvPr/>
        </p:nvSpPr>
        <p:spPr>
          <a:xfrm>
            <a:off x="516960" y="1058040"/>
            <a:ext cx="5303520" cy="57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59" name="TextBox 10"/>
          <p:cNvSpPr/>
          <p:nvPr/>
        </p:nvSpPr>
        <p:spPr>
          <a:xfrm>
            <a:off x="516960" y="1704600"/>
            <a:ext cx="5303520" cy="71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1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60" name="Прямоугольник со скругленными углами 3"/>
          <p:cNvSpPr/>
          <p:nvPr/>
        </p:nvSpPr>
        <p:spPr>
          <a:xfrm>
            <a:off x="6000480" y="1058400"/>
            <a:ext cx="2913840" cy="1823760"/>
          </a:xfrm>
          <a:prstGeom prst="roundRect">
            <a:avLst>
              <a:gd name="adj" fmla="val 12736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61" name="Прямоугольник со скругленными углами 3"/>
          <p:cNvSpPr/>
          <p:nvPr/>
        </p:nvSpPr>
        <p:spPr>
          <a:xfrm>
            <a:off x="6000480" y="3082320"/>
            <a:ext cx="2913840" cy="1823760"/>
          </a:xfrm>
          <a:prstGeom prst="roundRect">
            <a:avLst>
              <a:gd name="adj" fmla="val 12736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62" name="TextBox 10"/>
          <p:cNvSpPr/>
          <p:nvPr/>
        </p:nvSpPr>
        <p:spPr>
          <a:xfrm>
            <a:off x="516960" y="2371320"/>
            <a:ext cx="5303520" cy="57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</a:t>
            </a:r>
            <a:r>
              <a:rPr b="0" lang="ru-RU" sz="1400" spc="-1" strike="noStrike">
                <a:solidFill>
                  <a:srgbClr val="d9d9d9"/>
                </a:solidFill>
                <a:latin typeface="Arial"/>
                <a:ea typeface="DejaVu Sans"/>
              </a:rPr>
              <a:t>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63" name="TextBox 10"/>
          <p:cNvSpPr/>
          <p:nvPr/>
        </p:nvSpPr>
        <p:spPr>
          <a:xfrm>
            <a:off x="516960" y="3016440"/>
            <a:ext cx="5303520" cy="71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2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64" name="TextBox 10"/>
          <p:cNvSpPr/>
          <p:nvPr/>
        </p:nvSpPr>
        <p:spPr>
          <a:xfrm>
            <a:off x="516960" y="3612960"/>
            <a:ext cx="5303520" cy="69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</a:t>
            </a:r>
            <a:r>
              <a:rPr b="0" lang="ru-RU" sz="1400" spc="-1" strike="noStrike">
                <a:solidFill>
                  <a:srgbClr val="d9d9d9"/>
                </a:solidFill>
                <a:latin typeface="Arial"/>
                <a:ea typeface="DejaVu Sans"/>
              </a:rPr>
              <a:t>3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65" name="TextBox 10"/>
          <p:cNvSpPr/>
          <p:nvPr/>
        </p:nvSpPr>
        <p:spPr>
          <a:xfrm>
            <a:off x="516960" y="4376160"/>
            <a:ext cx="5303520" cy="71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3</a:t>
            </a:r>
            <a:endParaRPr b="0" lang="en-US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a0a58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Прямоугольник со скругленными углами 3"/>
          <p:cNvSpPr/>
          <p:nvPr/>
        </p:nvSpPr>
        <p:spPr>
          <a:xfrm>
            <a:off x="186840" y="185400"/>
            <a:ext cx="8769600" cy="4757400"/>
          </a:xfrm>
          <a:prstGeom prst="roundRect">
            <a:avLst>
              <a:gd name="adj" fmla="val 4051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67" name="Прямоугольник 10"/>
          <p:cNvSpPr/>
          <p:nvPr/>
        </p:nvSpPr>
        <p:spPr>
          <a:xfrm>
            <a:off x="460080" y="658080"/>
            <a:ext cx="8468280" cy="330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6999"/>
              </a:lnSpc>
              <a:buNone/>
            </a:pPr>
            <a:r>
              <a:rPr b="0" lang="en-US" sz="5400" spc="-1" strike="noStrike">
                <a:solidFill>
                  <a:srgbClr val="ffffff"/>
                </a:solidFill>
                <a:latin typeface="Arial"/>
                <a:ea typeface="DejaVu Sans"/>
              </a:rPr>
              <a:t>TITLE</a:t>
            </a:r>
            <a:endParaRPr b="0" lang="en-US" sz="5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2513</TotalTime>
  <Application>LibreOffice/7.3.7.2$Linux_X86_64 LibreOffice_project/30$Build-2</Application>
  <AppVersion>15.0000</AppVersion>
  <Words>147</Words>
  <Paragraphs>98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2024-04-17T19:56:02Z</dcterms:created>
  <dc:creator>Алика Шпагина</dc:creator>
  <dc:description/>
  <dc:language>en-US</dc:language>
  <cp:lastModifiedBy/>
  <dcterms:modified xsi:type="dcterms:W3CDTF">2025-03-31T11:03:10Z</dcterms:modified>
  <cp:revision>50</cp:revision>
  <dc:subject/>
  <dc:title>Презентация PowerPoint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5</vt:i4>
  </property>
  <property fmtid="{D5CDD505-2E9C-101B-9397-08002B2CF9AE}" pid="3" name="PresentationFormat">
    <vt:lpwstr>Экран (16:9)</vt:lpwstr>
  </property>
  <property fmtid="{D5CDD505-2E9C-101B-9397-08002B2CF9AE}" pid="4" name="Slides">
    <vt:i4>12</vt:i4>
  </property>
</Properties>
</file>