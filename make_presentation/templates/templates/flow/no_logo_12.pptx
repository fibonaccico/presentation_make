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5.xml.rels" ContentType="application/vnd.openxmlformats-package.relationships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Для перемещения страницы щёлкните мышью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2000" spc="-1" strike="noStrike"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1400" spc="-1" strike="noStrike">
                <a:latin typeface="Times New Roman"/>
              </a:rPr>
              <a:t>&lt;верхний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AD68C5E5-FBD3-4396-9C94-8962C2644619}" type="slidenum">
              <a:rPr b="0" lang="ru-RU" sz="1400" spc="-1" strike="noStrike">
                <a:latin typeface="Times New Roman"/>
              </a:rPr>
              <a:t>&lt;номер&gt;</a:t>
            </a:fld>
            <a:endParaRPr b="0" lang="ru-RU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AF0F013-D8B3-46EA-A7CC-EF0E1362C95C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C18A1F2-3C88-450F-849C-86225A76B254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9C3D5D7-F0CE-40DB-8E82-6E76311AA8E6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69BAD43-02C3-4665-A067-A627B9A2396D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3C756BD-EC9F-4652-A9F4-EADE9F8F8107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2DF253-50F3-4D23-8FD7-926FADDE95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4ED943A-FCC0-4191-8F76-B1904244A9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E65BB9-5D24-46D4-B031-28025B865FB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8660F6-FCB0-453A-B584-4F551FE8BAD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2BC619-1FFB-4350-B911-31374D8AC32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280" cy="82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1C5A7F-5D1F-4188-AD9A-041A350AEC9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0A31CF4-8F12-4FE7-83F9-B2CBB542CD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55DE66-18C3-4D25-93F1-DF899B457A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109627-4C85-4E21-AD3E-213BB232075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E76490-D3EE-4484-8C77-22A1FE9D6A4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D26C9F-A592-43FD-A80A-662A46A8FFF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4D61A6-4C6B-4BA6-B816-1D25BAE1F41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2819B7D-6C8A-4586-94FB-CB285743814C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&lt;номер&gt;</a:t>
            </a:fld>
            <a:endParaRPr b="0" lang="ru-RU" sz="9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Второй уровень структуры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Третий уровень структуры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Четвёртый уровень структуры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Пятый уровень структуры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Шестой уровень структуры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Седьмой уровень структуры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854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58080"/>
            <a:ext cx="846864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5400" spc="-1" strike="noStrike">
              <a:latin typeface="Arial"/>
            </a:endParaRPr>
          </a:p>
        </p:txBody>
      </p:sp>
      <p:sp>
        <p:nvSpPr>
          <p:cNvPr id="49" name="Прямоугольник 5"/>
          <p:cNvSpPr/>
          <p:nvPr/>
        </p:nvSpPr>
        <p:spPr>
          <a:xfrm>
            <a:off x="460080" y="358920"/>
            <a:ext cx="29988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1400" spc="-1" strike="noStrike">
                <a:solidFill>
                  <a:srgbClr val="f2f2f2"/>
                </a:solidFill>
                <a:latin typeface="Arial"/>
                <a:ea typeface="DejaVu Sans"/>
              </a:rPr>
              <a:t>Тема:</a:t>
            </a:r>
            <a:endParaRPr b="0" lang="ru-RU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Прямоугольник со скругленными углами 3"/>
          <p:cNvSpPr/>
          <p:nvPr/>
        </p:nvSpPr>
        <p:spPr>
          <a:xfrm>
            <a:off x="3507480" y="0"/>
            <a:ext cx="5635800" cy="5142960"/>
          </a:xfrm>
          <a:prstGeom prst="roundRect">
            <a:avLst>
              <a:gd name="adj" fmla="val 0"/>
            </a:avLst>
          </a:prstGeom>
          <a:solidFill>
            <a:srgbClr val="a0a5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1" name="Прямоугольник: скругленные углы 2"/>
          <p:cNvSpPr/>
          <p:nvPr/>
        </p:nvSpPr>
        <p:spPr>
          <a:xfrm>
            <a:off x="3722040" y="257040"/>
            <a:ext cx="5185800" cy="464976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2" name="Овал 1"/>
          <p:cNvSpPr/>
          <p:nvPr/>
        </p:nvSpPr>
        <p:spPr>
          <a:xfrm>
            <a:off x="4122000" y="631080"/>
            <a:ext cx="899280" cy="89928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01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3" name="Овал 23"/>
          <p:cNvSpPr/>
          <p:nvPr/>
        </p:nvSpPr>
        <p:spPr>
          <a:xfrm>
            <a:off x="4122000" y="2127600"/>
            <a:ext cx="899280" cy="8874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02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4" name="Овал 29"/>
          <p:cNvSpPr/>
          <p:nvPr/>
        </p:nvSpPr>
        <p:spPr>
          <a:xfrm>
            <a:off x="4122000" y="3612240"/>
            <a:ext cx="899280" cy="89928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03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5110920" y="4896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5110920" y="1025280"/>
            <a:ext cx="357876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5107320" y="19854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5107320" y="2517840"/>
            <a:ext cx="357876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5107320" y="347076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5107320" y="4003560"/>
            <a:ext cx="357876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165960" y="200880"/>
            <a:ext cx="3147840" cy="18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Прямоугольник со скругленными углами 3"/>
          <p:cNvSpPr/>
          <p:nvPr/>
        </p:nvSpPr>
        <p:spPr>
          <a:xfrm>
            <a:off x="0" y="0"/>
            <a:ext cx="9143280" cy="196128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63" name="TextBox 10"/>
          <p:cNvSpPr/>
          <p:nvPr/>
        </p:nvSpPr>
        <p:spPr>
          <a:xfrm>
            <a:off x="38484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4" name="TextBox 10"/>
          <p:cNvSpPr/>
          <p:nvPr/>
        </p:nvSpPr>
        <p:spPr>
          <a:xfrm>
            <a:off x="38484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323928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323928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09372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609372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384840" y="2178000"/>
            <a:ext cx="846540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Прямоугольник: скругленные углы 15"/>
          <p:cNvSpPr/>
          <p:nvPr/>
        </p:nvSpPr>
        <p:spPr>
          <a:xfrm>
            <a:off x="4636440" y="250200"/>
            <a:ext cx="4197960" cy="462492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71" name="Прямоугольник: скругленные углы 16"/>
          <p:cNvSpPr/>
          <p:nvPr/>
        </p:nvSpPr>
        <p:spPr>
          <a:xfrm>
            <a:off x="329400" y="257040"/>
            <a:ext cx="4197960" cy="462492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Овал 9"/>
          <p:cNvSpPr/>
          <p:nvPr/>
        </p:nvSpPr>
        <p:spPr>
          <a:xfrm>
            <a:off x="4272120" y="1193040"/>
            <a:ext cx="635040" cy="635040"/>
          </a:xfrm>
          <a:prstGeom prst="ellipse">
            <a:avLst/>
          </a:prstGeom>
          <a:solidFill>
            <a:srgbClr val="f5d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3" name="TextBox 10"/>
          <p:cNvSpPr/>
          <p:nvPr/>
        </p:nvSpPr>
        <p:spPr>
          <a:xfrm>
            <a:off x="581760" y="82872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4" name="TextBox 10"/>
          <p:cNvSpPr/>
          <p:nvPr/>
        </p:nvSpPr>
        <p:spPr>
          <a:xfrm>
            <a:off x="581760" y="1364400"/>
            <a:ext cx="369324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578160" y="215460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578160" y="2687040"/>
            <a:ext cx="369324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7" name="TextBox 10"/>
          <p:cNvSpPr/>
          <p:nvPr/>
        </p:nvSpPr>
        <p:spPr>
          <a:xfrm>
            <a:off x="578160" y="348228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578160" y="4015080"/>
            <a:ext cx="369324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9" name="TextBox 30"/>
          <p:cNvSpPr/>
          <p:nvPr/>
        </p:nvSpPr>
        <p:spPr>
          <a:xfrm>
            <a:off x="553680" y="352440"/>
            <a:ext cx="380340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20"/>
          <p:cNvSpPr/>
          <p:nvPr/>
        </p:nvSpPr>
        <p:spPr>
          <a:xfrm>
            <a:off x="516960" y="411840"/>
            <a:ext cx="846540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  <p:sp>
        <p:nvSpPr>
          <p:cNvPr id="81" name="Прямоугольник со скругленными углами 3"/>
          <p:cNvSpPr/>
          <p:nvPr/>
        </p:nvSpPr>
        <p:spPr>
          <a:xfrm>
            <a:off x="456480" y="1406160"/>
            <a:ext cx="2300400" cy="143964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84840" y="3013560"/>
            <a:ext cx="24289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384840" y="3798000"/>
            <a:ext cx="2428920" cy="10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84" name="Прямоугольник: скругленные углы 1"/>
          <p:cNvSpPr/>
          <p:nvPr/>
        </p:nvSpPr>
        <p:spPr>
          <a:xfrm>
            <a:off x="328680" y="228600"/>
            <a:ext cx="8501040" cy="8136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5" name="Прямоугольник: скругленные углы 10"/>
          <p:cNvSpPr/>
          <p:nvPr/>
        </p:nvSpPr>
        <p:spPr>
          <a:xfrm>
            <a:off x="328680" y="1279080"/>
            <a:ext cx="2556720" cy="364248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6" name="Прямоугольник со скругленными углами 3"/>
          <p:cNvSpPr/>
          <p:nvPr/>
        </p:nvSpPr>
        <p:spPr>
          <a:xfrm>
            <a:off x="3421080" y="1398960"/>
            <a:ext cx="2300400" cy="143964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87" name="TextBox 10"/>
          <p:cNvSpPr/>
          <p:nvPr/>
        </p:nvSpPr>
        <p:spPr>
          <a:xfrm>
            <a:off x="3349440" y="3013560"/>
            <a:ext cx="24289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88" name="TextBox 10"/>
          <p:cNvSpPr/>
          <p:nvPr/>
        </p:nvSpPr>
        <p:spPr>
          <a:xfrm>
            <a:off x="3349440" y="3798000"/>
            <a:ext cx="2428920" cy="10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89" name="Прямоугольник: скругленные углы 14"/>
          <p:cNvSpPr/>
          <p:nvPr/>
        </p:nvSpPr>
        <p:spPr>
          <a:xfrm>
            <a:off x="3293280" y="1271880"/>
            <a:ext cx="2556720" cy="364248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0" name="Прямоугольник со скругленными углами 3"/>
          <p:cNvSpPr/>
          <p:nvPr/>
        </p:nvSpPr>
        <p:spPr>
          <a:xfrm>
            <a:off x="6400800" y="1379520"/>
            <a:ext cx="2300400" cy="143964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6329520" y="3013560"/>
            <a:ext cx="24289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6329520" y="3798000"/>
            <a:ext cx="2428920" cy="10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93" name="Прямоугольник: скругленные углы 19"/>
          <p:cNvSpPr/>
          <p:nvPr/>
        </p:nvSpPr>
        <p:spPr>
          <a:xfrm>
            <a:off x="6273000" y="1252800"/>
            <a:ext cx="2556720" cy="364248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Прямоугольник со скругленными углами 3"/>
          <p:cNvSpPr/>
          <p:nvPr/>
        </p:nvSpPr>
        <p:spPr>
          <a:xfrm>
            <a:off x="0" y="0"/>
            <a:ext cx="3396600" cy="514296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4192560" y="3830040"/>
            <a:ext cx="467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4192560" y="4188600"/>
            <a:ext cx="46720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97" name="Овал 9"/>
          <p:cNvSpPr/>
          <p:nvPr/>
        </p:nvSpPr>
        <p:spPr>
          <a:xfrm>
            <a:off x="3724560" y="3830040"/>
            <a:ext cx="402840" cy="4028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  <a:ea typeface="DejaVu Sans"/>
              </a:rPr>
              <a:t>03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98" name="TextBox 10"/>
          <p:cNvSpPr/>
          <p:nvPr/>
        </p:nvSpPr>
        <p:spPr>
          <a:xfrm>
            <a:off x="4192560" y="2571840"/>
            <a:ext cx="467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99" name="TextBox 10"/>
          <p:cNvSpPr/>
          <p:nvPr/>
        </p:nvSpPr>
        <p:spPr>
          <a:xfrm>
            <a:off x="4192560" y="2930400"/>
            <a:ext cx="46720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00" name="Овал 13"/>
          <p:cNvSpPr/>
          <p:nvPr/>
        </p:nvSpPr>
        <p:spPr>
          <a:xfrm>
            <a:off x="3724560" y="2571840"/>
            <a:ext cx="402840" cy="4028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  <a:ea typeface="DejaVu Sans"/>
              </a:rPr>
              <a:t>02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4192560" y="1311840"/>
            <a:ext cx="467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02" name="TextBox 10"/>
          <p:cNvSpPr/>
          <p:nvPr/>
        </p:nvSpPr>
        <p:spPr>
          <a:xfrm>
            <a:off x="4192560" y="1670760"/>
            <a:ext cx="46720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03" name="Овал 16"/>
          <p:cNvSpPr/>
          <p:nvPr/>
        </p:nvSpPr>
        <p:spPr>
          <a:xfrm>
            <a:off x="3724560" y="1311840"/>
            <a:ext cx="402840" cy="4028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  <a:ea typeface="DejaVu Sans"/>
              </a:rPr>
              <a:t>01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3607560" y="215280"/>
            <a:ext cx="53748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Прямоугольник: скругленные углы 22"/>
          <p:cNvSpPr/>
          <p:nvPr/>
        </p:nvSpPr>
        <p:spPr>
          <a:xfrm>
            <a:off x="3417120" y="1051560"/>
            <a:ext cx="5047560" cy="8413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Прямоугольник: скругленные углы 28"/>
          <p:cNvSpPr/>
          <p:nvPr/>
        </p:nvSpPr>
        <p:spPr>
          <a:xfrm>
            <a:off x="3417120" y="2451960"/>
            <a:ext cx="5047560" cy="8413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" name="Прямоугольник: скругленные углы 32"/>
          <p:cNvSpPr/>
          <p:nvPr/>
        </p:nvSpPr>
        <p:spPr>
          <a:xfrm>
            <a:off x="3417120" y="3849840"/>
            <a:ext cx="5047560" cy="8413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8" name="TextBox 10"/>
          <p:cNvSpPr/>
          <p:nvPr/>
        </p:nvSpPr>
        <p:spPr>
          <a:xfrm>
            <a:off x="3821760" y="1115280"/>
            <a:ext cx="44834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09" name="Прямая соединительная линия 4"/>
          <p:cNvSpPr/>
          <p:nvPr/>
        </p:nvSpPr>
        <p:spPr>
          <a:xfrm>
            <a:off x="782280" y="987120"/>
            <a:ext cx="360" cy="3813480"/>
          </a:xfrm>
          <a:prstGeom prst="line">
            <a:avLst/>
          </a:prstGeom>
          <a:ln>
            <a:solidFill>
              <a:srgbClr val="c0cc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0" name="Прямоугольник: скругленные углы 19"/>
          <p:cNvSpPr/>
          <p:nvPr/>
        </p:nvSpPr>
        <p:spPr>
          <a:xfrm>
            <a:off x="1135800" y="1033200"/>
            <a:ext cx="2642400" cy="88056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1" name="TextBox 10"/>
          <p:cNvSpPr/>
          <p:nvPr/>
        </p:nvSpPr>
        <p:spPr>
          <a:xfrm>
            <a:off x="1164600" y="1033200"/>
            <a:ext cx="2545920" cy="88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12" name="TextBox 10"/>
          <p:cNvSpPr/>
          <p:nvPr/>
        </p:nvSpPr>
        <p:spPr>
          <a:xfrm>
            <a:off x="3821760" y="2515680"/>
            <a:ext cx="44834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13" name="Прямоугольник: скругленные углы 26"/>
          <p:cNvSpPr/>
          <p:nvPr/>
        </p:nvSpPr>
        <p:spPr>
          <a:xfrm>
            <a:off x="1135800" y="2433600"/>
            <a:ext cx="2642400" cy="88056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4" name="TextBox 10"/>
          <p:cNvSpPr/>
          <p:nvPr/>
        </p:nvSpPr>
        <p:spPr>
          <a:xfrm>
            <a:off x="1164600" y="2433600"/>
            <a:ext cx="2545920" cy="88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3821760" y="3913560"/>
            <a:ext cx="44834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16" name="Прямоугольник: скругленные углы 30"/>
          <p:cNvSpPr/>
          <p:nvPr/>
        </p:nvSpPr>
        <p:spPr>
          <a:xfrm>
            <a:off x="1135800" y="3831480"/>
            <a:ext cx="2642400" cy="88056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TextBox 10"/>
          <p:cNvSpPr/>
          <p:nvPr/>
        </p:nvSpPr>
        <p:spPr>
          <a:xfrm>
            <a:off x="1164600" y="3831480"/>
            <a:ext cx="2545920" cy="88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18" name="Овал 5"/>
          <p:cNvSpPr/>
          <p:nvPr/>
        </p:nvSpPr>
        <p:spPr>
          <a:xfrm>
            <a:off x="675360" y="1365840"/>
            <a:ext cx="220680" cy="22068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9" name="Овал 33"/>
          <p:cNvSpPr/>
          <p:nvPr/>
        </p:nvSpPr>
        <p:spPr>
          <a:xfrm>
            <a:off x="675360" y="2728080"/>
            <a:ext cx="220680" cy="22068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Овал 34"/>
          <p:cNvSpPr/>
          <p:nvPr/>
        </p:nvSpPr>
        <p:spPr>
          <a:xfrm>
            <a:off x="671760" y="4156200"/>
            <a:ext cx="220680" cy="22068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1" name="TextBox 20"/>
          <p:cNvSpPr/>
          <p:nvPr/>
        </p:nvSpPr>
        <p:spPr>
          <a:xfrm>
            <a:off x="381600" y="271080"/>
            <a:ext cx="846540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Прямоугольник со скругленными углами 3"/>
          <p:cNvSpPr/>
          <p:nvPr/>
        </p:nvSpPr>
        <p:spPr>
          <a:xfrm>
            <a:off x="0" y="3181680"/>
            <a:ext cx="9143280" cy="196128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23" name="TextBox 10"/>
          <p:cNvSpPr/>
          <p:nvPr/>
        </p:nvSpPr>
        <p:spPr>
          <a:xfrm>
            <a:off x="384840" y="801360"/>
            <a:ext cx="24433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384840" y="1585800"/>
            <a:ext cx="24433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25" name="TextBox 10"/>
          <p:cNvSpPr/>
          <p:nvPr/>
        </p:nvSpPr>
        <p:spPr>
          <a:xfrm>
            <a:off x="3269880" y="801360"/>
            <a:ext cx="24433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6" name="TextBox 10"/>
          <p:cNvSpPr/>
          <p:nvPr/>
        </p:nvSpPr>
        <p:spPr>
          <a:xfrm>
            <a:off x="3269880" y="1585800"/>
            <a:ext cx="24433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27" name="TextBox 10"/>
          <p:cNvSpPr/>
          <p:nvPr/>
        </p:nvSpPr>
        <p:spPr>
          <a:xfrm>
            <a:off x="6154560" y="80136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6154560" y="158580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grpSp>
        <p:nvGrpSpPr>
          <p:cNvPr id="129" name="Группа 8"/>
          <p:cNvGrpSpPr/>
          <p:nvPr/>
        </p:nvGrpSpPr>
        <p:grpSpPr>
          <a:xfrm>
            <a:off x="2844000" y="1015560"/>
            <a:ext cx="299880" cy="1141200"/>
            <a:chOff x="2844000" y="1015560"/>
            <a:chExt cx="299880" cy="1141200"/>
          </a:xfrm>
        </p:grpSpPr>
        <p:sp>
          <p:nvSpPr>
            <p:cNvPr id="130" name="Прямая соединительная линия 7"/>
            <p:cNvSpPr/>
            <p:nvPr/>
          </p:nvSpPr>
          <p:spPr>
            <a:xfrm>
              <a:off x="2844000" y="1015560"/>
              <a:ext cx="29988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31" name="Прямая соединительная линия 22"/>
            <p:cNvSpPr/>
            <p:nvPr/>
          </p:nvSpPr>
          <p:spPr>
            <a:xfrm flipV="1">
              <a:off x="2844000" y="1585080"/>
              <a:ext cx="29988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32" name="Группа 23"/>
          <p:cNvGrpSpPr/>
          <p:nvPr/>
        </p:nvGrpSpPr>
        <p:grpSpPr>
          <a:xfrm>
            <a:off x="5744520" y="1015560"/>
            <a:ext cx="300240" cy="1141200"/>
            <a:chOff x="5744520" y="1015560"/>
            <a:chExt cx="300240" cy="1141200"/>
          </a:xfrm>
        </p:grpSpPr>
        <p:sp>
          <p:nvSpPr>
            <p:cNvPr id="133" name="Прямая соединительная линия 30"/>
            <p:cNvSpPr/>
            <p:nvPr/>
          </p:nvSpPr>
          <p:spPr>
            <a:xfrm>
              <a:off x="5744520" y="1015560"/>
              <a:ext cx="30024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34" name="Прямая соединительная линия 31"/>
            <p:cNvSpPr/>
            <p:nvPr/>
          </p:nvSpPr>
          <p:spPr>
            <a:xfrm flipV="1">
              <a:off x="5744520" y="1585080"/>
              <a:ext cx="30024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135" name=""/>
          <p:cNvSpPr/>
          <p:nvPr/>
        </p:nvSpPr>
        <p:spPr>
          <a:xfrm>
            <a:off x="349200" y="228600"/>
            <a:ext cx="8229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ru-RU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Прямоугольник со скругленными углами 3"/>
          <p:cNvSpPr/>
          <p:nvPr/>
        </p:nvSpPr>
        <p:spPr>
          <a:xfrm>
            <a:off x="5884200" y="0"/>
            <a:ext cx="3259080" cy="514296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37" name="Прямоугольник: скругленные углы 12"/>
          <p:cNvSpPr/>
          <p:nvPr/>
        </p:nvSpPr>
        <p:spPr>
          <a:xfrm>
            <a:off x="384840" y="3378240"/>
            <a:ext cx="5236200" cy="1320840"/>
          </a:xfrm>
          <a:prstGeom prst="roundRect">
            <a:avLst>
              <a:gd name="adj" fmla="val 6945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8" name="Прямоугольник: скругленные углы 13"/>
          <p:cNvSpPr/>
          <p:nvPr/>
        </p:nvSpPr>
        <p:spPr>
          <a:xfrm>
            <a:off x="3091680" y="1135080"/>
            <a:ext cx="2532960" cy="2056680"/>
          </a:xfrm>
          <a:prstGeom prst="roundRect">
            <a:avLst>
              <a:gd name="adj" fmla="val 6945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9" name="Прямоугольник: скругленные углы 14"/>
          <p:cNvSpPr/>
          <p:nvPr/>
        </p:nvSpPr>
        <p:spPr>
          <a:xfrm>
            <a:off x="387720" y="1120680"/>
            <a:ext cx="2532960" cy="2056680"/>
          </a:xfrm>
          <a:prstGeom prst="roundRect">
            <a:avLst>
              <a:gd name="adj" fmla="val 6945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0" name="TextBox 10"/>
          <p:cNvSpPr/>
          <p:nvPr/>
        </p:nvSpPr>
        <p:spPr>
          <a:xfrm>
            <a:off x="476280" y="1176840"/>
            <a:ext cx="23432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41" name="TextBox 10"/>
          <p:cNvSpPr/>
          <p:nvPr/>
        </p:nvSpPr>
        <p:spPr>
          <a:xfrm>
            <a:off x="476280" y="1961280"/>
            <a:ext cx="234324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42" name="TextBox 10"/>
          <p:cNvSpPr/>
          <p:nvPr/>
        </p:nvSpPr>
        <p:spPr>
          <a:xfrm>
            <a:off x="3179880" y="1176840"/>
            <a:ext cx="234000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43" name="TextBox 10"/>
          <p:cNvSpPr/>
          <p:nvPr/>
        </p:nvSpPr>
        <p:spPr>
          <a:xfrm>
            <a:off x="3179880" y="1961280"/>
            <a:ext cx="234000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44" name="TextBox 10"/>
          <p:cNvSpPr/>
          <p:nvPr/>
        </p:nvSpPr>
        <p:spPr>
          <a:xfrm>
            <a:off x="476280" y="3479760"/>
            <a:ext cx="52362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45" name="TextBox 10"/>
          <p:cNvSpPr/>
          <p:nvPr/>
        </p:nvSpPr>
        <p:spPr>
          <a:xfrm>
            <a:off x="476280" y="3831480"/>
            <a:ext cx="514656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46" name="TextBox 20"/>
          <p:cNvSpPr/>
          <p:nvPr/>
        </p:nvSpPr>
        <p:spPr>
          <a:xfrm>
            <a:off x="338760" y="160560"/>
            <a:ext cx="5282280" cy="9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Прямоугольник со скругленными углами 3"/>
          <p:cNvSpPr/>
          <p:nvPr/>
        </p:nvSpPr>
        <p:spPr>
          <a:xfrm>
            <a:off x="0" y="0"/>
            <a:ext cx="9143280" cy="196128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48" name="TextBox 10"/>
          <p:cNvSpPr/>
          <p:nvPr/>
        </p:nvSpPr>
        <p:spPr>
          <a:xfrm>
            <a:off x="38484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49" name="TextBox 10"/>
          <p:cNvSpPr/>
          <p:nvPr/>
        </p:nvSpPr>
        <p:spPr>
          <a:xfrm>
            <a:off x="384840" y="345636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50" name="TextBox 10"/>
          <p:cNvSpPr/>
          <p:nvPr/>
        </p:nvSpPr>
        <p:spPr>
          <a:xfrm>
            <a:off x="323928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51" name="TextBox 10"/>
          <p:cNvSpPr/>
          <p:nvPr/>
        </p:nvSpPr>
        <p:spPr>
          <a:xfrm>
            <a:off x="3239280" y="345636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609372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53" name="TextBox 10"/>
          <p:cNvSpPr/>
          <p:nvPr/>
        </p:nvSpPr>
        <p:spPr>
          <a:xfrm>
            <a:off x="6093720" y="345636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54" name="Прямая соединительная линия 2"/>
          <p:cNvSpPr/>
          <p:nvPr/>
        </p:nvSpPr>
        <p:spPr>
          <a:xfrm>
            <a:off x="3149280" y="2636280"/>
            <a:ext cx="360" cy="238572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5" name="Прямая соединительная линия 11"/>
          <p:cNvSpPr/>
          <p:nvPr/>
        </p:nvSpPr>
        <p:spPr>
          <a:xfrm>
            <a:off x="6014520" y="2636280"/>
            <a:ext cx="360" cy="238572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6" name="Прямая соединительная линия 30"/>
          <p:cNvSpPr/>
          <p:nvPr/>
        </p:nvSpPr>
        <p:spPr>
          <a:xfrm flipH="1">
            <a:off x="485640" y="3371040"/>
            <a:ext cx="8365320" cy="36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7" name="TextBox 12"/>
          <p:cNvSpPr/>
          <p:nvPr/>
        </p:nvSpPr>
        <p:spPr>
          <a:xfrm>
            <a:off x="384840" y="2178000"/>
            <a:ext cx="846540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20"/>
          <p:cNvSpPr/>
          <p:nvPr/>
        </p:nvSpPr>
        <p:spPr>
          <a:xfrm>
            <a:off x="516960" y="411840"/>
            <a:ext cx="8397720" cy="5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  <p:sp>
        <p:nvSpPr>
          <p:cNvPr id="159" name="TextBox 10"/>
          <p:cNvSpPr/>
          <p:nvPr/>
        </p:nvSpPr>
        <p:spPr>
          <a:xfrm>
            <a:off x="516960" y="1058040"/>
            <a:ext cx="5303880" cy="5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60" name="TextBox 10"/>
          <p:cNvSpPr/>
          <p:nvPr/>
        </p:nvSpPr>
        <p:spPr>
          <a:xfrm>
            <a:off x="516960" y="1704600"/>
            <a:ext cx="53038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61" name="Прямоугольник со скругленными углами 3"/>
          <p:cNvSpPr/>
          <p:nvPr/>
        </p:nvSpPr>
        <p:spPr>
          <a:xfrm>
            <a:off x="6000480" y="1058400"/>
            <a:ext cx="2914200" cy="182412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62" name="Прямоугольник со скругленными углами 3"/>
          <p:cNvSpPr/>
          <p:nvPr/>
        </p:nvSpPr>
        <p:spPr>
          <a:xfrm>
            <a:off x="6000480" y="3082320"/>
            <a:ext cx="2914200" cy="182412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63" name="TextBox 10"/>
          <p:cNvSpPr/>
          <p:nvPr/>
        </p:nvSpPr>
        <p:spPr>
          <a:xfrm>
            <a:off x="516960" y="2371320"/>
            <a:ext cx="5303880" cy="57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64" name="TextBox 10"/>
          <p:cNvSpPr/>
          <p:nvPr/>
        </p:nvSpPr>
        <p:spPr>
          <a:xfrm>
            <a:off x="516960" y="3016440"/>
            <a:ext cx="53038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65" name="TextBox 10"/>
          <p:cNvSpPr/>
          <p:nvPr/>
        </p:nvSpPr>
        <p:spPr>
          <a:xfrm>
            <a:off x="516960" y="3612960"/>
            <a:ext cx="5303880" cy="69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516960" y="4376160"/>
            <a:ext cx="53038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Прямоугольник со скругленными углами 3"/>
          <p:cNvSpPr/>
          <p:nvPr/>
        </p:nvSpPr>
        <p:spPr>
          <a:xfrm>
            <a:off x="186840" y="1854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8" name="Прямоугольник 10"/>
          <p:cNvSpPr/>
          <p:nvPr/>
        </p:nvSpPr>
        <p:spPr>
          <a:xfrm>
            <a:off x="460080" y="658080"/>
            <a:ext cx="846864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2513</TotalTime>
  <Application>LibreOffice/7.3.7.2$Linux_X86_64 LibreOffice_project/30$Build-2</Application>
  <AppVersion>15.0000</AppVersion>
  <Words>147</Words>
  <Paragraphs>98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2025-02-20T13:33:27Z</dcterms:modified>
  <cp:revision>49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