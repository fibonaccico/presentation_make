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530735-FD5E-4D37-99A4-9A5283EFA4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2221DE-245D-4F79-949E-85A76475CC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7D556E-61A4-41F0-A168-0E4EFC3AD9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D7113D-3075-498A-AA68-CAF6E028CEC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18762B-9181-48B8-866B-A631099F60A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0003E8-39ED-48E3-9FD4-FB64552F39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8D7A57-83FC-47FE-A4D2-E394568C90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DC6976-3438-425F-A762-A6C2B46E8E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A7838A-D1E8-4710-94D9-DF4891E11C9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DD589B-B22C-41B8-9B03-E8E46602F5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E20EBC-3854-48D8-997B-00A8F3ABB78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6DF92D-FC71-46EE-91A7-843DBA5DEC9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FCDF62F-EFC6-4C09-B247-C1FED5B43EBA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2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Прямоугольник со скругленными углами 3"/>
          <p:cNvSpPr/>
          <p:nvPr/>
        </p:nvSpPr>
        <p:spPr>
          <a:xfrm>
            <a:off x="3507480" y="0"/>
            <a:ext cx="5635800" cy="514296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4" name="Прямоугольник: скругленные углы 2"/>
          <p:cNvSpPr/>
          <p:nvPr/>
        </p:nvSpPr>
        <p:spPr>
          <a:xfrm>
            <a:off x="3722040" y="257040"/>
            <a:ext cx="5185800" cy="464976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Овал 1"/>
          <p:cNvSpPr/>
          <p:nvPr/>
        </p:nvSpPr>
        <p:spPr>
          <a:xfrm>
            <a:off x="4122000" y="63108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6" name="Овал 23"/>
          <p:cNvSpPr/>
          <p:nvPr/>
        </p:nvSpPr>
        <p:spPr>
          <a:xfrm>
            <a:off x="4122000" y="2127600"/>
            <a:ext cx="899280" cy="8874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" name="Овал 29"/>
          <p:cNvSpPr/>
          <p:nvPr/>
        </p:nvSpPr>
        <p:spPr>
          <a:xfrm>
            <a:off x="4122000" y="361224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" name="TextBox 10"/>
          <p:cNvSpPr/>
          <p:nvPr/>
        </p:nvSpPr>
        <p:spPr>
          <a:xfrm>
            <a:off x="511092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" name="TextBox 10"/>
          <p:cNvSpPr/>
          <p:nvPr/>
        </p:nvSpPr>
        <p:spPr>
          <a:xfrm>
            <a:off x="511092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0" name="TextBox 10"/>
          <p:cNvSpPr/>
          <p:nvPr/>
        </p:nvSpPr>
        <p:spPr>
          <a:xfrm>
            <a:off x="510732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510732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510732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510732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4" name="TextBox 13"/>
          <p:cNvSpPr/>
          <p:nvPr/>
        </p:nvSpPr>
        <p:spPr>
          <a:xfrm>
            <a:off x="165960" y="200880"/>
            <a:ext cx="3147840" cy="18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6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2524</TotalTime>
  <Application>LibreOffice/7.3.7.2$Linux_X86_64 LibreOffice_project/30$Build-2</Application>
  <AppVersion>15.0000</AppVersion>
  <Words>27</Words>
  <Paragraphs>16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2025-03-31T10:59:45Z</dcterms:modified>
  <cp:revision>56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Экран (16:9)</vt:lpwstr>
  </property>
  <property fmtid="{D5CDD505-2E9C-101B-9397-08002B2CF9AE}" pid="3" name="Slides">
    <vt:i4>3</vt:i4>
  </property>
</Properties>
</file>