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5C8A5E-8FA7-478D-B0F7-26A734E07B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484215-CD86-40C7-84DD-0050252E6B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36E7CA-E6C1-4852-B1A7-AF895C1172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0C81C4-8046-4926-9E14-7CC33EE1FD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4E3971-5D5E-4762-B690-D835E64045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CF7F3C-2A22-4ADE-A687-4BEAC9525D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AD762C-2CA9-4754-93A2-E7FE909BED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B456F4-4A62-4928-8E2F-8B51C3B2A8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30C878-325F-4ABF-9123-71BD73EDFC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A5935F-4E92-4413-9F1F-59F0263C3E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CB5853-4B12-4585-97C7-21C3E1F84D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4890B9-0A2A-4971-814E-7997A3E18F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AB45ED-5E5C-49B0-A282-202598CACFEF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43" name="Прямоугольник 5"/>
          <p:cNvSpPr/>
          <p:nvPr/>
        </p:nvSpPr>
        <p:spPr>
          <a:xfrm>
            <a:off x="460080" y="35892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1400" spc="-1" strike="noStrike">
                <a:solidFill>
                  <a:srgbClr val="f2f2f2"/>
                </a:solidFill>
                <a:latin typeface="Arial"/>
              </a:rPr>
              <a:t>Тема:</a:t>
            </a:r>
            <a:endParaRPr b="0" lang="ru-RU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5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7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8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9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0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5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2524</TotalTime>
  <Application>LibreOffice/7.3.7.2$Linux_X86_64 LibreOffice_project/30$Build-2</Application>
  <AppVersion>15.0000</AppVersion>
  <Words>27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2025-02-20T13:24:58Z</dcterms:modified>
  <cp:revision>55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(16:9)</vt:lpwstr>
  </property>
  <property fmtid="{D5CDD505-2E9C-101B-9397-08002B2CF9AE}" pid="3" name="Slides">
    <vt:i4>3</vt:i4>
  </property>
</Properties>
</file>