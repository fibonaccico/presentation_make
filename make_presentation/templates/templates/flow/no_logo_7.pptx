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3D4F3F3-17B9-4A59-A637-DCD744006E26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CB4178-77B3-4D26-A4F7-F3F74DD1CC2E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B96A4C0-D3E9-4502-A128-61D736F570DD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3FA8FC-D8D9-463E-B734-46B84FF567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345B3-1660-4FF4-BE8C-C951554256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E28B67-D5F3-4D9A-9C63-E3D6FBB642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D485CF-ED67-4BA4-9038-F4502FD21E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60916F-5642-466F-A88B-8FC4A0CAC2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B3C4B8-E12E-470F-95B1-35A6639E5D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3C91E7-99D2-4961-A263-EA3128283D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83C45A-D6C1-4A0D-842C-66522E535D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82517A-7375-4734-9556-D2603DFA6E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862A84-E461-44E8-813B-8AD19E8F11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199349-8BB2-4D00-8F4E-8DF62F4B04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4AA882-B0FD-4EA9-915A-95BCDF5315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57FA69-9BA0-453B-9DC2-9A66CBFBC889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35892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1400" spc="-1" strike="noStrike">
                <a:solidFill>
                  <a:srgbClr val="f2f2f2"/>
                </a:solidFill>
                <a:latin typeface="Arial"/>
              </a:rPr>
              <a:t>Тема:</a:t>
            </a:r>
            <a:endParaRPr b="0" lang="ru-RU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1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3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Прямоугольник: скругленные углы 15"/>
          <p:cNvSpPr/>
          <p:nvPr/>
        </p:nvSpPr>
        <p:spPr>
          <a:xfrm>
            <a:off x="4636440" y="25020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1" name="Прямоугольник: скругленные углы 16"/>
          <p:cNvSpPr/>
          <p:nvPr/>
        </p:nvSpPr>
        <p:spPr>
          <a:xfrm>
            <a:off x="329400" y="25704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Овал 9"/>
          <p:cNvSpPr/>
          <p:nvPr/>
        </p:nvSpPr>
        <p:spPr>
          <a:xfrm>
            <a:off x="4272120" y="1193040"/>
            <a:ext cx="635400" cy="63540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TextBox 10"/>
          <p:cNvSpPr/>
          <p:nvPr/>
        </p:nvSpPr>
        <p:spPr>
          <a:xfrm>
            <a:off x="581760" y="82872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581760" y="1364400"/>
            <a:ext cx="369360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78160" y="215460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687040"/>
            <a:ext cx="369360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348228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4015080"/>
            <a:ext cx="369360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9" name="TextBox 30"/>
          <p:cNvSpPr/>
          <p:nvPr/>
        </p:nvSpPr>
        <p:spPr>
          <a:xfrm>
            <a:off x="553680" y="352440"/>
            <a:ext cx="3803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20"/>
          <p:cNvSpPr/>
          <p:nvPr/>
        </p:nvSpPr>
        <p:spPr>
          <a:xfrm>
            <a:off x="516960" y="41184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81" name="Прямоугольник со скругленными углами 3"/>
          <p:cNvSpPr/>
          <p:nvPr/>
        </p:nvSpPr>
        <p:spPr>
          <a:xfrm>
            <a:off x="456480" y="14061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848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4" name="Прямоугольник: скругленные углы 1"/>
          <p:cNvSpPr/>
          <p:nvPr/>
        </p:nvSpPr>
        <p:spPr>
          <a:xfrm>
            <a:off x="328680" y="228600"/>
            <a:ext cx="8501400" cy="813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Прямоугольник: скругленные углы 10"/>
          <p:cNvSpPr/>
          <p:nvPr/>
        </p:nvSpPr>
        <p:spPr>
          <a:xfrm>
            <a:off x="328680" y="12790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Прямоугольник со скругленными углами 3"/>
          <p:cNvSpPr/>
          <p:nvPr/>
        </p:nvSpPr>
        <p:spPr>
          <a:xfrm>
            <a:off x="3421080" y="13989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33494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3494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9" name="Прямоугольник: скругленные углы 14"/>
          <p:cNvSpPr/>
          <p:nvPr/>
        </p:nvSpPr>
        <p:spPr>
          <a:xfrm>
            <a:off x="3293280" y="12718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Прямоугольник со скругленными углами 3"/>
          <p:cNvSpPr/>
          <p:nvPr/>
        </p:nvSpPr>
        <p:spPr>
          <a:xfrm>
            <a:off x="6400800" y="137952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632952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32952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3" name="Прямоугольник: скругленные углы 19"/>
          <p:cNvSpPr/>
          <p:nvPr/>
        </p:nvSpPr>
        <p:spPr>
          <a:xfrm>
            <a:off x="6273000" y="125280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4192560" y="38300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4192560" y="41886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7" name="Овал 9"/>
          <p:cNvSpPr/>
          <p:nvPr/>
        </p:nvSpPr>
        <p:spPr>
          <a:xfrm>
            <a:off x="3724560" y="38300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ru-RU" sz="8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4192560" y="257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9304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00" name="Овал 13"/>
          <p:cNvSpPr/>
          <p:nvPr/>
        </p:nvSpPr>
        <p:spPr>
          <a:xfrm>
            <a:off x="3724560" y="257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ru-RU" sz="8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4192560" y="131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67076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03" name="Овал 16"/>
          <p:cNvSpPr/>
          <p:nvPr/>
        </p:nvSpPr>
        <p:spPr>
          <a:xfrm>
            <a:off x="3724560" y="131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ru-RU" sz="800" spc="-1" strike="noStrike">
              <a:latin typeface="Arial"/>
            </a:endParaRPr>
          </a:p>
        </p:txBody>
      </p:sp>
      <p:sp>
        <p:nvSpPr>
          <p:cNvPr id="104" name="TextBox 17"/>
          <p:cNvSpPr/>
          <p:nvPr/>
        </p:nvSpPr>
        <p:spPr>
          <a:xfrm>
            <a:off x="3607560" y="215280"/>
            <a:ext cx="537516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2518</TotalTime>
  <Application>LibreOffice/7.3.7.2$Linux_X86_64 LibreOffice_project/30$Build-2</Application>
  <AppVersion>15.0000</AppVersion>
  <Words>83</Words>
  <Paragraphs>55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2025-02-20T13:28:35Z</dcterms:modified>
  <cp:revision>54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Экран (16:9)</vt:lpwstr>
  </property>
  <property fmtid="{D5CDD505-2E9C-101B-9397-08002B2CF9AE}" pid="4" name="Slides">
    <vt:i4>7</vt:i4>
  </property>
</Properties>
</file>