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5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F142243-E8F1-4C65-9FF2-118FACBE5624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2F666C1-31AF-44C6-8294-4E5F736C55A6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D9A38B9-A234-43D2-AF1E-5BD1FA4C17ED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29BA0B-FAE4-4568-BFDE-59395F38B5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8F585F-56D4-4613-B860-A41D2AD95A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C41D06-F03A-4DE9-AF96-2A269C67F5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7849CD-07A6-4F82-B293-472E06EE5E3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7A23AB-93B8-4C6A-8230-8E2EA7A7E3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CCEE7E-18F9-41CE-B593-188AD57418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8F1865-1EB4-4C00-9CD9-022C56335B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32D9C3-D1E6-4B2F-9E76-AFDB6174B1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AF1B6C-C3C0-431F-A6A5-70468D0079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E4388F-8DDF-429C-BCE8-F928D189FB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F00493-E01B-44CF-BA87-D5C5D7321A3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7D256E-0C34-4F92-AF6A-4391A2A7BB9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1F3F35F-C204-476C-81C1-598653B47BD0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со скругленными углами 3"/>
          <p:cNvSpPr/>
          <p:nvPr/>
        </p:nvSpPr>
        <p:spPr>
          <a:xfrm>
            <a:off x="3507480" y="0"/>
            <a:ext cx="5635800" cy="514296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Прямоугольник: скругленные углы 2"/>
          <p:cNvSpPr/>
          <p:nvPr/>
        </p:nvSpPr>
        <p:spPr>
          <a:xfrm>
            <a:off x="3722040" y="257040"/>
            <a:ext cx="5185800" cy="464976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1" name="Овал 1"/>
          <p:cNvSpPr/>
          <p:nvPr/>
        </p:nvSpPr>
        <p:spPr>
          <a:xfrm>
            <a:off x="4122000" y="63108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4122000" y="2127600"/>
            <a:ext cx="899280" cy="8874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4122000" y="361224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511092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0732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3"/>
          <p:cNvSpPr/>
          <p:nvPr/>
        </p:nvSpPr>
        <p:spPr>
          <a:xfrm>
            <a:off x="165960" y="200880"/>
            <a:ext cx="3147840" cy="18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Прямоугольник со скругленными углами 3"/>
          <p:cNvSpPr/>
          <p:nvPr/>
        </p:nvSpPr>
        <p:spPr>
          <a:xfrm>
            <a:off x="0" y="0"/>
            <a:ext cx="9143280" cy="196128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38484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23928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609372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TextBox 9"/>
          <p:cNvSpPr/>
          <p:nvPr/>
        </p:nvSpPr>
        <p:spPr>
          <a:xfrm>
            <a:off x="384840" y="217800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Прямоугольник: скругленные углы 15"/>
          <p:cNvSpPr/>
          <p:nvPr/>
        </p:nvSpPr>
        <p:spPr>
          <a:xfrm>
            <a:off x="4636440" y="25020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0" name="Прямоугольник: скругленные углы 16"/>
          <p:cNvSpPr/>
          <p:nvPr/>
        </p:nvSpPr>
        <p:spPr>
          <a:xfrm>
            <a:off x="329400" y="25704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1" name="Овал 9"/>
          <p:cNvSpPr/>
          <p:nvPr/>
        </p:nvSpPr>
        <p:spPr>
          <a:xfrm>
            <a:off x="4272120" y="1193040"/>
            <a:ext cx="635040" cy="635040"/>
          </a:xfrm>
          <a:prstGeom prst="ellipse">
            <a:avLst/>
          </a:prstGeom>
          <a:solidFill>
            <a:srgbClr val="f5d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581760" y="82872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581760" y="1364400"/>
            <a:ext cx="369324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578160" y="215460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578160" y="2687040"/>
            <a:ext cx="369324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578160" y="348228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78160" y="4015080"/>
            <a:ext cx="369324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8" name="TextBox 30"/>
          <p:cNvSpPr/>
          <p:nvPr/>
        </p:nvSpPr>
        <p:spPr>
          <a:xfrm>
            <a:off x="553680" y="352440"/>
            <a:ext cx="38034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20"/>
          <p:cNvSpPr/>
          <p:nvPr/>
        </p:nvSpPr>
        <p:spPr>
          <a:xfrm>
            <a:off x="516960" y="41184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0" name="Прямоугольник со скругленными углами 3"/>
          <p:cNvSpPr/>
          <p:nvPr/>
        </p:nvSpPr>
        <p:spPr>
          <a:xfrm>
            <a:off x="456480" y="140616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8484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8484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: скругленные углы 1"/>
          <p:cNvSpPr/>
          <p:nvPr/>
        </p:nvSpPr>
        <p:spPr>
          <a:xfrm>
            <a:off x="328680" y="228600"/>
            <a:ext cx="8501040" cy="8136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4" name="Прямоугольник: скругленные углы 10"/>
          <p:cNvSpPr/>
          <p:nvPr/>
        </p:nvSpPr>
        <p:spPr>
          <a:xfrm>
            <a:off x="328680" y="127908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Прямоугольник со скругленными углами 3"/>
          <p:cNvSpPr/>
          <p:nvPr/>
        </p:nvSpPr>
        <p:spPr>
          <a:xfrm>
            <a:off x="3421080" y="139896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0"/>
          <p:cNvSpPr/>
          <p:nvPr/>
        </p:nvSpPr>
        <p:spPr>
          <a:xfrm>
            <a:off x="334944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334944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8" name="Прямоугольник: скругленные углы 14"/>
          <p:cNvSpPr/>
          <p:nvPr/>
        </p:nvSpPr>
        <p:spPr>
          <a:xfrm>
            <a:off x="3293280" y="127188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Прямоугольник со скругленными углами 3"/>
          <p:cNvSpPr/>
          <p:nvPr/>
        </p:nvSpPr>
        <p:spPr>
          <a:xfrm>
            <a:off x="6400800" y="137952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632952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632952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Прямоугольник: скругленные углы 19"/>
          <p:cNvSpPr/>
          <p:nvPr/>
        </p:nvSpPr>
        <p:spPr>
          <a:xfrm>
            <a:off x="6273000" y="125280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Прямоугольник со скругленными углами 3"/>
          <p:cNvSpPr/>
          <p:nvPr/>
        </p:nvSpPr>
        <p:spPr>
          <a:xfrm>
            <a:off x="0" y="0"/>
            <a:ext cx="3396600" cy="514296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4192560" y="38300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4192560" y="418860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Овал 9"/>
          <p:cNvSpPr/>
          <p:nvPr/>
        </p:nvSpPr>
        <p:spPr>
          <a:xfrm>
            <a:off x="3724560" y="38300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4192560" y="25718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4192560" y="293040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9" name="Овал 13"/>
          <p:cNvSpPr/>
          <p:nvPr/>
        </p:nvSpPr>
        <p:spPr>
          <a:xfrm>
            <a:off x="3724560" y="25718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4192560" y="13118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4192560" y="167076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2" name="Овал 16"/>
          <p:cNvSpPr/>
          <p:nvPr/>
        </p:nvSpPr>
        <p:spPr>
          <a:xfrm>
            <a:off x="3724560" y="13118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03" name="TextBox 17"/>
          <p:cNvSpPr/>
          <p:nvPr/>
        </p:nvSpPr>
        <p:spPr>
          <a:xfrm>
            <a:off x="3607560" y="215280"/>
            <a:ext cx="53748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5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2518</TotalTime>
  <Application>LibreOffice/7.3.7.2$Linux_X86_64 LibreOffice_project/30$Build-2</Application>
  <AppVersion>15.0000</AppVersion>
  <Words>83</Words>
  <Paragraphs>55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ru-RU</dc:language>
  <cp:lastModifiedBy/>
  <dcterms:modified xsi:type="dcterms:W3CDTF">2025-03-31T11:01:26Z</dcterms:modified>
  <cp:revision>55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Экран (16:9)</vt:lpwstr>
  </property>
  <property fmtid="{D5CDD505-2E9C-101B-9397-08002B2CF9AE}" pid="4" name="Slides">
    <vt:i4>7</vt:i4>
  </property>
</Properties>
</file>