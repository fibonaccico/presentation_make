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sldIdLst>
    <p:sldId id="279" r:id="rId2"/>
    <p:sldId id="264" r:id="rId3"/>
    <p:sldId id="258" r:id="rId4"/>
    <p:sldId id="265" r:id="rId5"/>
    <p:sldId id="273" r:id="rId6"/>
    <p:sldId id="267" r:id="rId7"/>
    <p:sldId id="280" r:id="rId8"/>
    <p:sldId id="275" r:id="rId9"/>
    <p:sldId id="266" r:id="rId10"/>
    <p:sldId id="276" r:id="rId11"/>
    <p:sldId id="277" r:id="rId12"/>
    <p:sldId id="282" r:id="rId13"/>
    <p:sldId id="283" r:id="rId14"/>
    <p:sldId id="27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C86"/>
    <a:srgbClr val="BAC77B"/>
    <a:srgbClr val="CFD890"/>
    <a:srgbClr val="A0A585"/>
    <a:srgbClr val="D4DC9C"/>
    <a:srgbClr val="EAEBBD"/>
    <a:srgbClr val="F5DD4D"/>
    <a:srgbClr val="000000"/>
    <a:srgbClr val="E9E9E9"/>
    <a:srgbClr val="205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434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FC38C-5421-AA75-6D2D-9F72EEC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E3D7C1-0936-E7EB-5CAA-4B4EED154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C1F708-9298-0DDB-3D0C-9013ECA9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DD9733-2277-92F7-7954-D41ADB10D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44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5">
            <a:extLst>
              <a:ext uri="{FF2B5EF4-FFF2-40B4-BE49-F238E27FC236}">
                <a16:creationId xmlns:a16="http://schemas.microsoft.com/office/drawing/2014/main" id="{AADE1553-B55B-4B19-934A-A96E25126C3C}"/>
              </a:ext>
            </a:extLst>
          </p:cNvPr>
          <p:cNvSpPr>
            <a:spLocks noChangeAspect="1"/>
          </p:cNvSpPr>
          <p:nvPr/>
        </p:nvSpPr>
        <p:spPr>
          <a:xfrm>
            <a:off x="460151" y="4595734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EE06FEA-8EF8-473F-8ADE-364D5FADA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27" y="4596422"/>
            <a:ext cx="291491" cy="291491"/>
          </a:xfrm>
          <a:prstGeom prst="rect">
            <a:avLst/>
          </a:prstGeom>
        </p:spPr>
      </p:pic>
      <p:sp>
        <p:nvSpPr>
          <p:cNvPr id="15" name="Прямоугольник 5">
            <a:extLst>
              <a:ext uri="{FF2B5EF4-FFF2-40B4-BE49-F238E27FC236}">
                <a16:creationId xmlns:a16="http://schemas.microsoft.com/office/drawing/2014/main" id="{06A005B8-DF65-4B73-8E31-DC69B8EB0F73}"/>
              </a:ext>
            </a:extLst>
          </p:cNvPr>
          <p:cNvSpPr>
            <a:spLocks noChangeAspect="1"/>
          </p:cNvSpPr>
          <p:nvPr/>
        </p:nvSpPr>
        <p:spPr>
          <a:xfrm>
            <a:off x="460151" y="359023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Тема:</a:t>
            </a:r>
            <a:endParaRPr lang="en-US" altLang="ru-RU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8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3507579" y="0"/>
            <a:ext cx="5636422" cy="514350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0AC4FA6-5743-41B3-9AA5-DACA17BF40DC}"/>
              </a:ext>
            </a:extLst>
          </p:cNvPr>
          <p:cNvSpPr/>
          <p:nvPr/>
        </p:nvSpPr>
        <p:spPr>
          <a:xfrm>
            <a:off x="3721894" y="257176"/>
            <a:ext cx="5186362" cy="46505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21944" y="631046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21944" y="2127661"/>
            <a:ext cx="900112" cy="8881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21944" y="3612342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10773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10773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07162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07162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07162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07162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A8B32-9D6B-484F-8879-DE4E765CC8E7}"/>
              </a:ext>
            </a:extLst>
          </p:cNvPr>
          <p:cNvSpPr txBox="1"/>
          <p:nvPr/>
        </p:nvSpPr>
        <p:spPr>
          <a:xfrm>
            <a:off x="166127" y="200808"/>
            <a:ext cx="3148573" cy="184230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8F858-9C18-4906-9472-ECA6C8947F80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4636296" y="250030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9" y="257174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57710E1-B2A0-4BD3-8D5F-3606C1E88BF9}"/>
              </a:ext>
            </a:extLst>
          </p:cNvPr>
          <p:cNvSpPr/>
          <p:nvPr/>
        </p:nvSpPr>
        <p:spPr>
          <a:xfrm>
            <a:off x="4271963" y="1193011"/>
            <a:ext cx="635793" cy="635793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6939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6939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6939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52436"/>
            <a:ext cx="3804061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456362" y="1405982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7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7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D5549E2-AFF2-47F8-BE87-C548795F0EF0}"/>
              </a:ext>
            </a:extLst>
          </p:cNvPr>
          <p:cNvSpPr/>
          <p:nvPr/>
        </p:nvSpPr>
        <p:spPr>
          <a:xfrm>
            <a:off x="328613" y="228601"/>
            <a:ext cx="8501897" cy="81438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49050EA-DF34-494A-B9D7-051868DC8067}"/>
              </a:ext>
            </a:extLst>
          </p:cNvPr>
          <p:cNvSpPr/>
          <p:nvPr/>
        </p:nvSpPr>
        <p:spPr>
          <a:xfrm>
            <a:off x="328614" y="1278996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3421017" y="1398837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0E4A329-87C9-4618-9225-FF455C93256F}"/>
              </a:ext>
            </a:extLst>
          </p:cNvPr>
          <p:cNvSpPr/>
          <p:nvPr/>
        </p:nvSpPr>
        <p:spPr>
          <a:xfrm>
            <a:off x="3349582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1AF91D85-163B-425A-8A95-77625B873605}"/>
              </a:ext>
            </a:extLst>
          </p:cNvPr>
          <p:cNvSpPr/>
          <p:nvPr/>
        </p:nvSpPr>
        <p:spPr>
          <a:xfrm>
            <a:off x="3349582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16F4F2E-78D0-41D6-BA53-916F35F642CC}"/>
              </a:ext>
            </a:extLst>
          </p:cNvPr>
          <p:cNvSpPr/>
          <p:nvPr/>
        </p:nvSpPr>
        <p:spPr>
          <a:xfrm>
            <a:off x="3293269" y="1271851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400796" y="1379638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C729A35-5A21-4D71-B1CB-7A354C384FD1}"/>
              </a:ext>
            </a:extLst>
          </p:cNvPr>
          <p:cNvSpPr/>
          <p:nvPr/>
        </p:nvSpPr>
        <p:spPr>
          <a:xfrm>
            <a:off x="6329361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D6F170-DDFA-4287-8E60-3F969A31350A}"/>
              </a:ext>
            </a:extLst>
          </p:cNvPr>
          <p:cNvSpPr/>
          <p:nvPr/>
        </p:nvSpPr>
        <p:spPr>
          <a:xfrm>
            <a:off x="6329361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77BEDDA-94E5-4EED-B5FC-8D031248A830}"/>
              </a:ext>
            </a:extLst>
          </p:cNvPr>
          <p:cNvSpPr/>
          <p:nvPr/>
        </p:nvSpPr>
        <p:spPr>
          <a:xfrm>
            <a:off x="6273048" y="1252652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06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192552" y="3830008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192551" y="4188763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C677D42-F92F-461C-B594-EAAB870F59DD}"/>
              </a:ext>
            </a:extLst>
          </p:cNvPr>
          <p:cNvSpPr/>
          <p:nvPr/>
        </p:nvSpPr>
        <p:spPr>
          <a:xfrm>
            <a:off x="3724616" y="3830008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03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DBD8B41-C70B-4130-83D9-605659EEB792}"/>
              </a:ext>
            </a:extLst>
          </p:cNvPr>
          <p:cNvSpPr/>
          <p:nvPr/>
        </p:nvSpPr>
        <p:spPr>
          <a:xfrm>
            <a:off x="4192551" y="2571750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65EABDE-E79C-4AA9-B568-EEC922DA5649}"/>
              </a:ext>
            </a:extLst>
          </p:cNvPr>
          <p:cNvSpPr/>
          <p:nvPr/>
        </p:nvSpPr>
        <p:spPr>
          <a:xfrm>
            <a:off x="4192550" y="2930505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ECD780A-089F-42E9-BB7F-E8466467ADAA}"/>
              </a:ext>
            </a:extLst>
          </p:cNvPr>
          <p:cNvSpPr/>
          <p:nvPr/>
        </p:nvSpPr>
        <p:spPr>
          <a:xfrm>
            <a:off x="3724615" y="2571750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02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4192551" y="1311924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4192550" y="1670679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946DB4D-6D08-4042-9F32-8392F7CE56A3}"/>
              </a:ext>
            </a:extLst>
          </p:cNvPr>
          <p:cNvSpPr/>
          <p:nvPr/>
        </p:nvSpPr>
        <p:spPr>
          <a:xfrm>
            <a:off x="3724615" y="1311924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FDF03-FCF6-45BA-9811-3D5D5370D0EE}"/>
              </a:ext>
            </a:extLst>
          </p:cNvPr>
          <p:cNvSpPr txBox="1"/>
          <p:nvPr/>
        </p:nvSpPr>
        <p:spPr>
          <a:xfrm>
            <a:off x="3607594" y="215149"/>
            <a:ext cx="5375671" cy="9100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B4BF0E6-BB7E-41C2-A1EB-CAE4E350EAF0}"/>
              </a:ext>
            </a:extLst>
          </p:cNvPr>
          <p:cNvSpPr/>
          <p:nvPr/>
        </p:nvSpPr>
        <p:spPr>
          <a:xfrm>
            <a:off x="3417092" y="1051559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221B11A4-B304-4D84-9449-EA2C94FD1360}"/>
              </a:ext>
            </a:extLst>
          </p:cNvPr>
          <p:cNvSpPr/>
          <p:nvPr/>
        </p:nvSpPr>
        <p:spPr>
          <a:xfrm>
            <a:off x="3417092" y="2452015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028471E-C3B7-4B63-80D9-21CD0920383C}"/>
              </a:ext>
            </a:extLst>
          </p:cNvPr>
          <p:cNvSpPr/>
          <p:nvPr/>
        </p:nvSpPr>
        <p:spPr>
          <a:xfrm>
            <a:off x="3417092" y="3849897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3821671" y="1115377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740E5D9-0643-42BA-89EE-65D6786F63F5}"/>
              </a:ext>
            </a:extLst>
          </p:cNvPr>
          <p:cNvCxnSpPr>
            <a:cxnSpLocks/>
          </p:cNvCxnSpPr>
          <p:nvPr/>
        </p:nvCxnSpPr>
        <p:spPr>
          <a:xfrm>
            <a:off x="782479" y="987352"/>
            <a:ext cx="0" cy="3813248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54CFFB-9A0B-429E-A08F-7D36B91BCEDB}"/>
              </a:ext>
            </a:extLst>
          </p:cNvPr>
          <p:cNvSpPr/>
          <p:nvPr/>
        </p:nvSpPr>
        <p:spPr>
          <a:xfrm>
            <a:off x="1135856" y="1033179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1164433" y="1033178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CBCCCD6-938D-4173-BD89-4610258E6CC1}"/>
              </a:ext>
            </a:extLst>
          </p:cNvPr>
          <p:cNvSpPr/>
          <p:nvPr/>
        </p:nvSpPr>
        <p:spPr>
          <a:xfrm>
            <a:off x="3821671" y="2515833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6726DEE-D965-443B-A8FA-F349A71EA332}"/>
              </a:ext>
            </a:extLst>
          </p:cNvPr>
          <p:cNvSpPr/>
          <p:nvPr/>
        </p:nvSpPr>
        <p:spPr>
          <a:xfrm>
            <a:off x="1135856" y="2433635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FC772E1B-B651-4A3D-8922-1F95D27521C5}"/>
              </a:ext>
            </a:extLst>
          </p:cNvPr>
          <p:cNvSpPr/>
          <p:nvPr/>
        </p:nvSpPr>
        <p:spPr>
          <a:xfrm>
            <a:off x="1164433" y="2433634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C1A62C7-1D2C-4BFA-8EB9-A8B0615BD9D8}"/>
              </a:ext>
            </a:extLst>
          </p:cNvPr>
          <p:cNvSpPr/>
          <p:nvPr/>
        </p:nvSpPr>
        <p:spPr>
          <a:xfrm>
            <a:off x="3821671" y="3913715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B08626E-B92D-4333-96DF-E4033880E4C1}"/>
              </a:ext>
            </a:extLst>
          </p:cNvPr>
          <p:cNvSpPr/>
          <p:nvPr/>
        </p:nvSpPr>
        <p:spPr>
          <a:xfrm>
            <a:off x="1135856" y="3831517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E0D84D64-0B36-4284-AB82-6A882F976E2A}"/>
              </a:ext>
            </a:extLst>
          </p:cNvPr>
          <p:cNvSpPr/>
          <p:nvPr/>
        </p:nvSpPr>
        <p:spPr>
          <a:xfrm>
            <a:off x="1164433" y="3831516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37E6291-13DD-4008-8EB6-A1AB37BE1FDE}"/>
              </a:ext>
            </a:extLst>
          </p:cNvPr>
          <p:cNvSpPr/>
          <p:nvPr/>
        </p:nvSpPr>
        <p:spPr>
          <a:xfrm>
            <a:off x="675323" y="1365909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2038A536-E479-48A5-9A5E-43F700C33778}"/>
              </a:ext>
            </a:extLst>
          </p:cNvPr>
          <p:cNvSpPr/>
          <p:nvPr/>
        </p:nvSpPr>
        <p:spPr>
          <a:xfrm>
            <a:off x="675323" y="2727960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FE223462-7C18-447C-8784-8E25E39C5271}"/>
              </a:ext>
            </a:extLst>
          </p:cNvPr>
          <p:cNvSpPr/>
          <p:nvPr/>
        </p:nvSpPr>
        <p:spPr>
          <a:xfrm>
            <a:off x="671751" y="4156148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16765-40B2-4B43-B90D-DD471CA903D1}"/>
              </a:ext>
            </a:extLst>
          </p:cNvPr>
          <p:cNvSpPr txBox="1"/>
          <p:nvPr/>
        </p:nvSpPr>
        <p:spPr>
          <a:xfrm>
            <a:off x="381774" y="270906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4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3181512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69752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69752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154579" y="801371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154579" y="1585978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C37BDB-5E4D-4B44-97DC-064B3387D16B}"/>
              </a:ext>
            </a:extLst>
          </p:cNvPr>
          <p:cNvSpPr txBox="1"/>
          <p:nvPr/>
        </p:nvSpPr>
        <p:spPr>
          <a:xfrm>
            <a:off x="384926" y="26891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9E6D5A-83D8-4770-A828-914C84EC8FE1}"/>
              </a:ext>
            </a:extLst>
          </p:cNvPr>
          <p:cNvGrpSpPr/>
          <p:nvPr/>
        </p:nvGrpSpPr>
        <p:grpSpPr>
          <a:xfrm>
            <a:off x="2844165" y="1015684"/>
            <a:ext cx="300038" cy="1141225"/>
            <a:chOff x="2828925" y="1015684"/>
            <a:chExt cx="300038" cy="1141225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61875B3-8560-4C46-A381-964E71454D74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456CD48F-63D2-49AC-8E38-BD01EFB80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AE06003-3396-4152-9E1C-DB3BC16522B3}"/>
              </a:ext>
            </a:extLst>
          </p:cNvPr>
          <p:cNvGrpSpPr/>
          <p:nvPr/>
        </p:nvGrpSpPr>
        <p:grpSpPr>
          <a:xfrm>
            <a:off x="5744855" y="1015684"/>
            <a:ext cx="300038" cy="1141225"/>
            <a:chOff x="2828925" y="1015684"/>
            <a:chExt cx="300038" cy="1141225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83669D9-3A38-48D0-9A5C-08334BB22C99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1C91F16-85B8-4A27-914E-BB789B45A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4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65A1C93-C8FA-4E35-8398-E68AC1E22236}"/>
              </a:ext>
            </a:extLst>
          </p:cNvPr>
          <p:cNvSpPr/>
          <p:nvPr/>
        </p:nvSpPr>
        <p:spPr>
          <a:xfrm>
            <a:off x="384927" y="3378060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E15FB0A-6162-40CD-9708-6099CB81991F}"/>
              </a:ext>
            </a:extLst>
          </p:cNvPr>
          <p:cNvSpPr/>
          <p:nvPr/>
        </p:nvSpPr>
        <p:spPr>
          <a:xfrm>
            <a:off x="3091817" y="1134922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252787C-3054-42EC-85F6-EE3ACCF74AF9}"/>
              </a:ext>
            </a:extLst>
          </p:cNvPr>
          <p:cNvSpPr/>
          <p:nvPr/>
        </p:nvSpPr>
        <p:spPr>
          <a:xfrm>
            <a:off x="387667" y="1120635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0D8671A-B88F-49E5-BFF8-9A34BC49246D}"/>
              </a:ext>
            </a:extLst>
          </p:cNvPr>
          <p:cNvSpPr/>
          <p:nvPr/>
        </p:nvSpPr>
        <p:spPr>
          <a:xfrm>
            <a:off x="476368" y="1176833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E0D06FBC-51B2-46A4-9EDD-F689F297AF17}"/>
              </a:ext>
            </a:extLst>
          </p:cNvPr>
          <p:cNvSpPr/>
          <p:nvPr/>
        </p:nvSpPr>
        <p:spPr>
          <a:xfrm>
            <a:off x="476368" y="1961440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723EE48-A5C8-4102-9306-6E89B6A57FC7}"/>
              </a:ext>
            </a:extLst>
          </p:cNvPr>
          <p:cNvSpPr/>
          <p:nvPr/>
        </p:nvSpPr>
        <p:spPr>
          <a:xfrm>
            <a:off x="3179922" y="1176833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3ED79B6-20BA-424B-92EE-C0B37150CFA7}"/>
              </a:ext>
            </a:extLst>
          </p:cNvPr>
          <p:cNvSpPr/>
          <p:nvPr/>
        </p:nvSpPr>
        <p:spPr>
          <a:xfrm>
            <a:off x="3179922" y="1961441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69EB31D-26C2-4909-AD68-C324E181E97F}"/>
              </a:ext>
            </a:extLst>
          </p:cNvPr>
          <p:cNvSpPr/>
          <p:nvPr/>
        </p:nvSpPr>
        <p:spPr>
          <a:xfrm>
            <a:off x="476367" y="3479734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E0B62FAF-252B-4FA2-81BD-BD7E919B8650}"/>
              </a:ext>
            </a:extLst>
          </p:cNvPr>
          <p:cNvSpPr/>
          <p:nvPr/>
        </p:nvSpPr>
        <p:spPr>
          <a:xfrm>
            <a:off x="476366" y="3831346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41D70-2959-4BB9-96D8-47F155D4670E}"/>
              </a:ext>
            </a:extLst>
          </p:cNvPr>
          <p:cNvSpPr txBox="1"/>
          <p:nvPr/>
        </p:nvSpPr>
        <p:spPr>
          <a:xfrm>
            <a:off x="338910" y="160401"/>
            <a:ext cx="5283105" cy="9280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3371248"/>
            <a:ext cx="836533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8F3966-28C3-4CD7-AAF3-793A45EDFABF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517086" y="1058062"/>
            <a:ext cx="5304594" cy="576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517086" y="1704669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6000339" y="1058400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000339" y="3082149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9936365-25AC-45B1-88FC-9D48C42C9DBA}"/>
              </a:ext>
            </a:extLst>
          </p:cNvPr>
          <p:cNvSpPr/>
          <p:nvPr/>
        </p:nvSpPr>
        <p:spPr>
          <a:xfrm>
            <a:off x="517086" y="2371375"/>
            <a:ext cx="5304594" cy="5747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76F5B16D-3AD9-4CB3-BE76-6ADA2E099D00}"/>
              </a:ext>
            </a:extLst>
          </p:cNvPr>
          <p:cNvSpPr/>
          <p:nvPr/>
        </p:nvSpPr>
        <p:spPr>
          <a:xfrm>
            <a:off x="517086" y="3016316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580309A6-7DB5-4217-9E1C-E29A089FC04F}"/>
              </a:ext>
            </a:extLst>
          </p:cNvPr>
          <p:cNvSpPr/>
          <p:nvPr/>
        </p:nvSpPr>
        <p:spPr>
          <a:xfrm>
            <a:off x="517086" y="3612787"/>
            <a:ext cx="5304594" cy="6931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7DF38D07-8204-4D8D-91B8-37479DBA7677}"/>
              </a:ext>
            </a:extLst>
          </p:cNvPr>
          <p:cNvSpPr/>
          <p:nvPr/>
        </p:nvSpPr>
        <p:spPr>
          <a:xfrm>
            <a:off x="517086" y="4376188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8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A64C4-A4B1-7C3B-E384-79F90EB6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CCCB57A-3C65-E2E6-D02D-A444D37DF0F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BD983B1B-2BE2-6198-BD02-0CBD341D1832}"/>
              </a:ext>
            </a:extLst>
          </p:cNvPr>
          <p:cNvSpPr/>
          <p:nvPr/>
        </p:nvSpPr>
        <p:spPr>
          <a:xfrm>
            <a:off x="659056" y="1090706"/>
            <a:ext cx="3579462" cy="3394438"/>
          </a:xfrm>
          <a:prstGeom prst="roundRect">
            <a:avLst>
              <a:gd name="adj" fmla="val 902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F5D72DA-BEEC-B835-BD61-E6F5F1D03D06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01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D90E915-3345-BF44-330F-5AB766542346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BA09386-4FD6-5F3B-09F0-0A2C69BFD622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03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0DC672A-DF6D-F723-7B62-723AA7557B2B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A9CBCC-6A11-900D-F7E5-537356D2C561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A39FC3D-834F-3D56-B218-99D8225E560E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A5ED9FE-FC15-F51C-E014-7B6F503BF6E8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74284562-7EE6-D3A6-3E88-F7F2371A4B7F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EAB4F67-4FC2-E881-3F8B-BEDB1B70D5A2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9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2A7E6-5AB2-3926-C4B5-ED08E1ED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3E955C8-A586-E1AB-3461-A2B3317B2FDD}"/>
              </a:ext>
            </a:extLst>
          </p:cNvPr>
          <p:cNvSpPr/>
          <p:nvPr/>
        </p:nvSpPr>
        <p:spPr>
          <a:xfrm>
            <a:off x="329529" y="250030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AF1B8F0-CE4C-E59D-14A2-771174DA2F77}"/>
              </a:ext>
            </a:extLst>
          </p:cNvPr>
          <p:cNvSpPr/>
          <p:nvPr/>
        </p:nvSpPr>
        <p:spPr>
          <a:xfrm>
            <a:off x="4659260" y="257174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48FF9AB-E394-3AED-861B-B658A74BFD00}"/>
              </a:ext>
            </a:extLst>
          </p:cNvPr>
          <p:cNvSpPr/>
          <p:nvPr/>
        </p:nvSpPr>
        <p:spPr>
          <a:xfrm>
            <a:off x="4271963" y="1193011"/>
            <a:ext cx="635793" cy="635793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88980B81-6ADB-79D4-FFF3-7F48A6CDA4FA}"/>
              </a:ext>
            </a:extLst>
          </p:cNvPr>
          <p:cNvSpPr/>
          <p:nvPr/>
        </p:nvSpPr>
        <p:spPr>
          <a:xfrm>
            <a:off x="4911367" y="828775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67105C2-865C-9167-F793-20B7D7F9CF32}"/>
              </a:ext>
            </a:extLst>
          </p:cNvPr>
          <p:cNvSpPr/>
          <p:nvPr/>
        </p:nvSpPr>
        <p:spPr>
          <a:xfrm>
            <a:off x="4911367" y="1364461"/>
            <a:ext cx="36939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53B97EC-C459-9BAA-56D6-D113ED4B0621}"/>
              </a:ext>
            </a:extLst>
          </p:cNvPr>
          <p:cNvSpPr/>
          <p:nvPr/>
        </p:nvSpPr>
        <p:spPr>
          <a:xfrm>
            <a:off x="4907756" y="2154547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DB45399E-D00A-95FE-A95D-C91CA7CAD4CE}"/>
              </a:ext>
            </a:extLst>
          </p:cNvPr>
          <p:cNvSpPr/>
          <p:nvPr/>
        </p:nvSpPr>
        <p:spPr>
          <a:xfrm>
            <a:off x="4907756" y="2687218"/>
            <a:ext cx="36939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02205E-B486-55B4-FE1E-C9053907E67D}"/>
              </a:ext>
            </a:extLst>
          </p:cNvPr>
          <p:cNvSpPr/>
          <p:nvPr/>
        </p:nvSpPr>
        <p:spPr>
          <a:xfrm>
            <a:off x="4907756" y="3482422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4EDF5890-8CC9-3B75-5D51-4279EDCBBEC9}"/>
              </a:ext>
            </a:extLst>
          </p:cNvPr>
          <p:cNvSpPr/>
          <p:nvPr/>
        </p:nvSpPr>
        <p:spPr>
          <a:xfrm>
            <a:off x="4907756" y="4015093"/>
            <a:ext cx="36939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14BCE-CFBC-D9AE-955D-4B25DF1B4EA3}"/>
              </a:ext>
            </a:extLst>
          </p:cNvPr>
          <p:cNvSpPr txBox="1"/>
          <p:nvPr/>
        </p:nvSpPr>
        <p:spPr>
          <a:xfrm>
            <a:off x="4883358" y="352436"/>
            <a:ext cx="3804061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39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56AE11DF-2212-4029-BC0E-209B1C6838D3}"/>
              </a:ext>
            </a:extLst>
          </p:cNvPr>
          <p:cNvSpPr>
            <a:spLocks noChangeAspect="1"/>
          </p:cNvSpPr>
          <p:nvPr/>
        </p:nvSpPr>
        <p:spPr>
          <a:xfrm>
            <a:off x="1640942" y="449756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Изображение 40">
            <a:extLst>
              <a:ext uri="{FF2B5EF4-FFF2-40B4-BE49-F238E27FC236}">
                <a16:creationId xmlns:a16="http://schemas.microsoft.com/office/drawing/2014/main" id="{6801CD31-3FA5-499A-A261-79B01176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27" r="9127"/>
          <a:stretch>
            <a:fillRect/>
          </a:stretch>
        </p:blipFill>
        <p:spPr>
          <a:xfrm>
            <a:off x="867407" y="3495677"/>
            <a:ext cx="257279" cy="257279"/>
          </a:xfrm>
          <a:prstGeom prst="ellipse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91CA707-0A60-44AF-B60C-DC19C28F45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351153" y="3698948"/>
            <a:ext cx="1289789" cy="113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3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2526</TotalTime>
  <Words>175</Words>
  <Application>Microsoft Macintosh PowerPoint</Application>
  <PresentationFormat>Экран (16:9)</PresentationFormat>
  <Paragraphs>118</Paragraphs>
  <Slides>14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49</cp:revision>
  <dcterms:created xsi:type="dcterms:W3CDTF">2024-04-17T19:56:02Z</dcterms:created>
  <dcterms:modified xsi:type="dcterms:W3CDTF">2026-07-16T08:37:39Z</dcterms:modified>
</cp:coreProperties>
</file>