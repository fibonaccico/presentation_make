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BCC7EB5E-3279-4E32-9CC0-2CE4E5C172A4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8F7ED69-9D27-41F5-9144-58458F3067D1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9662C37-E18D-4288-A302-B50E0C1219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28C8D0-CC0A-4302-8502-6F509F65B5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D0B5382-2E57-4060-8993-2335FB1988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814A6A5-5222-44F8-A67D-E2EF013A396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0D61971-FE62-4D01-B9C1-5395489A9C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280" cy="829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E5D810-1096-4190-A5DC-A7F40BBA778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8588821-808B-45B8-A3D9-C30F4E7E75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6B14E52-2EB8-4FE3-8F84-DF7D9411D33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77C4EBD-BCD1-40AF-AFE2-65FB98CC04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8067895-686D-4614-B0D5-6269CC6080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CECA81F-6D84-49EA-8E6C-425CF4D14BB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2EA2A4B-34B3-44DC-B91B-F225AEA3DFD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ru-RU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CFF6824-7599-41A4-9CE1-BEEEE2C0D184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854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10"/>
          <p:cNvSpPr/>
          <p:nvPr/>
        </p:nvSpPr>
        <p:spPr>
          <a:xfrm>
            <a:off x="460080" y="658080"/>
            <a:ext cx="846864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Прямоугольник со скругленными углами 3"/>
          <p:cNvSpPr/>
          <p:nvPr/>
        </p:nvSpPr>
        <p:spPr>
          <a:xfrm>
            <a:off x="3507480" y="0"/>
            <a:ext cx="5635800" cy="5142960"/>
          </a:xfrm>
          <a:prstGeom prst="roundRect">
            <a:avLst>
              <a:gd name="adj" fmla="val 0"/>
            </a:avLst>
          </a:prstGeom>
          <a:solidFill>
            <a:srgbClr val="a0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0" name="Прямоугольник: скругленные углы 2"/>
          <p:cNvSpPr/>
          <p:nvPr/>
        </p:nvSpPr>
        <p:spPr>
          <a:xfrm>
            <a:off x="3722040" y="257040"/>
            <a:ext cx="5185800" cy="464976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" name="Овал 1"/>
          <p:cNvSpPr/>
          <p:nvPr/>
        </p:nvSpPr>
        <p:spPr>
          <a:xfrm>
            <a:off x="4122000" y="631080"/>
            <a:ext cx="899280" cy="89928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Овал 23"/>
          <p:cNvSpPr/>
          <p:nvPr/>
        </p:nvSpPr>
        <p:spPr>
          <a:xfrm>
            <a:off x="4122000" y="2127600"/>
            <a:ext cx="899280" cy="8874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3" name="Овал 29"/>
          <p:cNvSpPr/>
          <p:nvPr/>
        </p:nvSpPr>
        <p:spPr>
          <a:xfrm>
            <a:off x="4122000" y="3612240"/>
            <a:ext cx="899280" cy="89928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5110920" y="4896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5110920" y="1025280"/>
            <a:ext cx="357876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5107320" y="19854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5107320" y="2517840"/>
            <a:ext cx="357876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5107320" y="347076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5107320" y="4003560"/>
            <a:ext cx="357876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TextBox 13"/>
          <p:cNvSpPr/>
          <p:nvPr/>
        </p:nvSpPr>
        <p:spPr>
          <a:xfrm>
            <a:off x="165960" y="200880"/>
            <a:ext cx="3147840" cy="184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Прямоугольник со скругленными углами 3"/>
          <p:cNvSpPr/>
          <p:nvPr/>
        </p:nvSpPr>
        <p:spPr>
          <a:xfrm>
            <a:off x="0" y="0"/>
            <a:ext cx="9143280" cy="196128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2" name="TextBox 10"/>
          <p:cNvSpPr/>
          <p:nvPr/>
        </p:nvSpPr>
        <p:spPr>
          <a:xfrm>
            <a:off x="38484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3" name="TextBox 10"/>
          <p:cNvSpPr/>
          <p:nvPr/>
        </p:nvSpPr>
        <p:spPr>
          <a:xfrm>
            <a:off x="38484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323928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323928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6093720" y="257184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6093720" y="33562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8" name="TextBox 9"/>
          <p:cNvSpPr/>
          <p:nvPr/>
        </p:nvSpPr>
        <p:spPr>
          <a:xfrm>
            <a:off x="384840" y="2178000"/>
            <a:ext cx="84654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Прямоугольник со скругленными углами 3"/>
          <p:cNvSpPr/>
          <p:nvPr/>
        </p:nvSpPr>
        <p:spPr>
          <a:xfrm>
            <a:off x="186840" y="1854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0" name="Прямоугольник 10"/>
          <p:cNvSpPr/>
          <p:nvPr/>
        </p:nvSpPr>
        <p:spPr>
          <a:xfrm>
            <a:off x="460080" y="658080"/>
            <a:ext cx="846864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2517</TotalTime>
  <Application>LibreOffice/7.3.7.2$Linux_X86_64 LibreOffice_project/30$Build-2</Application>
  <AppVersion>15.0000</AppVersion>
  <Words>39</Words>
  <Paragraphs>25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ru-RU</dc:language>
  <cp:lastModifiedBy/>
  <dcterms:modified xsi:type="dcterms:W3CDTF">2025-03-31T11:00:03Z</dcterms:modified>
  <cp:revision>55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Экран (16:9)</vt:lpwstr>
  </property>
  <property fmtid="{D5CDD505-2E9C-101B-9397-08002B2CF9AE}" pid="4" name="Slides">
    <vt:i4>4</vt:i4>
  </property>
</Properties>
</file>