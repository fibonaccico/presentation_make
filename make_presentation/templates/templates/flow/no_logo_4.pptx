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Для перемещения страницы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щёлкните мышью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</a:t>
            </a:r>
            <a:r>
              <a:rPr b="0" lang="ru-RU" sz="2000" spc="-1" strike="noStrike">
                <a:latin typeface="Arial"/>
              </a:rPr>
              <a:t>л</a:t>
            </a:r>
            <a:r>
              <a:rPr b="0" lang="ru-RU" sz="2000" spc="-1" strike="noStrike">
                <a:latin typeface="Arial"/>
              </a:rPr>
              <a:t>я</a:t>
            </a:r>
            <a:r>
              <a:rPr b="0" lang="ru-RU" sz="2000" spc="-1" strike="noStrike">
                <a:latin typeface="Arial"/>
              </a:rPr>
              <a:t> </a:t>
            </a:r>
            <a:r>
              <a:rPr b="0" lang="ru-RU" sz="2000" spc="-1" strike="noStrike">
                <a:latin typeface="Arial"/>
              </a:rPr>
              <a:t>п</a:t>
            </a:r>
            <a:r>
              <a:rPr b="0" lang="ru-RU" sz="2000" spc="-1" strike="noStrike">
                <a:latin typeface="Arial"/>
              </a:rPr>
              <a:t>р</a:t>
            </a:r>
            <a:r>
              <a:rPr b="0" lang="ru-RU" sz="2000" spc="-1" strike="noStrike">
                <a:latin typeface="Arial"/>
              </a:rPr>
              <a:t>а</a:t>
            </a:r>
            <a:r>
              <a:rPr b="0" lang="ru-RU" sz="2000" spc="-1" strike="noStrike">
                <a:latin typeface="Arial"/>
              </a:rPr>
              <a:t>в</a:t>
            </a:r>
            <a:r>
              <a:rPr b="0" lang="ru-RU" sz="2000" spc="-1" strike="noStrike">
                <a:latin typeface="Arial"/>
              </a:rPr>
              <a:t>к</a:t>
            </a:r>
            <a:r>
              <a:rPr b="0" lang="ru-RU" sz="2000" spc="-1" strike="noStrike">
                <a:latin typeface="Arial"/>
              </a:rPr>
              <a:t>и</a:t>
            </a:r>
            <a:r>
              <a:rPr b="0" lang="ru-RU" sz="2000" spc="-1" strike="noStrike">
                <a:latin typeface="Arial"/>
              </a:rPr>
              <a:t> </a:t>
            </a:r>
            <a:r>
              <a:rPr b="0" lang="ru-RU" sz="2000" spc="-1" strike="noStrike">
                <a:latin typeface="Arial"/>
              </a:rPr>
              <a:t>ф</a:t>
            </a:r>
            <a:r>
              <a:rPr b="0" lang="ru-RU" sz="2000" spc="-1" strike="noStrike">
                <a:latin typeface="Arial"/>
              </a:rPr>
              <a:t>о</a:t>
            </a:r>
            <a:r>
              <a:rPr b="0" lang="ru-RU" sz="2000" spc="-1" strike="noStrike">
                <a:latin typeface="Arial"/>
              </a:rPr>
              <a:t>р</a:t>
            </a:r>
            <a:r>
              <a:rPr b="0" lang="ru-RU" sz="2000" spc="-1" strike="noStrike">
                <a:latin typeface="Arial"/>
              </a:rPr>
              <a:t>м</a:t>
            </a:r>
            <a:r>
              <a:rPr b="0" lang="ru-RU" sz="2000" spc="-1" strike="noStrike">
                <a:latin typeface="Arial"/>
              </a:rPr>
              <a:t>а</a:t>
            </a:r>
            <a:r>
              <a:rPr b="0" lang="ru-RU" sz="2000" spc="-1" strike="noStrike">
                <a:latin typeface="Arial"/>
              </a:rPr>
              <a:t>т</a:t>
            </a:r>
            <a:r>
              <a:rPr b="0" lang="ru-RU" sz="2000" spc="-1" strike="noStrike">
                <a:latin typeface="Arial"/>
              </a:rPr>
              <a:t>а</a:t>
            </a:r>
            <a:r>
              <a:rPr b="0" lang="ru-RU" sz="2000" spc="-1" strike="noStrike">
                <a:latin typeface="Arial"/>
              </a:rPr>
              <a:t> </a:t>
            </a:r>
            <a:r>
              <a:rPr b="0" lang="ru-RU" sz="2000" spc="-1" strike="noStrike">
                <a:latin typeface="Arial"/>
              </a:rPr>
              <a:t>п</a:t>
            </a:r>
            <a:r>
              <a:rPr b="0" lang="ru-RU" sz="2000" spc="-1" strike="noStrike">
                <a:latin typeface="Arial"/>
              </a:rPr>
              <a:t>р</a:t>
            </a:r>
            <a:r>
              <a:rPr b="0" lang="ru-RU" sz="2000" spc="-1" strike="noStrike">
                <a:latin typeface="Arial"/>
              </a:rPr>
              <a:t>и</a:t>
            </a:r>
            <a:r>
              <a:rPr b="0" lang="ru-RU" sz="2000" spc="-1" strike="noStrike">
                <a:latin typeface="Arial"/>
              </a:rPr>
              <a:t>м</a:t>
            </a:r>
            <a:r>
              <a:rPr b="0" lang="ru-RU" sz="2000" spc="-1" strike="noStrike">
                <a:latin typeface="Arial"/>
              </a:rPr>
              <a:t>е</a:t>
            </a:r>
            <a:r>
              <a:rPr b="0" lang="ru-RU" sz="2000" spc="-1" strike="noStrike">
                <a:latin typeface="Arial"/>
              </a:rPr>
              <a:t>ч</a:t>
            </a:r>
            <a:r>
              <a:rPr b="0" lang="ru-RU" sz="2000" spc="-1" strike="noStrike">
                <a:latin typeface="Arial"/>
              </a:rPr>
              <a:t>а</a:t>
            </a:r>
            <a:r>
              <a:rPr b="0" lang="ru-RU" sz="2000" spc="-1" strike="noStrike">
                <a:latin typeface="Arial"/>
              </a:rPr>
              <a:t>н</a:t>
            </a:r>
            <a:r>
              <a:rPr b="0" lang="ru-RU" sz="2000" spc="-1" strike="noStrike">
                <a:latin typeface="Arial"/>
              </a:rPr>
              <a:t>и</a:t>
            </a:r>
            <a:r>
              <a:rPr b="0" lang="ru-RU" sz="2000" spc="-1" strike="noStrike">
                <a:latin typeface="Arial"/>
              </a:rPr>
              <a:t>й</a:t>
            </a:r>
            <a:r>
              <a:rPr b="0" lang="ru-RU" sz="2000" spc="-1" strike="noStrike">
                <a:latin typeface="Arial"/>
              </a:rPr>
              <a:t> </a:t>
            </a:r>
            <a:r>
              <a:rPr b="0" lang="ru-RU" sz="2000" spc="-1" strike="noStrike">
                <a:latin typeface="Arial"/>
              </a:rPr>
              <a:t>щ</a:t>
            </a:r>
            <a:r>
              <a:rPr b="0" lang="ru-RU" sz="2000" spc="-1" strike="noStrike">
                <a:latin typeface="Arial"/>
              </a:rPr>
              <a:t>ё</a:t>
            </a:r>
            <a:r>
              <a:rPr b="0" lang="ru-RU" sz="2000" spc="-1" strike="noStrike">
                <a:latin typeface="Arial"/>
              </a:rPr>
              <a:t>л</a:t>
            </a:r>
            <a:r>
              <a:rPr b="0" lang="ru-RU" sz="2000" spc="-1" strike="noStrike">
                <a:latin typeface="Arial"/>
              </a:rPr>
              <a:t>к</a:t>
            </a:r>
            <a:r>
              <a:rPr b="0" lang="ru-RU" sz="2000" spc="-1" strike="noStrike">
                <a:latin typeface="Arial"/>
              </a:rPr>
              <a:t>н</a:t>
            </a:r>
            <a:r>
              <a:rPr b="0" lang="ru-RU" sz="2000" spc="-1" strike="noStrike">
                <a:latin typeface="Arial"/>
              </a:rPr>
              <a:t>и</a:t>
            </a:r>
            <a:r>
              <a:rPr b="0" lang="ru-RU" sz="2000" spc="-1" strike="noStrike">
                <a:latin typeface="Arial"/>
              </a:rPr>
              <a:t>т</a:t>
            </a:r>
            <a:r>
              <a:rPr b="0" lang="ru-RU" sz="2000" spc="-1" strike="noStrike">
                <a:latin typeface="Arial"/>
              </a:rPr>
              <a:t>е</a:t>
            </a:r>
            <a:r>
              <a:rPr b="0" lang="ru-RU" sz="2000" spc="-1" strike="noStrike">
                <a:latin typeface="Arial"/>
              </a:rPr>
              <a:t> </a:t>
            </a:r>
            <a:r>
              <a:rPr b="0" lang="ru-RU" sz="2000" spc="-1" strike="noStrike">
                <a:latin typeface="Arial"/>
              </a:rPr>
              <a:t>м</a:t>
            </a:r>
            <a:r>
              <a:rPr b="0" lang="ru-RU" sz="2000" spc="-1" strike="noStrike">
                <a:latin typeface="Arial"/>
              </a:rPr>
              <a:t>ы</a:t>
            </a:r>
            <a:r>
              <a:rPr b="0" lang="ru-RU" sz="2000" spc="-1" strike="noStrike">
                <a:latin typeface="Arial"/>
              </a:rPr>
              <a:t>ш</a:t>
            </a:r>
            <a:r>
              <a:rPr b="0" lang="ru-RU" sz="2000" spc="-1" strike="noStrike">
                <a:latin typeface="Arial"/>
              </a:rPr>
              <a:t>ь</a:t>
            </a:r>
            <a:r>
              <a:rPr b="0" lang="ru-RU" sz="2000" spc="-1" strike="noStrike">
                <a:latin typeface="Arial"/>
              </a:rPr>
              <a:t>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FCAD5B07-B879-45E8-9F88-96527CCA1B38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034BE3-5A26-4778-8BC7-E1B031ECCB0C}" type="slidenum">
              <a:rPr b="0" lang="ru-RU" sz="1200" spc="-1" strike="noStrike">
                <a:latin typeface="Times New Roman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53457B-1F59-40BC-8D05-898F184BC70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FEE1DFF-3FBC-4A8A-9334-BB852198CF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933941A-B5E6-45E2-8D81-46E22A73488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011E17F-E589-4B10-8134-5469BAEDFD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11C3F2C-7BF8-4A27-B8BD-1BF4D98D7B9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640" cy="829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6BF2D78-1419-43BF-B7FB-9D676E8C25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38771D3-6C7A-4474-A581-7727E0724D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A6BB184-AE1A-42D7-B9FB-E35178DCAD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5F0A89A-4D72-47D3-B1DB-F355A5A6C2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50179D-9C92-4F6A-B9CC-36577BD4A6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3FBB58C-C78F-4D6B-8DD2-72AAD5EF763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704094-BA53-4460-920C-4A49973AFE1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640" cy="1790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45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en-US" sz="45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2856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9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9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029040" y="4767120"/>
            <a:ext cx="308592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458040" y="4767120"/>
            <a:ext cx="2057040" cy="273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D3CF8AD-C197-49B6-9AEF-A06436324541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</a:rPr>
              <a:t>Для правки структуры щёлкните мышью</a:t>
            </a:r>
            <a:endParaRPr b="0" lang="en-US" sz="21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500" spc="-1" strike="noStrike">
                <a:solidFill>
                  <a:srgbClr val="000000"/>
                </a:solidFill>
                <a:latin typeface="Calibri"/>
              </a:rPr>
              <a:t>Второй уровень структуры</a:t>
            </a:r>
            <a:endParaRPr b="0" lang="en-US" sz="15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Третий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50" spc="-1" strike="noStrike">
                <a:solidFill>
                  <a:srgbClr val="000000"/>
                </a:solidFill>
                <a:latin typeface="Calibri"/>
              </a:rPr>
              <a:t>Четвёртый уровень структуры</a:t>
            </a:r>
            <a:endParaRPr b="0" lang="en-US" sz="135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Пятый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Шестой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Седьмой уровень структуры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  <p:sp>
        <p:nvSpPr>
          <p:cNvPr id="49" name="Прямоугольник 5"/>
          <p:cNvSpPr/>
          <p:nvPr/>
        </p:nvSpPr>
        <p:spPr>
          <a:xfrm>
            <a:off x="460080" y="358920"/>
            <a:ext cx="2999160" cy="26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1400" spc="-1" strike="noStrike">
                <a:solidFill>
                  <a:srgbClr val="f2f2f2"/>
                </a:solidFill>
                <a:latin typeface="Arial"/>
              </a:rPr>
              <a:t>Тема:</a:t>
            </a:r>
            <a:endParaRPr b="0" lang="ru-RU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Прямоугольник со скругленными углами 3"/>
          <p:cNvSpPr/>
          <p:nvPr/>
        </p:nvSpPr>
        <p:spPr>
          <a:xfrm>
            <a:off x="3507480" y="0"/>
            <a:ext cx="5636160" cy="514332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1" name="Прямоугольник: скругленные углы 2"/>
          <p:cNvSpPr/>
          <p:nvPr/>
        </p:nvSpPr>
        <p:spPr>
          <a:xfrm>
            <a:off x="3722040" y="257040"/>
            <a:ext cx="5186160" cy="46501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2" name="Овал 1"/>
          <p:cNvSpPr/>
          <p:nvPr/>
        </p:nvSpPr>
        <p:spPr>
          <a:xfrm>
            <a:off x="4122000" y="63108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01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3" name="Овал 23"/>
          <p:cNvSpPr/>
          <p:nvPr/>
        </p:nvSpPr>
        <p:spPr>
          <a:xfrm>
            <a:off x="4122000" y="2127600"/>
            <a:ext cx="899640" cy="88776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02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Овал 29"/>
          <p:cNvSpPr/>
          <p:nvPr/>
        </p:nvSpPr>
        <p:spPr>
          <a:xfrm>
            <a:off x="4122000" y="3612240"/>
            <a:ext cx="899640" cy="89964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</a:rPr>
              <a:t>03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4896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10920" y="1025280"/>
            <a:ext cx="3579120" cy="78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198540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2517840"/>
            <a:ext cx="357912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3470760"/>
            <a:ext cx="357912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5107320" y="4003560"/>
            <a:ext cx="3579120" cy="79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1" name="TextBox 13"/>
          <p:cNvSpPr/>
          <p:nvPr/>
        </p:nvSpPr>
        <p:spPr>
          <a:xfrm>
            <a:off x="165960" y="200880"/>
            <a:ext cx="3148200" cy="18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Прямоугольник со скругленными углами 3"/>
          <p:cNvSpPr/>
          <p:nvPr/>
        </p:nvSpPr>
        <p:spPr>
          <a:xfrm>
            <a:off x="0" y="0"/>
            <a:ext cx="9143640" cy="196164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8484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323928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2571840"/>
            <a:ext cx="2665080" cy="7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68" name="TextBox 10"/>
          <p:cNvSpPr/>
          <p:nvPr/>
        </p:nvSpPr>
        <p:spPr>
          <a:xfrm>
            <a:off x="6093720" y="3356280"/>
            <a:ext cx="2665080" cy="156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ru-RU" sz="1100" spc="-1" strike="noStrike">
              <a:latin typeface="Arial"/>
            </a:endParaRPr>
          </a:p>
        </p:txBody>
      </p:sp>
      <p:sp>
        <p:nvSpPr>
          <p:cNvPr id="69" name="TextBox 9"/>
          <p:cNvSpPr/>
          <p:nvPr/>
        </p:nvSpPr>
        <p:spPr>
          <a:xfrm>
            <a:off x="384840" y="2178000"/>
            <a:ext cx="8465760" cy="48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</a:rPr>
              <a:t>TITLE</a:t>
            </a:r>
            <a:endParaRPr b="0" lang="ru-RU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Прямоугольник со скругленными углами 3"/>
          <p:cNvSpPr/>
          <p:nvPr/>
        </p:nvSpPr>
        <p:spPr>
          <a:xfrm>
            <a:off x="186840" y="185400"/>
            <a:ext cx="8770320" cy="475812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1" name="Прямоугольник 10"/>
          <p:cNvSpPr/>
          <p:nvPr/>
        </p:nvSpPr>
        <p:spPr>
          <a:xfrm>
            <a:off x="460080" y="658080"/>
            <a:ext cx="8469000" cy="33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ru-RU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2517</TotalTime>
  <Application>LibreOffice/7.3.7.2$Linux_X86_64 LibreOffice_project/30$Build-2</Application>
  <AppVersion>15.0000</AppVersion>
  <Words>39</Words>
  <Paragraphs>25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2025-02-20T13:26:05Z</dcterms:modified>
  <cp:revision>54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Экран (16:9)</vt:lpwstr>
  </property>
  <property fmtid="{D5CDD505-2E9C-101B-9397-08002B2CF9AE}" pid="4" name="Slides">
    <vt:i4>4</vt:i4>
  </property>
</Properties>
</file>