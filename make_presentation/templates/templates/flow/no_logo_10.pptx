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16054BE-ADE1-4937-AC27-A1693DF357BF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07317B-A333-4A8B-B2ED-006841765C85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A3488C-BF2A-426E-AD5E-E7C1073F0C51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04092EE-D1BC-403D-A6E4-B13BC7E8C6C3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5766A0-E3F2-4270-ABEB-68F975E92D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5670A3-1DC5-48B8-8570-86878924ED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19C975-A365-4BCE-BC17-75914D8548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7092FB-4FD1-4A5E-9D68-545F14B301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1E7A1E-DA6C-48D8-8954-93408DDECA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09927C-D09F-4ABA-80C0-FB9B9EFA52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504D11-15A4-40CB-A209-91A3F0B329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F5C303-78F8-4247-AB4D-047B5A85FF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AFC6F3-D274-4E7B-B7C2-0203F015C6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B269A6-8885-48E9-8437-1628B48E20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59782E-07B0-4E4A-92A9-C198D3DC20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9B818B-BB55-4EBA-9B8F-6CDE2BE99F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96A42A-D684-41F7-A35A-FE0D9B95C216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  <a:ea typeface="DejaVu Sans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: скругленные углы 15"/>
          <p:cNvSpPr/>
          <p:nvPr/>
        </p:nvSpPr>
        <p:spPr>
          <a:xfrm>
            <a:off x="4636440" y="25020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1" name="Прямоугольник: скругленные углы 16"/>
          <p:cNvSpPr/>
          <p:nvPr/>
        </p:nvSpPr>
        <p:spPr>
          <a:xfrm>
            <a:off x="329400" y="25704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Овал 9"/>
          <p:cNvSpPr/>
          <p:nvPr/>
        </p:nvSpPr>
        <p:spPr>
          <a:xfrm>
            <a:off x="4272120" y="1193040"/>
            <a:ext cx="635040" cy="63504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3" name="TextBox 10"/>
          <p:cNvSpPr/>
          <p:nvPr/>
        </p:nvSpPr>
        <p:spPr>
          <a:xfrm>
            <a:off x="581760" y="82872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81760" y="1364400"/>
            <a:ext cx="369324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15460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2687040"/>
            <a:ext cx="369324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348228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578160" y="4015080"/>
            <a:ext cx="369324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9" name="TextBox 30"/>
          <p:cNvSpPr/>
          <p:nvPr/>
        </p:nvSpPr>
        <p:spPr>
          <a:xfrm>
            <a:off x="553680" y="352440"/>
            <a:ext cx="38034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20"/>
          <p:cNvSpPr/>
          <p:nvPr/>
        </p:nvSpPr>
        <p:spPr>
          <a:xfrm>
            <a:off x="516960" y="41184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81" name="Прямоугольник со скругленными углами 3"/>
          <p:cNvSpPr/>
          <p:nvPr/>
        </p:nvSpPr>
        <p:spPr>
          <a:xfrm>
            <a:off x="456480" y="14061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848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4" name="Прямоугольник: скругленные углы 1"/>
          <p:cNvSpPr/>
          <p:nvPr/>
        </p:nvSpPr>
        <p:spPr>
          <a:xfrm>
            <a:off x="328680" y="228600"/>
            <a:ext cx="8501040" cy="8136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10"/>
          <p:cNvSpPr/>
          <p:nvPr/>
        </p:nvSpPr>
        <p:spPr>
          <a:xfrm>
            <a:off x="328680" y="12790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Прямоугольник со скругленными углами 3"/>
          <p:cNvSpPr/>
          <p:nvPr/>
        </p:nvSpPr>
        <p:spPr>
          <a:xfrm>
            <a:off x="3421080" y="13989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33494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9" name="Прямоугольник: скругленные углы 14"/>
          <p:cNvSpPr/>
          <p:nvPr/>
        </p:nvSpPr>
        <p:spPr>
          <a:xfrm>
            <a:off x="3293280" y="12718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Прямоугольник со скругленными углами 3"/>
          <p:cNvSpPr/>
          <p:nvPr/>
        </p:nvSpPr>
        <p:spPr>
          <a:xfrm>
            <a:off x="6400800" y="137952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632952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3" name="Прямоугольник: скругленные углы 19"/>
          <p:cNvSpPr/>
          <p:nvPr/>
        </p:nvSpPr>
        <p:spPr>
          <a:xfrm>
            <a:off x="6273000" y="125280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Прямоугольник со скругленными углами 3"/>
          <p:cNvSpPr/>
          <p:nvPr/>
        </p:nvSpPr>
        <p:spPr>
          <a:xfrm>
            <a:off x="0" y="0"/>
            <a:ext cx="339660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38300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4192560" y="41886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7" name="Овал 9"/>
          <p:cNvSpPr/>
          <p:nvPr/>
        </p:nvSpPr>
        <p:spPr>
          <a:xfrm>
            <a:off x="3724560" y="38300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57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4192560" y="29304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0" name="Овал 13"/>
          <p:cNvSpPr/>
          <p:nvPr/>
        </p:nvSpPr>
        <p:spPr>
          <a:xfrm>
            <a:off x="3724560" y="257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31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4192560" y="167076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3" name="Овал 16"/>
          <p:cNvSpPr/>
          <p:nvPr/>
        </p:nvSpPr>
        <p:spPr>
          <a:xfrm>
            <a:off x="3724560" y="131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3607560" y="215280"/>
            <a:ext cx="53748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Прямоугольник: скругленные углы 22"/>
          <p:cNvSpPr/>
          <p:nvPr/>
        </p:nvSpPr>
        <p:spPr>
          <a:xfrm>
            <a:off x="3417120" y="10515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Прямоугольник: скругленные углы 28"/>
          <p:cNvSpPr/>
          <p:nvPr/>
        </p:nvSpPr>
        <p:spPr>
          <a:xfrm>
            <a:off x="3417120" y="24519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Прямоугольник: скругленные углы 32"/>
          <p:cNvSpPr/>
          <p:nvPr/>
        </p:nvSpPr>
        <p:spPr>
          <a:xfrm>
            <a:off x="3417120" y="384984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TextBox 10"/>
          <p:cNvSpPr/>
          <p:nvPr/>
        </p:nvSpPr>
        <p:spPr>
          <a:xfrm>
            <a:off x="3821760" y="11152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9" name="Прямая соединительная линия 4"/>
          <p:cNvSpPr/>
          <p:nvPr/>
        </p:nvSpPr>
        <p:spPr>
          <a:xfrm>
            <a:off x="782280" y="987120"/>
            <a:ext cx="360" cy="3813480"/>
          </a:xfrm>
          <a:prstGeom prst="line">
            <a:avLst/>
          </a:prstGeom>
          <a:ln>
            <a:solidFill>
              <a:srgbClr val="c0cc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Прямоугольник: скругленные углы 19"/>
          <p:cNvSpPr/>
          <p:nvPr/>
        </p:nvSpPr>
        <p:spPr>
          <a:xfrm>
            <a:off x="1135800" y="10332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TextBox 10"/>
          <p:cNvSpPr/>
          <p:nvPr/>
        </p:nvSpPr>
        <p:spPr>
          <a:xfrm>
            <a:off x="1164600" y="10332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3821760" y="25156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6"/>
          <p:cNvSpPr/>
          <p:nvPr/>
        </p:nvSpPr>
        <p:spPr>
          <a:xfrm>
            <a:off x="1135800" y="24336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1164600" y="24336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3821760" y="391356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30"/>
          <p:cNvSpPr/>
          <p:nvPr/>
        </p:nvSpPr>
        <p:spPr>
          <a:xfrm>
            <a:off x="1135800" y="383148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1164600" y="383148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8" name="Овал 5"/>
          <p:cNvSpPr/>
          <p:nvPr/>
        </p:nvSpPr>
        <p:spPr>
          <a:xfrm>
            <a:off x="675360" y="136584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Овал 33"/>
          <p:cNvSpPr/>
          <p:nvPr/>
        </p:nvSpPr>
        <p:spPr>
          <a:xfrm>
            <a:off x="675360" y="272808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Овал 34"/>
          <p:cNvSpPr/>
          <p:nvPr/>
        </p:nvSpPr>
        <p:spPr>
          <a:xfrm>
            <a:off x="671760" y="415620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1" name="TextBox 20"/>
          <p:cNvSpPr/>
          <p:nvPr/>
        </p:nvSpPr>
        <p:spPr>
          <a:xfrm>
            <a:off x="381600" y="27108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 со скругленными углами 3"/>
          <p:cNvSpPr/>
          <p:nvPr/>
        </p:nvSpPr>
        <p:spPr>
          <a:xfrm>
            <a:off x="0" y="318168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384840" y="801360"/>
            <a:ext cx="24433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384840" y="1585800"/>
            <a:ext cx="24433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3269880" y="801360"/>
            <a:ext cx="24433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3269880" y="1585800"/>
            <a:ext cx="24433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6154560" y="80136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154560" y="158580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grpSp>
        <p:nvGrpSpPr>
          <p:cNvPr id="129" name="Группа 8"/>
          <p:cNvGrpSpPr/>
          <p:nvPr/>
        </p:nvGrpSpPr>
        <p:grpSpPr>
          <a:xfrm>
            <a:off x="2844000" y="1015560"/>
            <a:ext cx="299880" cy="1141200"/>
            <a:chOff x="2844000" y="1015560"/>
            <a:chExt cx="299880" cy="1141200"/>
          </a:xfrm>
        </p:grpSpPr>
        <p:sp>
          <p:nvSpPr>
            <p:cNvPr id="130" name="Прямая соединительная линия 7"/>
            <p:cNvSpPr/>
            <p:nvPr/>
          </p:nvSpPr>
          <p:spPr>
            <a:xfrm>
              <a:off x="2844000" y="101556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1" name="Прямая соединительная линия 22"/>
            <p:cNvSpPr/>
            <p:nvPr/>
          </p:nvSpPr>
          <p:spPr>
            <a:xfrm flipV="1">
              <a:off x="2844000" y="158508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32" name="Группа 23"/>
          <p:cNvGrpSpPr/>
          <p:nvPr/>
        </p:nvGrpSpPr>
        <p:grpSpPr>
          <a:xfrm>
            <a:off x="5744520" y="1015560"/>
            <a:ext cx="300240" cy="1141200"/>
            <a:chOff x="5744520" y="1015560"/>
            <a:chExt cx="300240" cy="1141200"/>
          </a:xfrm>
        </p:grpSpPr>
        <p:sp>
          <p:nvSpPr>
            <p:cNvPr id="133" name="Прямая соединительная линия 30"/>
            <p:cNvSpPr/>
            <p:nvPr/>
          </p:nvSpPr>
          <p:spPr>
            <a:xfrm>
              <a:off x="5744520" y="101556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4" name="Прямая соединительная линия 31"/>
            <p:cNvSpPr/>
            <p:nvPr/>
          </p:nvSpPr>
          <p:spPr>
            <a:xfrm flipV="1">
              <a:off x="5744520" y="158508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35" name=""/>
          <p:cNvSpPr/>
          <p:nvPr/>
        </p:nvSpPr>
        <p:spPr>
          <a:xfrm>
            <a:off x="349200" y="264600"/>
            <a:ext cx="8229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ru-RU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Прямоугольник со скругленными углами 3"/>
          <p:cNvSpPr/>
          <p:nvPr/>
        </p:nvSpPr>
        <p:spPr>
          <a:xfrm>
            <a:off x="5884200" y="0"/>
            <a:ext cx="325908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37" name="Прямоугольник: скругленные углы 12"/>
          <p:cNvSpPr/>
          <p:nvPr/>
        </p:nvSpPr>
        <p:spPr>
          <a:xfrm>
            <a:off x="384840" y="3378240"/>
            <a:ext cx="5236200" cy="132084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8" name="Прямоугольник: скругленные углы 13"/>
          <p:cNvSpPr/>
          <p:nvPr/>
        </p:nvSpPr>
        <p:spPr>
          <a:xfrm>
            <a:off x="3091680" y="1135080"/>
            <a:ext cx="2532960" cy="205668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Прямоугольник: скругленные углы 14"/>
          <p:cNvSpPr/>
          <p:nvPr/>
        </p:nvSpPr>
        <p:spPr>
          <a:xfrm>
            <a:off x="387720" y="1120680"/>
            <a:ext cx="2532960" cy="2056680"/>
          </a:xfrm>
          <a:prstGeom prst="roundRect">
            <a:avLst>
              <a:gd name="adj" fmla="val 6945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TextBox 10"/>
          <p:cNvSpPr/>
          <p:nvPr/>
        </p:nvSpPr>
        <p:spPr>
          <a:xfrm>
            <a:off x="476280" y="117684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476280" y="196128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3179880" y="117684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3179880" y="196128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476280" y="347976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45" name="TextBox 10"/>
          <p:cNvSpPr/>
          <p:nvPr/>
        </p:nvSpPr>
        <p:spPr>
          <a:xfrm>
            <a:off x="476280" y="383148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338760" y="160560"/>
            <a:ext cx="528228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2514</TotalTime>
  <Application>LibreOffice/7.3.7.2$Linux_X86_64 LibreOffice_project/30$Build-2</Application>
  <AppVersion>15.0000</AppVersion>
  <Words>120</Words>
  <Paragraphs>79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2025-02-20T13:31:03Z</dcterms:modified>
  <cp:revision>50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Экран (16:9)</vt:lpwstr>
  </property>
  <property fmtid="{D5CDD505-2E9C-101B-9397-08002B2CF9AE}" pid="4" name="Slides">
    <vt:i4>10</vt:i4>
  </property>
</Properties>
</file>