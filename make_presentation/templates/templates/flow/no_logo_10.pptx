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F82C14C-F343-41E0-A6DF-B03001EA62B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C40417-2812-44C8-B4C5-93861D77EBC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CD076B6-35EB-4721-863B-9F48332FA975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9B1256-77A6-4936-8A7C-3691F69B4178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8ABF2F-58BC-437E-9C5A-4DDC3A3664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5F5CC7-0465-4AF3-B0A3-5948FD931F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B45EE6-7443-46FA-8479-3EF595331E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44D82F-1D1D-44F5-A365-9F299E50E7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965CA1D-B15C-4C4B-AD54-E187CA2362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42D974-B5EA-4B42-8A2C-688EF22430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EEC4E8-54C3-43F7-A312-6E0F421755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A1F262-5F07-48AF-8730-A1FC7D6226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610A7E-F7C3-47EA-9B84-30E780C60B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4F2909-A39B-4F4A-BEE2-DFEF14CF0D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79C1F7-9AEA-4512-AEBE-063E43825E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B1A8E6-858F-4619-BCEE-DE893F28A29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8A685E-D475-4E7B-9EC4-045894216A4A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828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 со скругленными углами 3"/>
          <p:cNvSpPr/>
          <p:nvPr/>
        </p:nvSpPr>
        <p:spPr>
          <a:xfrm>
            <a:off x="3507480" y="0"/>
            <a:ext cx="5635440" cy="514260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Прямоугольник: скругленные углы 2"/>
          <p:cNvSpPr/>
          <p:nvPr/>
        </p:nvSpPr>
        <p:spPr>
          <a:xfrm>
            <a:off x="3722040" y="257040"/>
            <a:ext cx="5185440" cy="464940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Овал 1"/>
          <p:cNvSpPr/>
          <p:nvPr/>
        </p:nvSpPr>
        <p:spPr>
          <a:xfrm>
            <a:off x="4122000" y="631080"/>
            <a:ext cx="898920" cy="89892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4122000" y="2127600"/>
            <a:ext cx="898920" cy="8870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4122000" y="3612240"/>
            <a:ext cx="898920" cy="89892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5110920" y="4896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5110920" y="1025280"/>
            <a:ext cx="357840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07320" y="19854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07320" y="2517840"/>
            <a:ext cx="35784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347076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4003560"/>
            <a:ext cx="357840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3"/>
          <p:cNvSpPr/>
          <p:nvPr/>
        </p:nvSpPr>
        <p:spPr>
          <a:xfrm>
            <a:off x="165960" y="200880"/>
            <a:ext cx="3147480" cy="18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Прямоугольник со скругленными углами 3"/>
          <p:cNvSpPr/>
          <p:nvPr/>
        </p:nvSpPr>
        <p:spPr>
          <a:xfrm>
            <a:off x="0" y="0"/>
            <a:ext cx="9142920" cy="19609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384840" y="2571840"/>
            <a:ext cx="26643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384840" y="3356280"/>
            <a:ext cx="2664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239280" y="2571840"/>
            <a:ext cx="26643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239280" y="3356280"/>
            <a:ext cx="2664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6093720" y="2571840"/>
            <a:ext cx="26643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093720" y="3356280"/>
            <a:ext cx="2664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384840" y="2178000"/>
            <a:ext cx="846504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: скругленные углы 15"/>
          <p:cNvSpPr/>
          <p:nvPr/>
        </p:nvSpPr>
        <p:spPr>
          <a:xfrm>
            <a:off x="4636440" y="250200"/>
            <a:ext cx="4197600" cy="462456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0" name="Прямоугольник: скругленные углы 16"/>
          <p:cNvSpPr/>
          <p:nvPr/>
        </p:nvSpPr>
        <p:spPr>
          <a:xfrm>
            <a:off x="329400" y="257040"/>
            <a:ext cx="4197600" cy="462456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1" name="Овал 9"/>
          <p:cNvSpPr/>
          <p:nvPr/>
        </p:nvSpPr>
        <p:spPr>
          <a:xfrm>
            <a:off x="4272120" y="1193040"/>
            <a:ext cx="634680" cy="63468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581760" y="828720"/>
            <a:ext cx="369288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581760" y="1364400"/>
            <a:ext cx="369288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578160" y="2154600"/>
            <a:ext cx="369288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78160" y="2687040"/>
            <a:ext cx="369288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3482280"/>
            <a:ext cx="369288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4015080"/>
            <a:ext cx="369288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TextBox 30"/>
          <p:cNvSpPr/>
          <p:nvPr/>
        </p:nvSpPr>
        <p:spPr>
          <a:xfrm>
            <a:off x="553680" y="352440"/>
            <a:ext cx="380304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20"/>
          <p:cNvSpPr/>
          <p:nvPr/>
        </p:nvSpPr>
        <p:spPr>
          <a:xfrm>
            <a:off x="516960" y="411840"/>
            <a:ext cx="846504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0" name="Прямоугольник со скругленными углами 3"/>
          <p:cNvSpPr/>
          <p:nvPr/>
        </p:nvSpPr>
        <p:spPr>
          <a:xfrm>
            <a:off x="456480" y="1406160"/>
            <a:ext cx="2300040" cy="143928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84840" y="3013560"/>
            <a:ext cx="24285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84840" y="3798000"/>
            <a:ext cx="242856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: скругленные углы 1"/>
          <p:cNvSpPr/>
          <p:nvPr/>
        </p:nvSpPr>
        <p:spPr>
          <a:xfrm>
            <a:off x="328680" y="228600"/>
            <a:ext cx="8500680" cy="8132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" name="Прямоугольник: скругленные углы 10"/>
          <p:cNvSpPr/>
          <p:nvPr/>
        </p:nvSpPr>
        <p:spPr>
          <a:xfrm>
            <a:off x="328680" y="1279080"/>
            <a:ext cx="2556360" cy="364212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Прямоугольник со скругленными углами 3"/>
          <p:cNvSpPr/>
          <p:nvPr/>
        </p:nvSpPr>
        <p:spPr>
          <a:xfrm>
            <a:off x="3421080" y="1398960"/>
            <a:ext cx="2300040" cy="143928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3349440" y="3013560"/>
            <a:ext cx="24285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3349440" y="3798000"/>
            <a:ext cx="242856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8" name="Прямоугольник: скругленные углы 14"/>
          <p:cNvSpPr/>
          <p:nvPr/>
        </p:nvSpPr>
        <p:spPr>
          <a:xfrm>
            <a:off x="3293280" y="1271880"/>
            <a:ext cx="2556360" cy="364212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Прямоугольник со скругленными углами 3"/>
          <p:cNvSpPr/>
          <p:nvPr/>
        </p:nvSpPr>
        <p:spPr>
          <a:xfrm>
            <a:off x="6400800" y="1379520"/>
            <a:ext cx="2300040" cy="143928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6329520" y="3013560"/>
            <a:ext cx="24285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6329520" y="3798000"/>
            <a:ext cx="242856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Прямоугольник: скругленные углы 19"/>
          <p:cNvSpPr/>
          <p:nvPr/>
        </p:nvSpPr>
        <p:spPr>
          <a:xfrm>
            <a:off x="6273000" y="1252800"/>
            <a:ext cx="2556360" cy="364212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Прямоугольник со скругленными углами 3"/>
          <p:cNvSpPr/>
          <p:nvPr/>
        </p:nvSpPr>
        <p:spPr>
          <a:xfrm>
            <a:off x="0" y="0"/>
            <a:ext cx="3396240" cy="51426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4192560" y="3830040"/>
            <a:ext cx="4671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4192560" y="4188600"/>
            <a:ext cx="467172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Овал 9"/>
          <p:cNvSpPr/>
          <p:nvPr/>
        </p:nvSpPr>
        <p:spPr>
          <a:xfrm>
            <a:off x="3724560" y="3830040"/>
            <a:ext cx="402480" cy="4024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4192560" y="2571840"/>
            <a:ext cx="4671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4192560" y="2930400"/>
            <a:ext cx="467172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9" name="Овал 13"/>
          <p:cNvSpPr/>
          <p:nvPr/>
        </p:nvSpPr>
        <p:spPr>
          <a:xfrm>
            <a:off x="3724560" y="2571840"/>
            <a:ext cx="402480" cy="4024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192560" y="1311840"/>
            <a:ext cx="4671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4192560" y="1670760"/>
            <a:ext cx="467172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2" name="Овал 16"/>
          <p:cNvSpPr/>
          <p:nvPr/>
        </p:nvSpPr>
        <p:spPr>
          <a:xfrm>
            <a:off x="3724560" y="1311840"/>
            <a:ext cx="402480" cy="4024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3607560" y="215280"/>
            <a:ext cx="5374440" cy="90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Прямоугольник: скругленные углы 22"/>
          <p:cNvSpPr/>
          <p:nvPr/>
        </p:nvSpPr>
        <p:spPr>
          <a:xfrm>
            <a:off x="3417120" y="1051560"/>
            <a:ext cx="5047200" cy="840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5" name="Прямоугольник: скругленные углы 28"/>
          <p:cNvSpPr/>
          <p:nvPr/>
        </p:nvSpPr>
        <p:spPr>
          <a:xfrm>
            <a:off x="3417120" y="2451960"/>
            <a:ext cx="5047200" cy="840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Прямоугольник: скругленные углы 32"/>
          <p:cNvSpPr/>
          <p:nvPr/>
        </p:nvSpPr>
        <p:spPr>
          <a:xfrm>
            <a:off x="3417120" y="3849840"/>
            <a:ext cx="5047200" cy="840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TextBox 10"/>
          <p:cNvSpPr/>
          <p:nvPr/>
        </p:nvSpPr>
        <p:spPr>
          <a:xfrm>
            <a:off x="3821760" y="1115280"/>
            <a:ext cx="44830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8" name="Прямая соединительная линия 4"/>
          <p:cNvSpPr/>
          <p:nvPr/>
        </p:nvSpPr>
        <p:spPr>
          <a:xfrm>
            <a:off x="782280" y="987120"/>
            <a:ext cx="360" cy="3813480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Прямоугольник: скругленные углы 19"/>
          <p:cNvSpPr/>
          <p:nvPr/>
        </p:nvSpPr>
        <p:spPr>
          <a:xfrm>
            <a:off x="1135800" y="1033200"/>
            <a:ext cx="2642040" cy="88020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" name="TextBox 10"/>
          <p:cNvSpPr/>
          <p:nvPr/>
        </p:nvSpPr>
        <p:spPr>
          <a:xfrm>
            <a:off x="1164600" y="1033200"/>
            <a:ext cx="2545560" cy="8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3821760" y="2515680"/>
            <a:ext cx="44830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2" name="Прямоугольник: скругленные углы 26"/>
          <p:cNvSpPr/>
          <p:nvPr/>
        </p:nvSpPr>
        <p:spPr>
          <a:xfrm>
            <a:off x="1135800" y="2433600"/>
            <a:ext cx="2642040" cy="88020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" name="TextBox 10"/>
          <p:cNvSpPr/>
          <p:nvPr/>
        </p:nvSpPr>
        <p:spPr>
          <a:xfrm>
            <a:off x="1164600" y="2433600"/>
            <a:ext cx="2545560" cy="8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3821760" y="3913560"/>
            <a:ext cx="44830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5" name="Прямоугольник: скругленные углы 30"/>
          <p:cNvSpPr/>
          <p:nvPr/>
        </p:nvSpPr>
        <p:spPr>
          <a:xfrm>
            <a:off x="1135800" y="3831480"/>
            <a:ext cx="2642040" cy="88020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" name="TextBox 10"/>
          <p:cNvSpPr/>
          <p:nvPr/>
        </p:nvSpPr>
        <p:spPr>
          <a:xfrm>
            <a:off x="1164600" y="3831480"/>
            <a:ext cx="2545560" cy="8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7" name="Овал 5"/>
          <p:cNvSpPr/>
          <p:nvPr/>
        </p:nvSpPr>
        <p:spPr>
          <a:xfrm>
            <a:off x="675360" y="1365840"/>
            <a:ext cx="220320" cy="22032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Овал 33"/>
          <p:cNvSpPr/>
          <p:nvPr/>
        </p:nvSpPr>
        <p:spPr>
          <a:xfrm>
            <a:off x="675360" y="2728080"/>
            <a:ext cx="220320" cy="22032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" name="Овал 34"/>
          <p:cNvSpPr/>
          <p:nvPr/>
        </p:nvSpPr>
        <p:spPr>
          <a:xfrm>
            <a:off x="671760" y="4156200"/>
            <a:ext cx="220320" cy="22032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TextBox 20"/>
          <p:cNvSpPr/>
          <p:nvPr/>
        </p:nvSpPr>
        <p:spPr>
          <a:xfrm>
            <a:off x="381600" y="271080"/>
            <a:ext cx="846504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Прямоугольник со скругленными углами 3"/>
          <p:cNvSpPr/>
          <p:nvPr/>
        </p:nvSpPr>
        <p:spPr>
          <a:xfrm>
            <a:off x="0" y="3181680"/>
            <a:ext cx="9142920" cy="19609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384840" y="801360"/>
            <a:ext cx="24429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384840" y="1585800"/>
            <a:ext cx="24429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3269880" y="801360"/>
            <a:ext cx="24429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3269880" y="1585800"/>
            <a:ext cx="24429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6154560" y="801360"/>
            <a:ext cx="26643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6154560" y="1585800"/>
            <a:ext cx="26643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128" name="Группа 8"/>
          <p:cNvGrpSpPr/>
          <p:nvPr/>
        </p:nvGrpSpPr>
        <p:grpSpPr>
          <a:xfrm>
            <a:off x="2844000" y="1015560"/>
            <a:ext cx="299880" cy="1141200"/>
            <a:chOff x="2844000" y="1015560"/>
            <a:chExt cx="299880" cy="1141200"/>
          </a:xfrm>
        </p:grpSpPr>
        <p:sp>
          <p:nvSpPr>
            <p:cNvPr id="129" name="Прямая соединительная линия 7"/>
            <p:cNvSpPr/>
            <p:nvPr/>
          </p:nvSpPr>
          <p:spPr>
            <a:xfrm>
              <a:off x="2844000" y="101556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0" name="Прямая соединительная линия 22"/>
            <p:cNvSpPr/>
            <p:nvPr/>
          </p:nvSpPr>
          <p:spPr>
            <a:xfrm flipV="1">
              <a:off x="2844000" y="158508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1" name="Группа 23"/>
          <p:cNvGrpSpPr/>
          <p:nvPr/>
        </p:nvGrpSpPr>
        <p:grpSpPr>
          <a:xfrm>
            <a:off x="5744520" y="1015560"/>
            <a:ext cx="300240" cy="1141200"/>
            <a:chOff x="5744520" y="1015560"/>
            <a:chExt cx="300240" cy="1141200"/>
          </a:xfrm>
        </p:grpSpPr>
        <p:sp>
          <p:nvSpPr>
            <p:cNvPr id="132" name="Прямая соединительная линия 30"/>
            <p:cNvSpPr/>
            <p:nvPr/>
          </p:nvSpPr>
          <p:spPr>
            <a:xfrm>
              <a:off x="5744520" y="101556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3" name="Прямая соединительная линия 31"/>
            <p:cNvSpPr/>
            <p:nvPr/>
          </p:nvSpPr>
          <p:spPr>
            <a:xfrm flipV="1">
              <a:off x="5744520" y="158508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349200" y="264600"/>
            <a:ext cx="82288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Прямоугольник со скругленными углами 3"/>
          <p:cNvSpPr/>
          <p:nvPr/>
        </p:nvSpPr>
        <p:spPr>
          <a:xfrm>
            <a:off x="5884200" y="0"/>
            <a:ext cx="3258720" cy="51426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6" name="Прямоугольник: скругленные углы 12"/>
          <p:cNvSpPr/>
          <p:nvPr/>
        </p:nvSpPr>
        <p:spPr>
          <a:xfrm>
            <a:off x="384840" y="3378240"/>
            <a:ext cx="5235840" cy="132048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" name="Прямоугольник: скругленные углы 13"/>
          <p:cNvSpPr/>
          <p:nvPr/>
        </p:nvSpPr>
        <p:spPr>
          <a:xfrm>
            <a:off x="3091680" y="1135080"/>
            <a:ext cx="2532600" cy="205632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" name="Прямоугольник: скругленные углы 14"/>
          <p:cNvSpPr/>
          <p:nvPr/>
        </p:nvSpPr>
        <p:spPr>
          <a:xfrm>
            <a:off x="387720" y="1120680"/>
            <a:ext cx="2532600" cy="205632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TextBox 10"/>
          <p:cNvSpPr/>
          <p:nvPr/>
        </p:nvSpPr>
        <p:spPr>
          <a:xfrm>
            <a:off x="476280" y="1176840"/>
            <a:ext cx="23428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476280" y="1961280"/>
            <a:ext cx="2342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3179880" y="1176840"/>
            <a:ext cx="233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3179880" y="1961280"/>
            <a:ext cx="23396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476280" y="3479760"/>
            <a:ext cx="5235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476280" y="3831480"/>
            <a:ext cx="51462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338760" y="160560"/>
            <a:ext cx="5281920" cy="9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Прямоугольник со скругленными углами 3"/>
          <p:cNvSpPr/>
          <p:nvPr/>
        </p:nvSpPr>
        <p:spPr>
          <a:xfrm>
            <a:off x="186840" y="1854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7" name="Прямоугольник 10"/>
          <p:cNvSpPr/>
          <p:nvPr/>
        </p:nvSpPr>
        <p:spPr>
          <a:xfrm>
            <a:off x="460080" y="658080"/>
            <a:ext cx="846828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2514</TotalTime>
  <Application>LibreOffice/7.3.7.2$Linux_X86_64 LibreOffice_project/30$Build-2</Application>
  <AppVersion>15.0000</AppVersion>
  <Words>120</Words>
  <Paragraphs>79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2025-03-31T11:02:30Z</dcterms:modified>
  <cp:revision>51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(16:9)</vt:lpwstr>
  </property>
  <property fmtid="{D5CDD505-2E9C-101B-9397-08002B2CF9AE}" pid="4" name="Slides">
    <vt:i4>10</vt:i4>
  </property>
</Properties>
</file>