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8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615437F-A79E-477A-9F51-0AFB0D94DAB6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ED0C480-73E2-4639-A00F-2E491FA98431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83B08FB-30D4-49A6-8A71-59FE87974FF6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ru-RU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2246628-8445-46DF-BEAC-F52743FAE495}" type="slidenum">
              <a:rPr b="0" lang="ru-RU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EF2F0E-D66B-4E14-848C-E34DA0D7E2B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33D8C0-CFB6-4A79-95AF-144BEDCE3C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526B95-4703-4241-8EA2-F573953ECF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2351E3-CB07-433C-991D-E9BFB9CCB9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AC5BDC-CB5A-495C-90F2-98C60D6292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143000" y="841680"/>
            <a:ext cx="6857640" cy="8299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5179EA-B317-42CB-A603-DAC867B663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82890C-5E80-425B-BA83-98B212D174F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AB343B-99C8-4CB7-8B45-AF1DCEBF29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C8A493E-32D0-44AE-98EF-05A7CA2D75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0688FFE-CEE9-4CB7-BCE2-A1E06EE81A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A12F30-5C47-4388-96C9-652D6094116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C7922A-E27B-4DE4-BBD2-34FFD5B3FB6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ru-RU" sz="4500" spc="-1" strike="noStrike">
                <a:solidFill>
                  <a:srgbClr val="000000"/>
                </a:solidFill>
                <a:latin typeface="Calibri Light"/>
              </a:rPr>
              <a:t>Образец заголовка</a:t>
            </a:r>
            <a:endParaRPr b="0" lang="en-US" sz="45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9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9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9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B9C20D6-B3BE-485D-9BE5-19A572EE3631}" type="slidenum">
              <a:rPr b="0" lang="en-US" sz="9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9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1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1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5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48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49" name="Прямоугольник 5"/>
          <p:cNvSpPr/>
          <p:nvPr/>
        </p:nvSpPr>
        <p:spPr>
          <a:xfrm>
            <a:off x="460080" y="459576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pic>
        <p:nvPicPr>
          <p:cNvPr id="50" name="Рисунок 11" descr=""/>
          <p:cNvPicPr/>
          <p:nvPr/>
        </p:nvPicPr>
        <p:blipFill>
          <a:blip r:embed="rId1"/>
          <a:stretch/>
        </p:blipFill>
        <p:spPr>
          <a:xfrm>
            <a:off x="2423160" y="4596480"/>
            <a:ext cx="291240" cy="291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Прямоугольник со скругленными углами 3"/>
          <p:cNvSpPr/>
          <p:nvPr/>
        </p:nvSpPr>
        <p:spPr>
          <a:xfrm>
            <a:off x="3507480" y="0"/>
            <a:ext cx="5636160" cy="5143320"/>
          </a:xfrm>
          <a:prstGeom prst="roundRect">
            <a:avLst>
              <a:gd name="adj" fmla="val 0"/>
            </a:avLst>
          </a:prstGeom>
          <a:solidFill>
            <a:srgbClr val="a0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2" name="Прямоугольник: скругленные углы 2"/>
          <p:cNvSpPr/>
          <p:nvPr/>
        </p:nvSpPr>
        <p:spPr>
          <a:xfrm>
            <a:off x="3722040" y="257040"/>
            <a:ext cx="5186160" cy="465012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53" name="Овал 1"/>
          <p:cNvSpPr/>
          <p:nvPr/>
        </p:nvSpPr>
        <p:spPr>
          <a:xfrm>
            <a:off x="4122000" y="63108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Овал 23"/>
          <p:cNvSpPr/>
          <p:nvPr/>
        </p:nvSpPr>
        <p:spPr>
          <a:xfrm>
            <a:off x="4122000" y="2127600"/>
            <a:ext cx="899640" cy="88776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5" name="Овал 29"/>
          <p:cNvSpPr/>
          <p:nvPr/>
        </p:nvSpPr>
        <p:spPr>
          <a:xfrm>
            <a:off x="4122000" y="3612240"/>
            <a:ext cx="899640" cy="89964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10"/>
          <p:cNvSpPr/>
          <p:nvPr/>
        </p:nvSpPr>
        <p:spPr>
          <a:xfrm>
            <a:off x="5110920" y="4896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7" name="TextBox 10"/>
          <p:cNvSpPr/>
          <p:nvPr/>
        </p:nvSpPr>
        <p:spPr>
          <a:xfrm>
            <a:off x="5110920" y="1025280"/>
            <a:ext cx="357912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58" name="TextBox 10"/>
          <p:cNvSpPr/>
          <p:nvPr/>
        </p:nvSpPr>
        <p:spPr>
          <a:xfrm>
            <a:off x="5107320" y="198540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107320" y="2517840"/>
            <a:ext cx="357912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5107320" y="3470760"/>
            <a:ext cx="357912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1" name="TextBox 10"/>
          <p:cNvSpPr/>
          <p:nvPr/>
        </p:nvSpPr>
        <p:spPr>
          <a:xfrm>
            <a:off x="5107320" y="4003560"/>
            <a:ext cx="357912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2" name="TextBox 13"/>
          <p:cNvSpPr/>
          <p:nvPr/>
        </p:nvSpPr>
        <p:spPr>
          <a:xfrm>
            <a:off x="165960" y="200880"/>
            <a:ext cx="3148200" cy="184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Прямоугольник со скругленными углами 3"/>
          <p:cNvSpPr/>
          <p:nvPr/>
        </p:nvSpPr>
        <p:spPr>
          <a:xfrm>
            <a:off x="0" y="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4" name="TextBox 10"/>
          <p:cNvSpPr/>
          <p:nvPr/>
        </p:nvSpPr>
        <p:spPr>
          <a:xfrm>
            <a:off x="38484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5" name="TextBox 10"/>
          <p:cNvSpPr/>
          <p:nvPr/>
        </p:nvSpPr>
        <p:spPr>
          <a:xfrm>
            <a:off x="38484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323928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7" name="TextBox 10"/>
          <p:cNvSpPr/>
          <p:nvPr/>
        </p:nvSpPr>
        <p:spPr>
          <a:xfrm>
            <a:off x="323928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6093720" y="257184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9" name="TextBox 10"/>
          <p:cNvSpPr/>
          <p:nvPr/>
        </p:nvSpPr>
        <p:spPr>
          <a:xfrm>
            <a:off x="6093720" y="335628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0" name="TextBox 9"/>
          <p:cNvSpPr/>
          <p:nvPr/>
        </p:nvSpPr>
        <p:spPr>
          <a:xfrm>
            <a:off x="384840" y="217800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рямоугольник: скругленные углы 15"/>
          <p:cNvSpPr/>
          <p:nvPr/>
        </p:nvSpPr>
        <p:spPr>
          <a:xfrm>
            <a:off x="4636440" y="250200"/>
            <a:ext cx="4198320" cy="4625280"/>
          </a:xfrm>
          <a:prstGeom prst="roundRect">
            <a:avLst>
              <a:gd name="adj" fmla="val 6228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2" name="Прямоугольник: скругленные углы 16"/>
          <p:cNvSpPr/>
          <p:nvPr/>
        </p:nvSpPr>
        <p:spPr>
          <a:xfrm>
            <a:off x="329400" y="257040"/>
            <a:ext cx="4198320" cy="4625280"/>
          </a:xfrm>
          <a:prstGeom prst="roundRect">
            <a:avLst>
              <a:gd name="adj" fmla="val 6228"/>
            </a:avLst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3" name="Овал 9"/>
          <p:cNvSpPr/>
          <p:nvPr/>
        </p:nvSpPr>
        <p:spPr>
          <a:xfrm>
            <a:off x="4272120" y="1193040"/>
            <a:ext cx="635400" cy="635400"/>
          </a:xfrm>
          <a:prstGeom prst="ellipse">
            <a:avLst/>
          </a:prstGeom>
          <a:solidFill>
            <a:srgbClr val="f5d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4" name="TextBox 10"/>
          <p:cNvSpPr/>
          <p:nvPr/>
        </p:nvSpPr>
        <p:spPr>
          <a:xfrm>
            <a:off x="581760" y="82872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581760" y="1364400"/>
            <a:ext cx="369360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6" name="TextBox 10"/>
          <p:cNvSpPr/>
          <p:nvPr/>
        </p:nvSpPr>
        <p:spPr>
          <a:xfrm>
            <a:off x="578160" y="215460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578160" y="2687040"/>
            <a:ext cx="3693600" cy="84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78" name="TextBox 10"/>
          <p:cNvSpPr/>
          <p:nvPr/>
        </p:nvSpPr>
        <p:spPr>
          <a:xfrm>
            <a:off x="578160" y="3482280"/>
            <a:ext cx="3693600" cy="55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578160" y="4015080"/>
            <a:ext cx="3693600" cy="79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0" name="TextBox 30"/>
          <p:cNvSpPr/>
          <p:nvPr/>
        </p:nvSpPr>
        <p:spPr>
          <a:xfrm>
            <a:off x="553680" y="352440"/>
            <a:ext cx="3803760" cy="78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Box 20"/>
          <p:cNvSpPr/>
          <p:nvPr/>
        </p:nvSpPr>
        <p:spPr>
          <a:xfrm>
            <a:off x="516960" y="41184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82" name="Прямоугольник со скругленными углами 3"/>
          <p:cNvSpPr/>
          <p:nvPr/>
        </p:nvSpPr>
        <p:spPr>
          <a:xfrm>
            <a:off x="456480" y="140616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38484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38484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85" name="Прямоугольник: скругленные углы 1"/>
          <p:cNvSpPr/>
          <p:nvPr/>
        </p:nvSpPr>
        <p:spPr>
          <a:xfrm>
            <a:off x="328680" y="228600"/>
            <a:ext cx="8501400" cy="81396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6" name="Прямоугольник: скругленные углы 10"/>
          <p:cNvSpPr/>
          <p:nvPr/>
        </p:nvSpPr>
        <p:spPr>
          <a:xfrm>
            <a:off x="328680" y="127908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7" name="Прямоугольник со скругленными углами 3"/>
          <p:cNvSpPr/>
          <p:nvPr/>
        </p:nvSpPr>
        <p:spPr>
          <a:xfrm>
            <a:off x="3421080" y="139896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334944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334944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0" name="Прямоугольник: скругленные углы 14"/>
          <p:cNvSpPr/>
          <p:nvPr/>
        </p:nvSpPr>
        <p:spPr>
          <a:xfrm>
            <a:off x="3293280" y="127188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" name="Прямоугольник со скругленными углами 3"/>
          <p:cNvSpPr/>
          <p:nvPr/>
        </p:nvSpPr>
        <p:spPr>
          <a:xfrm>
            <a:off x="6400800" y="1379520"/>
            <a:ext cx="2300760" cy="1440000"/>
          </a:xfrm>
          <a:prstGeom prst="roundRect">
            <a:avLst>
              <a:gd name="adj" fmla="val 12736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TextBox 10"/>
          <p:cNvSpPr/>
          <p:nvPr/>
        </p:nvSpPr>
        <p:spPr>
          <a:xfrm>
            <a:off x="6329520" y="3013560"/>
            <a:ext cx="24292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3" name="TextBox 10"/>
          <p:cNvSpPr/>
          <p:nvPr/>
        </p:nvSpPr>
        <p:spPr>
          <a:xfrm>
            <a:off x="6329520" y="3798000"/>
            <a:ext cx="2429280" cy="10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4" name="Прямоугольник: скругленные углы 19"/>
          <p:cNvSpPr/>
          <p:nvPr/>
        </p:nvSpPr>
        <p:spPr>
          <a:xfrm>
            <a:off x="6273000" y="1252800"/>
            <a:ext cx="2557080" cy="3642840"/>
          </a:xfrm>
          <a:prstGeom prst="roundRect">
            <a:avLst>
              <a:gd name="adj" fmla="val 7815"/>
            </a:avLst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Прямоугольник со скругленными углами 3"/>
          <p:cNvSpPr/>
          <p:nvPr/>
        </p:nvSpPr>
        <p:spPr>
          <a:xfrm>
            <a:off x="0" y="0"/>
            <a:ext cx="3396960" cy="514332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6" name="TextBox 10"/>
          <p:cNvSpPr/>
          <p:nvPr/>
        </p:nvSpPr>
        <p:spPr>
          <a:xfrm>
            <a:off x="4192560" y="3830040"/>
            <a:ext cx="4672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97" name="TextBox 10"/>
          <p:cNvSpPr/>
          <p:nvPr/>
        </p:nvSpPr>
        <p:spPr>
          <a:xfrm>
            <a:off x="4192560" y="4188600"/>
            <a:ext cx="46724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98" name="Овал 9"/>
          <p:cNvSpPr/>
          <p:nvPr/>
        </p:nvSpPr>
        <p:spPr>
          <a:xfrm>
            <a:off x="3724560" y="3830040"/>
            <a:ext cx="403200" cy="403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4192560" y="2571840"/>
            <a:ext cx="4672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4192560" y="2930400"/>
            <a:ext cx="46724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1" name="Овал 13"/>
          <p:cNvSpPr/>
          <p:nvPr/>
        </p:nvSpPr>
        <p:spPr>
          <a:xfrm>
            <a:off x="3724560" y="2571840"/>
            <a:ext cx="403200" cy="403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4192560" y="1311840"/>
            <a:ext cx="4672440" cy="32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d9d9d9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03" name="TextBox 10"/>
          <p:cNvSpPr/>
          <p:nvPr/>
        </p:nvSpPr>
        <p:spPr>
          <a:xfrm>
            <a:off x="4192560" y="1670760"/>
            <a:ext cx="467244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04" name="Овал 16"/>
          <p:cNvSpPr/>
          <p:nvPr/>
        </p:nvSpPr>
        <p:spPr>
          <a:xfrm>
            <a:off x="3724560" y="1311840"/>
            <a:ext cx="403200" cy="403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ru-RU" sz="8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800" spc="-1" strike="noStrike">
              <a:latin typeface="Arial"/>
            </a:endParaRPr>
          </a:p>
        </p:txBody>
      </p:sp>
      <p:sp>
        <p:nvSpPr>
          <p:cNvPr id="105" name="TextBox 17"/>
          <p:cNvSpPr/>
          <p:nvPr/>
        </p:nvSpPr>
        <p:spPr>
          <a:xfrm>
            <a:off x="3607560" y="215280"/>
            <a:ext cx="5375160" cy="90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Прямоугольник: скругленные углы 22"/>
          <p:cNvSpPr/>
          <p:nvPr/>
        </p:nvSpPr>
        <p:spPr>
          <a:xfrm>
            <a:off x="3417120" y="1051560"/>
            <a:ext cx="5047920" cy="841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7" name="Прямоугольник: скругленные углы 28"/>
          <p:cNvSpPr/>
          <p:nvPr/>
        </p:nvSpPr>
        <p:spPr>
          <a:xfrm>
            <a:off x="3417120" y="2451960"/>
            <a:ext cx="5047920" cy="841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8" name="Прямоугольник: скругленные углы 32"/>
          <p:cNvSpPr/>
          <p:nvPr/>
        </p:nvSpPr>
        <p:spPr>
          <a:xfrm>
            <a:off x="3417120" y="3849840"/>
            <a:ext cx="5047920" cy="841680"/>
          </a:xfrm>
          <a:prstGeom prst="roundRect">
            <a:avLst>
              <a:gd name="adj" fmla="val 16667"/>
            </a:avLst>
          </a:prstGeom>
          <a:noFill/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TextBox 10"/>
          <p:cNvSpPr/>
          <p:nvPr/>
        </p:nvSpPr>
        <p:spPr>
          <a:xfrm>
            <a:off x="3821760" y="1115280"/>
            <a:ext cx="448380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0" name="Прямая соединительная линия 4"/>
          <p:cNvSpPr/>
          <p:nvPr/>
        </p:nvSpPr>
        <p:spPr>
          <a:xfrm>
            <a:off x="782280" y="987120"/>
            <a:ext cx="360" cy="3813480"/>
          </a:xfrm>
          <a:prstGeom prst="line">
            <a:avLst/>
          </a:prstGeom>
          <a:ln>
            <a:solidFill>
              <a:srgbClr val="c0cc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1" name="Прямоугольник: скругленные углы 19"/>
          <p:cNvSpPr/>
          <p:nvPr/>
        </p:nvSpPr>
        <p:spPr>
          <a:xfrm>
            <a:off x="1135800" y="1033200"/>
            <a:ext cx="2642760" cy="88092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2" name="TextBox 10"/>
          <p:cNvSpPr/>
          <p:nvPr/>
        </p:nvSpPr>
        <p:spPr>
          <a:xfrm>
            <a:off x="1164600" y="1033200"/>
            <a:ext cx="2546280" cy="8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3" name="TextBox 10"/>
          <p:cNvSpPr/>
          <p:nvPr/>
        </p:nvSpPr>
        <p:spPr>
          <a:xfrm>
            <a:off x="3821760" y="2515680"/>
            <a:ext cx="448380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4" name="Прямоугольник: скругленные углы 26"/>
          <p:cNvSpPr/>
          <p:nvPr/>
        </p:nvSpPr>
        <p:spPr>
          <a:xfrm>
            <a:off x="1135800" y="2433600"/>
            <a:ext cx="2642760" cy="88092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5" name="TextBox 10"/>
          <p:cNvSpPr/>
          <p:nvPr/>
        </p:nvSpPr>
        <p:spPr>
          <a:xfrm>
            <a:off x="1164600" y="2433600"/>
            <a:ext cx="2546280" cy="8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3821760" y="3913560"/>
            <a:ext cx="448380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17" name="Прямоугольник: скругленные углы 30"/>
          <p:cNvSpPr/>
          <p:nvPr/>
        </p:nvSpPr>
        <p:spPr>
          <a:xfrm>
            <a:off x="1135800" y="3831480"/>
            <a:ext cx="2642760" cy="880920"/>
          </a:xfrm>
          <a:prstGeom prst="roundRect">
            <a:avLst>
              <a:gd name="adj" fmla="val 16667"/>
            </a:avLst>
          </a:prstGeom>
          <a:solidFill>
            <a:srgbClr val="c0cc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18" name="TextBox 10"/>
          <p:cNvSpPr/>
          <p:nvPr/>
        </p:nvSpPr>
        <p:spPr>
          <a:xfrm>
            <a:off x="1164600" y="3831480"/>
            <a:ext cx="2546280" cy="88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ffffff"/>
                </a:solidFill>
                <a:latin typeface="Arial"/>
                <a:ea typeface="DejaVu Sans"/>
              </a:rPr>
              <a:t>SUBTITLE</a:t>
            </a:r>
            <a:r>
              <a:rPr b="0" lang="ru-RU" sz="14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19" name="Овал 5"/>
          <p:cNvSpPr/>
          <p:nvPr/>
        </p:nvSpPr>
        <p:spPr>
          <a:xfrm>
            <a:off x="675360" y="1365840"/>
            <a:ext cx="221040" cy="22104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0" name="Овал 33"/>
          <p:cNvSpPr/>
          <p:nvPr/>
        </p:nvSpPr>
        <p:spPr>
          <a:xfrm>
            <a:off x="675360" y="2728080"/>
            <a:ext cx="221040" cy="22104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1" name="Овал 34"/>
          <p:cNvSpPr/>
          <p:nvPr/>
        </p:nvSpPr>
        <p:spPr>
          <a:xfrm>
            <a:off x="671760" y="4156200"/>
            <a:ext cx="221040" cy="22104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rgbClr val="c0cc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2" name="TextBox 20"/>
          <p:cNvSpPr/>
          <p:nvPr/>
        </p:nvSpPr>
        <p:spPr>
          <a:xfrm>
            <a:off x="381600" y="27108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Прямоугольник со скругленными углами 3"/>
          <p:cNvSpPr/>
          <p:nvPr/>
        </p:nvSpPr>
        <p:spPr>
          <a:xfrm>
            <a:off x="0" y="3181680"/>
            <a:ext cx="9143640" cy="196164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4" name="TextBox 10"/>
          <p:cNvSpPr/>
          <p:nvPr/>
        </p:nvSpPr>
        <p:spPr>
          <a:xfrm>
            <a:off x="384840" y="801360"/>
            <a:ext cx="24436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SUBTITLE1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5" name="TextBox 10"/>
          <p:cNvSpPr/>
          <p:nvPr/>
        </p:nvSpPr>
        <p:spPr>
          <a:xfrm>
            <a:off x="384840" y="1585800"/>
            <a:ext cx="24436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1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6" name="TextBox 10"/>
          <p:cNvSpPr/>
          <p:nvPr/>
        </p:nvSpPr>
        <p:spPr>
          <a:xfrm>
            <a:off x="3269880" y="801360"/>
            <a:ext cx="24436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SUBTITLE2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7" name="TextBox 10"/>
          <p:cNvSpPr/>
          <p:nvPr/>
        </p:nvSpPr>
        <p:spPr>
          <a:xfrm>
            <a:off x="3269880" y="1585800"/>
            <a:ext cx="24436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2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28" name="TextBox 10"/>
          <p:cNvSpPr/>
          <p:nvPr/>
        </p:nvSpPr>
        <p:spPr>
          <a:xfrm>
            <a:off x="6154560" y="801360"/>
            <a:ext cx="2665080" cy="71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d9d9d9"/>
                </a:solidFill>
                <a:latin typeface="Arial"/>
                <a:ea typeface="DejaVu Sans"/>
              </a:rPr>
              <a:t>SUBTITLE3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129" name="TextBox 10"/>
          <p:cNvSpPr/>
          <p:nvPr/>
        </p:nvSpPr>
        <p:spPr>
          <a:xfrm>
            <a:off x="6154560" y="1585800"/>
            <a:ext cx="2665080" cy="156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100" spc="-1" strike="noStrike">
                <a:solidFill>
                  <a:srgbClr val="ffffff"/>
                </a:solidFill>
                <a:latin typeface="Arial"/>
                <a:ea typeface="DejaVu Sans"/>
              </a:rPr>
              <a:t>TEXT</a:t>
            </a:r>
            <a:r>
              <a:rPr b="0" lang="ru-RU" sz="1100" spc="-1" strike="noStrike">
                <a:solidFill>
                  <a:srgbClr val="ffffff"/>
                </a:solidFill>
                <a:latin typeface="Arial"/>
                <a:ea typeface="DejaVu Sans"/>
              </a:rPr>
              <a:t>3</a:t>
            </a:r>
            <a:endParaRPr b="0" lang="en-US" sz="1100" spc="-1" strike="noStrike">
              <a:latin typeface="Arial"/>
            </a:endParaRPr>
          </a:p>
        </p:txBody>
      </p:sp>
      <p:sp>
        <p:nvSpPr>
          <p:cNvPr id="130" name="TextBox 13"/>
          <p:cNvSpPr/>
          <p:nvPr/>
        </p:nvSpPr>
        <p:spPr>
          <a:xfrm>
            <a:off x="384840" y="268920"/>
            <a:ext cx="8465760" cy="48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TITLE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2200" spc="-1" strike="noStrike">
              <a:latin typeface="Arial"/>
            </a:endParaRPr>
          </a:p>
        </p:txBody>
      </p:sp>
      <p:grpSp>
        <p:nvGrpSpPr>
          <p:cNvPr id="131" name="Группа 8"/>
          <p:cNvGrpSpPr/>
          <p:nvPr/>
        </p:nvGrpSpPr>
        <p:grpSpPr>
          <a:xfrm>
            <a:off x="2844000" y="1015560"/>
            <a:ext cx="299880" cy="1141200"/>
            <a:chOff x="2844000" y="1015560"/>
            <a:chExt cx="299880" cy="1141200"/>
          </a:xfrm>
        </p:grpSpPr>
        <p:sp>
          <p:nvSpPr>
            <p:cNvPr id="132" name="Прямая соединительная линия 7"/>
            <p:cNvSpPr/>
            <p:nvPr/>
          </p:nvSpPr>
          <p:spPr>
            <a:xfrm>
              <a:off x="2844000" y="101556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3" name="Прямая соединительная линия 22"/>
            <p:cNvSpPr/>
            <p:nvPr/>
          </p:nvSpPr>
          <p:spPr>
            <a:xfrm flipV="1">
              <a:off x="2844000" y="1585080"/>
              <a:ext cx="29988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  <p:grpSp>
        <p:nvGrpSpPr>
          <p:cNvPr id="134" name="Группа 23"/>
          <p:cNvGrpSpPr/>
          <p:nvPr/>
        </p:nvGrpSpPr>
        <p:grpSpPr>
          <a:xfrm>
            <a:off x="5744520" y="1015560"/>
            <a:ext cx="300240" cy="1141200"/>
            <a:chOff x="5744520" y="1015560"/>
            <a:chExt cx="300240" cy="1141200"/>
          </a:xfrm>
        </p:grpSpPr>
        <p:sp>
          <p:nvSpPr>
            <p:cNvPr id="135" name="Прямая соединительная линия 30"/>
            <p:cNvSpPr/>
            <p:nvPr/>
          </p:nvSpPr>
          <p:spPr>
            <a:xfrm>
              <a:off x="5744520" y="101556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36" name="Прямая соединительная линия 31"/>
            <p:cNvSpPr/>
            <p:nvPr/>
          </p:nvSpPr>
          <p:spPr>
            <a:xfrm flipV="1">
              <a:off x="5744520" y="1585080"/>
              <a:ext cx="300240" cy="571680"/>
            </a:xfrm>
            <a:prstGeom prst="line">
              <a:avLst/>
            </a:prstGeom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/>
          </p:style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0a5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Прямоугольник со скругленными углами 3"/>
          <p:cNvSpPr/>
          <p:nvPr/>
        </p:nvSpPr>
        <p:spPr>
          <a:xfrm>
            <a:off x="186840" y="185400"/>
            <a:ext cx="8770320" cy="4758120"/>
          </a:xfrm>
          <a:prstGeom prst="roundRect">
            <a:avLst>
              <a:gd name="adj" fmla="val 4051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38" name="Прямоугольник 10"/>
          <p:cNvSpPr/>
          <p:nvPr/>
        </p:nvSpPr>
        <p:spPr>
          <a:xfrm>
            <a:off x="460080" y="658080"/>
            <a:ext cx="8469000" cy="330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6999"/>
              </a:lnSpc>
              <a:buNone/>
            </a:pPr>
            <a:r>
              <a:rPr b="0" lang="en-US" sz="5400" spc="-1" strike="noStrike">
                <a:solidFill>
                  <a:srgbClr val="ffffff"/>
                </a:solidFill>
                <a:latin typeface="Arial"/>
                <a:ea typeface="DejaVu Sans"/>
              </a:rPr>
              <a:t>TITLE</a:t>
            </a:r>
            <a:endParaRPr b="0" lang="en-US" sz="5400" spc="-1" strike="noStrike">
              <a:latin typeface="Arial"/>
            </a:endParaRPr>
          </a:p>
        </p:txBody>
      </p:sp>
      <p:sp>
        <p:nvSpPr>
          <p:cNvPr id="139" name="Прямоугольник 5"/>
          <p:cNvSpPr/>
          <p:nvPr/>
        </p:nvSpPr>
        <p:spPr>
          <a:xfrm>
            <a:off x="1640880" y="4497480"/>
            <a:ext cx="2999160" cy="26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ts val="1650"/>
              </a:lnSpc>
              <a:buNone/>
            </a:pPr>
            <a:r>
              <a:rPr b="0" lang="ru-RU" sz="900" spc="-1" strike="noStrike">
                <a:solidFill>
                  <a:srgbClr val="f2f2f2"/>
                </a:solidFill>
                <a:latin typeface="Arial"/>
              </a:rPr>
              <a:t>Презентация создана в </a:t>
            </a:r>
            <a:r>
              <a:rPr b="0" lang="en-US" sz="900" spc="-1" strike="noStrike">
                <a:solidFill>
                  <a:srgbClr val="f2f2f2"/>
                </a:solidFill>
                <a:latin typeface="Arial"/>
              </a:rPr>
              <a:t>Fibonacci</a:t>
            </a:r>
            <a:endParaRPr b="0" lang="en-US" sz="900" spc="-1" strike="noStrike">
              <a:latin typeface="Arial"/>
            </a:endParaRPr>
          </a:p>
        </p:txBody>
      </p:sp>
      <p:sp>
        <p:nvSpPr>
          <p:cNvPr id="140" name="Изображение 40"/>
          <p:cNvSpPr/>
          <p:nvPr/>
        </p:nvSpPr>
        <p:spPr>
          <a:xfrm>
            <a:off x="867240" y="3495600"/>
            <a:ext cx="257040" cy="25704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1" name="Рисунок 12" descr=""/>
          <p:cNvPicPr/>
          <p:nvPr/>
        </p:nvPicPr>
        <p:blipFill>
          <a:blip r:embed="rId2"/>
          <a:srcRect l="0" t="30398" r="0" b="28998"/>
          <a:stretch/>
        </p:blipFill>
        <p:spPr>
          <a:xfrm>
            <a:off x="351000" y="3699000"/>
            <a:ext cx="1289520" cy="1133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2518</TotalTime>
  <Application>LibreOffice/7.3.7.2$Linux_X86_64 LibreOffice_project/30$Build-2</Application>
  <AppVersion>15.0000</AppVersion>
  <Words>108</Words>
  <Paragraphs>71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2024-04-17T19:56:02Z</dcterms:created>
  <dc:creator>Алика Шпагина</dc:creator>
  <dc:description/>
  <dc:language>en-US</dc:language>
  <cp:lastModifiedBy/>
  <dcterms:modified xsi:type="dcterms:W3CDTF">2025-03-31T10:58:31Z</dcterms:modified>
  <cp:revision>55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Экран (16:9)</vt:lpwstr>
  </property>
  <property fmtid="{D5CDD505-2E9C-101B-9397-08002B2CF9AE}" pid="4" name="Slides">
    <vt:i4>9</vt:i4>
  </property>
</Properties>
</file>