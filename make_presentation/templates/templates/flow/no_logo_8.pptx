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5.xml.rels" ContentType="application/vnd.openxmlformats-package.relationships+xml"/>
  <Override PartName="/ppt/notesSlides/_rels/notesSlide3.xml.rels" ContentType="application/vnd.openxmlformats-package.relationships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Для перемещения страницы щёлкните мышью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ru-RU" sz="2000" spc="-1" strike="noStrike">
                <a:latin typeface="Arial"/>
              </a:rPr>
              <a:t>Для правки формата примечаний щёлкните мышью</a:t>
            </a:r>
            <a:endParaRPr b="0" lang="ru-RU" sz="2000" spc="-1" strike="noStrike"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ru-RU" sz="1400" spc="-1" strike="noStrike">
                <a:latin typeface="Times New Roman"/>
              </a:rPr>
              <a:t>&lt;верхний колонтитул&gt;</a:t>
            </a:r>
            <a:endParaRPr b="0" lang="ru-RU" sz="1400" spc="-1" strike="noStrike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dt" idx="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ru-RU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ru-RU" sz="1400" spc="-1" strike="noStrike">
                <a:latin typeface="Times New Roman"/>
              </a:rPr>
              <a:t>&lt;дата/время&gt;</a:t>
            </a:r>
            <a:endParaRPr b="0" lang="ru-RU" sz="1400" spc="-1" strike="noStrike"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ftr" idx="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ru-RU" sz="1400" spc="-1" strike="noStrike">
                <a:latin typeface="Times New Roman"/>
              </a:defRPr>
            </a:lvl1pPr>
          </a:lstStyle>
          <a:p>
            <a:r>
              <a:rPr b="0" lang="ru-RU" sz="1400" spc="-1" strike="noStrike">
                <a:latin typeface="Times New Roman"/>
              </a:rPr>
              <a:t>&lt;нижний колонтитул&gt;</a:t>
            </a:r>
            <a:endParaRPr b="0" lang="ru-RU" sz="1400" spc="-1" strike="noStrike">
              <a:latin typeface="Times New Roman"/>
            </a:endParaRPr>
          </a:p>
        </p:txBody>
      </p:sp>
      <p:sp>
        <p:nvSpPr>
          <p:cNvPr id="46" name="PlaceHolder 6"/>
          <p:cNvSpPr>
            <a:spLocks noGrp="1"/>
          </p:cNvSpPr>
          <p:nvPr>
            <p:ph type="sldNum" idx="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ru-RU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33C7FC1E-AD70-4030-87E3-B565D04F3C4D}" type="slidenum">
              <a:rPr b="0" lang="ru-RU" sz="1400" spc="-1" strike="noStrike">
                <a:latin typeface="Times New Roman"/>
              </a:rPr>
              <a:t>&lt;номер&gt;</a:t>
            </a:fld>
            <a:endParaRPr b="0" lang="ru-RU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ru-RU" sz="2000" spc="-1" strike="noStrike">
              <a:latin typeface="Arial"/>
            </a:endParaRPr>
          </a:p>
        </p:txBody>
      </p:sp>
      <p:sp>
        <p:nvSpPr>
          <p:cNvPr id="126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ru-RU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E202B44-7F09-4BCB-B2A3-8ABE31B0DCE6}" type="slidenum">
              <a:rPr b="0" lang="ru-RU" sz="1200" spc="-1" strike="noStrike">
                <a:latin typeface="Times New Roman"/>
              </a:rPr>
              <a:t>&lt;номер&gt;</a:t>
            </a:fld>
            <a:endParaRPr b="0" lang="ru-RU" sz="12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ru-RU" sz="2000" spc="-1" strike="noStrike">
              <a:latin typeface="Arial"/>
            </a:endParaRPr>
          </a:p>
        </p:txBody>
      </p:sp>
      <p:sp>
        <p:nvSpPr>
          <p:cNvPr id="129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ru-RU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67034A9-332B-4186-978B-1DD065734A57}" type="slidenum">
              <a:rPr b="0" lang="ru-RU" sz="1200" spc="-1" strike="noStrike">
                <a:latin typeface="Times New Roman"/>
              </a:rPr>
              <a:t>&lt;номер&gt;</a:t>
            </a:fld>
            <a:endParaRPr b="0" lang="ru-RU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05F1BE5-A53B-40FD-9476-FDB0A8F9BC2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640" cy="179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CCC8CFC-DB91-4505-89EB-6DE270527A3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640" cy="179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FB4318C-9C8B-49AE-9678-EF531775959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640" cy="179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2D18AC8-0713-4BCF-89FE-895EBC15E4C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640" cy="179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20D2180-9F3F-46A2-8036-EB1DF1D81CC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1143000" y="841680"/>
            <a:ext cx="6857640" cy="8299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A4F3512-11EE-41E0-85A7-41424DFA56C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640" cy="179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0070154-A9A0-4332-A5B9-723A11135F8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640" cy="179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58A7F37-C78D-43D5-8078-60B3B4DA524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640" cy="179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880F5B6-AF9F-4692-BB32-597F0D5B382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640" cy="179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477310B-FB23-4B38-B5C5-6FC81ED43EA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640" cy="179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785C28E-3F2C-401A-BB5C-32CA2886FA78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640" cy="179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E848465-E482-42B1-BAF3-6E7BE3891E5F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640" cy="1790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ctr">
              <a:lnSpc>
                <a:spcPct val="90000"/>
              </a:lnSpc>
              <a:buNone/>
            </a:pPr>
            <a:r>
              <a:rPr b="0" lang="ru-RU" sz="4500" spc="-1" strike="noStrike">
                <a:solidFill>
                  <a:srgbClr val="000000"/>
                </a:solidFill>
                <a:latin typeface="Calibri Light"/>
              </a:rPr>
              <a:t>Образец заголовка</a:t>
            </a:r>
            <a:endParaRPr b="0" lang="en-US" sz="45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628560" y="4767120"/>
            <a:ext cx="2057040" cy="273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US" sz="9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8b8b8b"/>
                </a:solidFill>
                <a:latin typeface="Calibri"/>
              </a:rPr>
              <a:t>&lt;дата/время&gt;</a:t>
            </a:r>
            <a:endParaRPr b="0" lang="ru-RU" sz="9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029040" y="4767120"/>
            <a:ext cx="3085920" cy="273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b="0" lang="ru-RU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ru-RU" sz="1400" spc="-1" strike="noStrike">
                <a:latin typeface="Times New Roman"/>
              </a:rPr>
              <a:t>&lt;нижний колонтитул&gt;</a:t>
            </a:r>
            <a:endParaRPr b="0" lang="ru-RU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458040" y="4767120"/>
            <a:ext cx="2057040" cy="273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9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A5D5B4D4-842B-406F-9358-7B601C2F8F25}" type="slidenum">
              <a:rPr b="0" lang="en-US" sz="900" spc="-1" strike="noStrike">
                <a:solidFill>
                  <a:srgbClr val="8b8b8b"/>
                </a:solidFill>
                <a:latin typeface="Calibri"/>
              </a:rPr>
              <a:t>&lt;номер&gt;</a:t>
            </a:fld>
            <a:endParaRPr b="0" lang="ru-RU" sz="9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0000"/>
                </a:solidFill>
                <a:latin typeface="Calibri"/>
              </a:rPr>
              <a:t>Для правки структуры щёлкните мышью</a:t>
            </a: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500" spc="-1" strike="noStrike">
                <a:solidFill>
                  <a:srgbClr val="000000"/>
                </a:solidFill>
                <a:latin typeface="Calibri"/>
              </a:rPr>
              <a:t>Второй уровень структуры</a:t>
            </a:r>
            <a:endParaRPr b="0" lang="en-US" sz="15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350" spc="-1" strike="noStrike">
                <a:solidFill>
                  <a:srgbClr val="000000"/>
                </a:solidFill>
                <a:latin typeface="Calibri"/>
              </a:rPr>
              <a:t>Третий уровень структуры</a:t>
            </a:r>
            <a:endParaRPr b="0" lang="en-US" sz="135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350" spc="-1" strike="noStrike">
                <a:solidFill>
                  <a:srgbClr val="000000"/>
                </a:solidFill>
                <a:latin typeface="Calibri"/>
              </a:rPr>
              <a:t>Четвёртый уровень структуры</a:t>
            </a:r>
            <a:endParaRPr b="0" lang="en-US" sz="135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Пятый уровень структуры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Шестой уровень структуры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Седьмой уровень структуры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a0a58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Прямоугольник со скругленными углами 3"/>
          <p:cNvSpPr/>
          <p:nvPr/>
        </p:nvSpPr>
        <p:spPr>
          <a:xfrm>
            <a:off x="186840" y="185400"/>
            <a:ext cx="8770320" cy="4758120"/>
          </a:xfrm>
          <a:prstGeom prst="roundRect">
            <a:avLst>
              <a:gd name="adj" fmla="val 4051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8" name="Прямоугольник 10"/>
          <p:cNvSpPr/>
          <p:nvPr/>
        </p:nvSpPr>
        <p:spPr>
          <a:xfrm>
            <a:off x="460080" y="658080"/>
            <a:ext cx="8469000" cy="330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6999"/>
              </a:lnSpc>
              <a:buNone/>
            </a:pPr>
            <a:r>
              <a:rPr b="0" lang="en-US" sz="5400" spc="-1" strike="noStrike">
                <a:solidFill>
                  <a:srgbClr val="ffffff"/>
                </a:solidFill>
                <a:latin typeface="Arial"/>
                <a:ea typeface="DejaVu Sans"/>
              </a:rPr>
              <a:t>TITLE</a:t>
            </a:r>
            <a:endParaRPr b="0" lang="ru-RU" sz="5400" spc="-1" strike="noStrike">
              <a:latin typeface="Arial"/>
            </a:endParaRPr>
          </a:p>
        </p:txBody>
      </p:sp>
      <p:sp>
        <p:nvSpPr>
          <p:cNvPr id="49" name="Прямоугольник 5"/>
          <p:cNvSpPr/>
          <p:nvPr/>
        </p:nvSpPr>
        <p:spPr>
          <a:xfrm>
            <a:off x="460080" y="358920"/>
            <a:ext cx="2999160" cy="26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ts val="1650"/>
              </a:lnSpc>
              <a:buNone/>
            </a:pPr>
            <a:r>
              <a:rPr b="0" lang="ru-RU" sz="1400" spc="-1" strike="noStrike">
                <a:solidFill>
                  <a:srgbClr val="f2f2f2"/>
                </a:solidFill>
                <a:latin typeface="Arial"/>
              </a:rPr>
              <a:t>Тема:</a:t>
            </a:r>
            <a:endParaRPr b="0" lang="ru-RU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Прямоугольник со скругленными углами 3"/>
          <p:cNvSpPr/>
          <p:nvPr/>
        </p:nvSpPr>
        <p:spPr>
          <a:xfrm>
            <a:off x="3507480" y="0"/>
            <a:ext cx="5636160" cy="5143320"/>
          </a:xfrm>
          <a:prstGeom prst="roundRect">
            <a:avLst>
              <a:gd name="adj" fmla="val 0"/>
            </a:avLst>
          </a:prstGeom>
          <a:solidFill>
            <a:srgbClr val="a0a5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51" name="Прямоугольник: скругленные углы 2"/>
          <p:cNvSpPr/>
          <p:nvPr/>
        </p:nvSpPr>
        <p:spPr>
          <a:xfrm>
            <a:off x="3722040" y="257040"/>
            <a:ext cx="5186160" cy="4650120"/>
          </a:xfrm>
          <a:prstGeom prst="roundRect">
            <a:avLst>
              <a:gd name="adj" fmla="val 6228"/>
            </a:avLst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2" name="Овал 1"/>
          <p:cNvSpPr/>
          <p:nvPr/>
        </p:nvSpPr>
        <p:spPr>
          <a:xfrm>
            <a:off x="4122000" y="631080"/>
            <a:ext cx="899640" cy="899640"/>
          </a:xfrm>
          <a:prstGeom prst="ellipse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ffffff"/>
                </a:solidFill>
                <a:latin typeface="Calibri"/>
              </a:rPr>
              <a:t>01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53" name="Овал 23"/>
          <p:cNvSpPr/>
          <p:nvPr/>
        </p:nvSpPr>
        <p:spPr>
          <a:xfrm>
            <a:off x="4122000" y="2127600"/>
            <a:ext cx="899640" cy="887760"/>
          </a:xfrm>
          <a:prstGeom prst="ellipse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ffffff"/>
                </a:solidFill>
                <a:latin typeface="Calibri"/>
              </a:rPr>
              <a:t>02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54" name="Овал 29"/>
          <p:cNvSpPr/>
          <p:nvPr/>
        </p:nvSpPr>
        <p:spPr>
          <a:xfrm>
            <a:off x="4122000" y="3612240"/>
            <a:ext cx="899640" cy="899640"/>
          </a:xfrm>
          <a:prstGeom prst="ellipse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ffffff"/>
                </a:solidFill>
                <a:latin typeface="Calibri"/>
              </a:rPr>
              <a:t>03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55" name="TextBox 10"/>
          <p:cNvSpPr/>
          <p:nvPr/>
        </p:nvSpPr>
        <p:spPr>
          <a:xfrm>
            <a:off x="5110920" y="489600"/>
            <a:ext cx="3579120" cy="55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d9d9d9"/>
                </a:solidFill>
                <a:latin typeface="Arial"/>
                <a:ea typeface="DejaVu Sans"/>
              </a:rPr>
              <a:t>1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56" name="TextBox 10"/>
          <p:cNvSpPr/>
          <p:nvPr/>
        </p:nvSpPr>
        <p:spPr>
          <a:xfrm>
            <a:off x="5110920" y="1025280"/>
            <a:ext cx="3579120" cy="78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1</a:t>
            </a:r>
            <a:endParaRPr b="0" lang="ru-RU" sz="1100" spc="-1" strike="noStrike">
              <a:latin typeface="Arial"/>
            </a:endParaRPr>
          </a:p>
        </p:txBody>
      </p:sp>
      <p:sp>
        <p:nvSpPr>
          <p:cNvPr id="57" name="TextBox 10"/>
          <p:cNvSpPr/>
          <p:nvPr/>
        </p:nvSpPr>
        <p:spPr>
          <a:xfrm>
            <a:off x="5107320" y="1985400"/>
            <a:ext cx="3579120" cy="55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SUBTITLE2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58" name="TextBox 10"/>
          <p:cNvSpPr/>
          <p:nvPr/>
        </p:nvSpPr>
        <p:spPr>
          <a:xfrm>
            <a:off x="5107320" y="2517840"/>
            <a:ext cx="3579120" cy="84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2</a:t>
            </a:r>
            <a:endParaRPr b="0" lang="ru-RU" sz="1100" spc="-1" strike="noStrike">
              <a:latin typeface="Arial"/>
            </a:endParaRPr>
          </a:p>
        </p:txBody>
      </p:sp>
      <p:sp>
        <p:nvSpPr>
          <p:cNvPr id="59" name="TextBox 10"/>
          <p:cNvSpPr/>
          <p:nvPr/>
        </p:nvSpPr>
        <p:spPr>
          <a:xfrm>
            <a:off x="5107320" y="3470760"/>
            <a:ext cx="3579120" cy="55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SUBTITLE3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60" name="TextBox 10"/>
          <p:cNvSpPr/>
          <p:nvPr/>
        </p:nvSpPr>
        <p:spPr>
          <a:xfrm>
            <a:off x="5107320" y="4003560"/>
            <a:ext cx="3579120" cy="79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3</a:t>
            </a:r>
            <a:endParaRPr b="0" lang="ru-RU" sz="1100" spc="-1" strike="noStrike">
              <a:latin typeface="Arial"/>
            </a:endParaRPr>
          </a:p>
        </p:txBody>
      </p:sp>
      <p:sp>
        <p:nvSpPr>
          <p:cNvPr id="61" name="TextBox 13"/>
          <p:cNvSpPr/>
          <p:nvPr/>
        </p:nvSpPr>
        <p:spPr>
          <a:xfrm>
            <a:off x="165960" y="200880"/>
            <a:ext cx="3148200" cy="184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Arial"/>
              </a:rPr>
              <a:t>TITLE</a:t>
            </a:r>
            <a:endParaRPr b="0" lang="ru-RU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Прямоугольник со скругленными углами 3"/>
          <p:cNvSpPr/>
          <p:nvPr/>
        </p:nvSpPr>
        <p:spPr>
          <a:xfrm>
            <a:off x="0" y="0"/>
            <a:ext cx="9143640" cy="1961640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63" name="TextBox 10"/>
          <p:cNvSpPr/>
          <p:nvPr/>
        </p:nvSpPr>
        <p:spPr>
          <a:xfrm>
            <a:off x="384840" y="2571840"/>
            <a:ext cx="2665080" cy="71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SUBTITLE1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64" name="TextBox 10"/>
          <p:cNvSpPr/>
          <p:nvPr/>
        </p:nvSpPr>
        <p:spPr>
          <a:xfrm>
            <a:off x="384840" y="3356280"/>
            <a:ext cx="2665080" cy="156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1</a:t>
            </a:r>
            <a:endParaRPr b="0" lang="ru-RU" sz="1100" spc="-1" strike="noStrike">
              <a:latin typeface="Arial"/>
            </a:endParaRPr>
          </a:p>
        </p:txBody>
      </p:sp>
      <p:sp>
        <p:nvSpPr>
          <p:cNvPr id="65" name="TextBox 10"/>
          <p:cNvSpPr/>
          <p:nvPr/>
        </p:nvSpPr>
        <p:spPr>
          <a:xfrm>
            <a:off x="3239280" y="2571840"/>
            <a:ext cx="2665080" cy="71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SUBTITLE2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66" name="TextBox 10"/>
          <p:cNvSpPr/>
          <p:nvPr/>
        </p:nvSpPr>
        <p:spPr>
          <a:xfrm>
            <a:off x="3239280" y="3356280"/>
            <a:ext cx="2665080" cy="156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2</a:t>
            </a:r>
            <a:endParaRPr b="0" lang="ru-RU" sz="1100" spc="-1" strike="noStrike">
              <a:latin typeface="Arial"/>
            </a:endParaRPr>
          </a:p>
        </p:txBody>
      </p:sp>
      <p:sp>
        <p:nvSpPr>
          <p:cNvPr id="67" name="TextBox 10"/>
          <p:cNvSpPr/>
          <p:nvPr/>
        </p:nvSpPr>
        <p:spPr>
          <a:xfrm>
            <a:off x="6093720" y="2571840"/>
            <a:ext cx="2665080" cy="71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SUBTITLE3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68" name="TextBox 10"/>
          <p:cNvSpPr/>
          <p:nvPr/>
        </p:nvSpPr>
        <p:spPr>
          <a:xfrm>
            <a:off x="6093720" y="3356280"/>
            <a:ext cx="2665080" cy="156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3</a:t>
            </a:r>
            <a:endParaRPr b="0" lang="ru-RU" sz="1100" spc="-1" strike="noStrike">
              <a:latin typeface="Arial"/>
            </a:endParaRPr>
          </a:p>
        </p:txBody>
      </p:sp>
      <p:sp>
        <p:nvSpPr>
          <p:cNvPr id="69" name="TextBox 9"/>
          <p:cNvSpPr/>
          <p:nvPr/>
        </p:nvSpPr>
        <p:spPr>
          <a:xfrm>
            <a:off x="384840" y="2178000"/>
            <a:ext cx="8465760" cy="48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Arial"/>
              </a:rPr>
              <a:t>TITLE</a:t>
            </a:r>
            <a:endParaRPr b="0" lang="ru-RU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a0a58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Прямоугольник: скругленные углы 15"/>
          <p:cNvSpPr/>
          <p:nvPr/>
        </p:nvSpPr>
        <p:spPr>
          <a:xfrm>
            <a:off x="4636440" y="250200"/>
            <a:ext cx="4198320" cy="4625280"/>
          </a:xfrm>
          <a:prstGeom prst="roundRect">
            <a:avLst>
              <a:gd name="adj" fmla="val 6228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PIC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71" name="Прямоугольник: скругленные углы 16"/>
          <p:cNvSpPr/>
          <p:nvPr/>
        </p:nvSpPr>
        <p:spPr>
          <a:xfrm>
            <a:off x="329400" y="257040"/>
            <a:ext cx="4198320" cy="4625280"/>
          </a:xfrm>
          <a:prstGeom prst="roundRect">
            <a:avLst>
              <a:gd name="adj" fmla="val 6228"/>
            </a:avLst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2" name="Овал 9"/>
          <p:cNvSpPr/>
          <p:nvPr/>
        </p:nvSpPr>
        <p:spPr>
          <a:xfrm>
            <a:off x="4272120" y="1193040"/>
            <a:ext cx="635400" cy="635400"/>
          </a:xfrm>
          <a:prstGeom prst="ellipse">
            <a:avLst/>
          </a:prstGeom>
          <a:solidFill>
            <a:srgbClr val="f5dd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3" name="TextBox 10"/>
          <p:cNvSpPr/>
          <p:nvPr/>
        </p:nvSpPr>
        <p:spPr>
          <a:xfrm>
            <a:off x="581760" y="828720"/>
            <a:ext cx="3693600" cy="55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d9d9d9"/>
                </a:solidFill>
                <a:latin typeface="Arial"/>
                <a:ea typeface="DejaVu Sans"/>
              </a:rPr>
              <a:t>1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74" name="TextBox 10"/>
          <p:cNvSpPr/>
          <p:nvPr/>
        </p:nvSpPr>
        <p:spPr>
          <a:xfrm>
            <a:off x="581760" y="1364400"/>
            <a:ext cx="3693600" cy="78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1</a:t>
            </a:r>
            <a:endParaRPr b="0" lang="ru-RU" sz="1100" spc="-1" strike="noStrike">
              <a:latin typeface="Arial"/>
            </a:endParaRPr>
          </a:p>
        </p:txBody>
      </p:sp>
      <p:sp>
        <p:nvSpPr>
          <p:cNvPr id="75" name="TextBox 10"/>
          <p:cNvSpPr/>
          <p:nvPr/>
        </p:nvSpPr>
        <p:spPr>
          <a:xfrm>
            <a:off x="578160" y="2154600"/>
            <a:ext cx="3693600" cy="55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SUBTITLE2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76" name="TextBox 10"/>
          <p:cNvSpPr/>
          <p:nvPr/>
        </p:nvSpPr>
        <p:spPr>
          <a:xfrm>
            <a:off x="578160" y="2687040"/>
            <a:ext cx="3693600" cy="84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2</a:t>
            </a:r>
            <a:endParaRPr b="0" lang="ru-RU" sz="1100" spc="-1" strike="noStrike">
              <a:latin typeface="Arial"/>
            </a:endParaRPr>
          </a:p>
        </p:txBody>
      </p:sp>
      <p:sp>
        <p:nvSpPr>
          <p:cNvPr id="77" name="TextBox 10"/>
          <p:cNvSpPr/>
          <p:nvPr/>
        </p:nvSpPr>
        <p:spPr>
          <a:xfrm>
            <a:off x="578160" y="3482280"/>
            <a:ext cx="3693600" cy="55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SUBTITLE3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78" name="TextBox 10"/>
          <p:cNvSpPr/>
          <p:nvPr/>
        </p:nvSpPr>
        <p:spPr>
          <a:xfrm>
            <a:off x="578160" y="4015080"/>
            <a:ext cx="3693600" cy="79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3</a:t>
            </a:r>
            <a:endParaRPr b="0" lang="ru-RU" sz="1100" spc="-1" strike="noStrike">
              <a:latin typeface="Arial"/>
            </a:endParaRPr>
          </a:p>
        </p:txBody>
      </p:sp>
      <p:sp>
        <p:nvSpPr>
          <p:cNvPr id="79" name="TextBox 30"/>
          <p:cNvSpPr/>
          <p:nvPr/>
        </p:nvSpPr>
        <p:spPr>
          <a:xfrm>
            <a:off x="553680" y="352440"/>
            <a:ext cx="3803760" cy="78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Arial"/>
              </a:rPr>
              <a:t>TITLE</a:t>
            </a:r>
            <a:endParaRPr b="0" lang="ru-RU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TextBox 20"/>
          <p:cNvSpPr/>
          <p:nvPr/>
        </p:nvSpPr>
        <p:spPr>
          <a:xfrm>
            <a:off x="516960" y="411840"/>
            <a:ext cx="8465760" cy="48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Arial"/>
              </a:rPr>
              <a:t>TITLE</a:t>
            </a:r>
            <a:endParaRPr b="0" lang="ru-RU" sz="2200" spc="-1" strike="noStrike">
              <a:latin typeface="Arial"/>
            </a:endParaRPr>
          </a:p>
        </p:txBody>
      </p:sp>
      <p:sp>
        <p:nvSpPr>
          <p:cNvPr id="81" name="Прямоугольник со скругленными углами 3"/>
          <p:cNvSpPr/>
          <p:nvPr/>
        </p:nvSpPr>
        <p:spPr>
          <a:xfrm>
            <a:off x="456480" y="1406160"/>
            <a:ext cx="2300760" cy="1440000"/>
          </a:xfrm>
          <a:prstGeom prst="roundRect">
            <a:avLst>
              <a:gd name="adj" fmla="val 12736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82" name="TextBox 10"/>
          <p:cNvSpPr/>
          <p:nvPr/>
        </p:nvSpPr>
        <p:spPr>
          <a:xfrm>
            <a:off x="384840" y="3013560"/>
            <a:ext cx="2429280" cy="71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SUBTITLE1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83" name="TextBox 10"/>
          <p:cNvSpPr/>
          <p:nvPr/>
        </p:nvSpPr>
        <p:spPr>
          <a:xfrm>
            <a:off x="384840" y="3798000"/>
            <a:ext cx="2429280" cy="10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1</a:t>
            </a:r>
            <a:endParaRPr b="0" lang="ru-RU" sz="1100" spc="-1" strike="noStrike">
              <a:latin typeface="Arial"/>
            </a:endParaRPr>
          </a:p>
        </p:txBody>
      </p:sp>
      <p:sp>
        <p:nvSpPr>
          <p:cNvPr id="84" name="Прямоугольник: скругленные углы 1"/>
          <p:cNvSpPr/>
          <p:nvPr/>
        </p:nvSpPr>
        <p:spPr>
          <a:xfrm>
            <a:off x="328680" y="228600"/>
            <a:ext cx="8501400" cy="813960"/>
          </a:xfrm>
          <a:prstGeom prst="roundRect">
            <a:avLst>
              <a:gd name="adj" fmla="val 16667"/>
            </a:avLst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5" name="Прямоугольник: скругленные углы 10"/>
          <p:cNvSpPr/>
          <p:nvPr/>
        </p:nvSpPr>
        <p:spPr>
          <a:xfrm>
            <a:off x="328680" y="1279080"/>
            <a:ext cx="2557080" cy="3642840"/>
          </a:xfrm>
          <a:prstGeom prst="roundRect">
            <a:avLst>
              <a:gd name="adj" fmla="val 7815"/>
            </a:avLst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6" name="Прямоугольник со скругленными углами 3"/>
          <p:cNvSpPr/>
          <p:nvPr/>
        </p:nvSpPr>
        <p:spPr>
          <a:xfrm>
            <a:off x="3421080" y="1398960"/>
            <a:ext cx="2300760" cy="1440000"/>
          </a:xfrm>
          <a:prstGeom prst="roundRect">
            <a:avLst>
              <a:gd name="adj" fmla="val 12736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87" name="TextBox 10"/>
          <p:cNvSpPr/>
          <p:nvPr/>
        </p:nvSpPr>
        <p:spPr>
          <a:xfrm>
            <a:off x="3349440" y="3013560"/>
            <a:ext cx="2429280" cy="71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d9d9d9"/>
                </a:solidFill>
                <a:latin typeface="Arial"/>
                <a:ea typeface="DejaVu Sans"/>
              </a:rPr>
              <a:t>2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88" name="TextBox 10"/>
          <p:cNvSpPr/>
          <p:nvPr/>
        </p:nvSpPr>
        <p:spPr>
          <a:xfrm>
            <a:off x="3349440" y="3798000"/>
            <a:ext cx="2429280" cy="10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2</a:t>
            </a:r>
            <a:endParaRPr b="0" lang="ru-RU" sz="1100" spc="-1" strike="noStrike">
              <a:latin typeface="Arial"/>
            </a:endParaRPr>
          </a:p>
        </p:txBody>
      </p:sp>
      <p:sp>
        <p:nvSpPr>
          <p:cNvPr id="89" name="Прямоугольник: скругленные углы 14"/>
          <p:cNvSpPr/>
          <p:nvPr/>
        </p:nvSpPr>
        <p:spPr>
          <a:xfrm>
            <a:off x="3293280" y="1271880"/>
            <a:ext cx="2557080" cy="3642840"/>
          </a:xfrm>
          <a:prstGeom prst="roundRect">
            <a:avLst>
              <a:gd name="adj" fmla="val 7815"/>
            </a:avLst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0" name="Прямоугольник со скругленными углами 3"/>
          <p:cNvSpPr/>
          <p:nvPr/>
        </p:nvSpPr>
        <p:spPr>
          <a:xfrm>
            <a:off x="6400800" y="1379520"/>
            <a:ext cx="2300760" cy="1440000"/>
          </a:xfrm>
          <a:prstGeom prst="roundRect">
            <a:avLst>
              <a:gd name="adj" fmla="val 12736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91" name="TextBox 10"/>
          <p:cNvSpPr/>
          <p:nvPr/>
        </p:nvSpPr>
        <p:spPr>
          <a:xfrm>
            <a:off x="6329520" y="3013560"/>
            <a:ext cx="2429280" cy="71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d9d9d9"/>
                </a:solidFill>
                <a:latin typeface="Arial"/>
                <a:ea typeface="DejaVu Sans"/>
              </a:rPr>
              <a:t>3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92" name="TextBox 10"/>
          <p:cNvSpPr/>
          <p:nvPr/>
        </p:nvSpPr>
        <p:spPr>
          <a:xfrm>
            <a:off x="6329520" y="3798000"/>
            <a:ext cx="2429280" cy="10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3</a:t>
            </a:r>
            <a:endParaRPr b="0" lang="ru-RU" sz="1100" spc="-1" strike="noStrike">
              <a:latin typeface="Arial"/>
            </a:endParaRPr>
          </a:p>
        </p:txBody>
      </p:sp>
      <p:sp>
        <p:nvSpPr>
          <p:cNvPr id="93" name="Прямоугольник: скругленные углы 19"/>
          <p:cNvSpPr/>
          <p:nvPr/>
        </p:nvSpPr>
        <p:spPr>
          <a:xfrm>
            <a:off x="6273000" y="1252800"/>
            <a:ext cx="2557080" cy="3642840"/>
          </a:xfrm>
          <a:prstGeom prst="roundRect">
            <a:avLst>
              <a:gd name="adj" fmla="val 7815"/>
            </a:avLst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Прямоугольник со скругленными углами 3"/>
          <p:cNvSpPr/>
          <p:nvPr/>
        </p:nvSpPr>
        <p:spPr>
          <a:xfrm>
            <a:off x="0" y="0"/>
            <a:ext cx="3396960" cy="5143320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95" name="TextBox 10"/>
          <p:cNvSpPr/>
          <p:nvPr/>
        </p:nvSpPr>
        <p:spPr>
          <a:xfrm>
            <a:off x="4192560" y="3830040"/>
            <a:ext cx="4672440" cy="32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SUBTITLE3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96" name="TextBox 10"/>
          <p:cNvSpPr/>
          <p:nvPr/>
        </p:nvSpPr>
        <p:spPr>
          <a:xfrm>
            <a:off x="4192560" y="4188600"/>
            <a:ext cx="4672440" cy="71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3</a:t>
            </a:r>
            <a:endParaRPr b="0" lang="ru-RU" sz="1100" spc="-1" strike="noStrike">
              <a:latin typeface="Arial"/>
            </a:endParaRPr>
          </a:p>
        </p:txBody>
      </p:sp>
      <p:sp>
        <p:nvSpPr>
          <p:cNvPr id="97" name="Овал 9"/>
          <p:cNvSpPr/>
          <p:nvPr/>
        </p:nvSpPr>
        <p:spPr>
          <a:xfrm>
            <a:off x="3724560" y="3830040"/>
            <a:ext cx="403200" cy="403200"/>
          </a:xfrm>
          <a:prstGeom prst="ellipse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800" spc="-1" strike="noStrike">
                <a:solidFill>
                  <a:srgbClr val="ffffff"/>
                </a:solidFill>
                <a:latin typeface="Calibri"/>
              </a:rPr>
              <a:t>03</a:t>
            </a:r>
            <a:endParaRPr b="0" lang="ru-RU" sz="800" spc="-1" strike="noStrike">
              <a:latin typeface="Arial"/>
            </a:endParaRPr>
          </a:p>
        </p:txBody>
      </p:sp>
      <p:sp>
        <p:nvSpPr>
          <p:cNvPr id="98" name="TextBox 10"/>
          <p:cNvSpPr/>
          <p:nvPr/>
        </p:nvSpPr>
        <p:spPr>
          <a:xfrm>
            <a:off x="4192560" y="2571840"/>
            <a:ext cx="4672440" cy="32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d9d9d9"/>
                </a:solidFill>
                <a:latin typeface="Arial"/>
                <a:ea typeface="DejaVu Sans"/>
              </a:rPr>
              <a:t>2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99" name="TextBox 10"/>
          <p:cNvSpPr/>
          <p:nvPr/>
        </p:nvSpPr>
        <p:spPr>
          <a:xfrm>
            <a:off x="4192560" y="2930400"/>
            <a:ext cx="4672440" cy="71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2</a:t>
            </a:r>
            <a:endParaRPr b="0" lang="ru-RU" sz="1100" spc="-1" strike="noStrike">
              <a:latin typeface="Arial"/>
            </a:endParaRPr>
          </a:p>
        </p:txBody>
      </p:sp>
      <p:sp>
        <p:nvSpPr>
          <p:cNvPr id="100" name="Овал 13"/>
          <p:cNvSpPr/>
          <p:nvPr/>
        </p:nvSpPr>
        <p:spPr>
          <a:xfrm>
            <a:off x="3724560" y="2571840"/>
            <a:ext cx="403200" cy="403200"/>
          </a:xfrm>
          <a:prstGeom prst="ellipse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800" spc="-1" strike="noStrike">
                <a:solidFill>
                  <a:srgbClr val="ffffff"/>
                </a:solidFill>
                <a:latin typeface="Calibri"/>
              </a:rPr>
              <a:t>02</a:t>
            </a:r>
            <a:endParaRPr b="0" lang="ru-RU" sz="800" spc="-1" strike="noStrike">
              <a:latin typeface="Arial"/>
            </a:endParaRPr>
          </a:p>
        </p:txBody>
      </p:sp>
      <p:sp>
        <p:nvSpPr>
          <p:cNvPr id="101" name="TextBox 10"/>
          <p:cNvSpPr/>
          <p:nvPr/>
        </p:nvSpPr>
        <p:spPr>
          <a:xfrm>
            <a:off x="4192560" y="1311840"/>
            <a:ext cx="4672440" cy="32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d9d9d9"/>
                </a:solidFill>
                <a:latin typeface="Arial"/>
                <a:ea typeface="DejaVu Sans"/>
              </a:rPr>
              <a:t>1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102" name="TextBox 10"/>
          <p:cNvSpPr/>
          <p:nvPr/>
        </p:nvSpPr>
        <p:spPr>
          <a:xfrm>
            <a:off x="4192560" y="1670760"/>
            <a:ext cx="4672440" cy="71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1</a:t>
            </a:r>
            <a:endParaRPr b="0" lang="ru-RU" sz="1100" spc="-1" strike="noStrike">
              <a:latin typeface="Arial"/>
            </a:endParaRPr>
          </a:p>
        </p:txBody>
      </p:sp>
      <p:sp>
        <p:nvSpPr>
          <p:cNvPr id="103" name="Овал 16"/>
          <p:cNvSpPr/>
          <p:nvPr/>
        </p:nvSpPr>
        <p:spPr>
          <a:xfrm>
            <a:off x="3724560" y="1311840"/>
            <a:ext cx="403200" cy="403200"/>
          </a:xfrm>
          <a:prstGeom prst="ellipse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800" spc="-1" strike="noStrike">
                <a:solidFill>
                  <a:srgbClr val="ffffff"/>
                </a:solidFill>
                <a:latin typeface="Calibri"/>
              </a:rPr>
              <a:t>01</a:t>
            </a:r>
            <a:endParaRPr b="0" lang="ru-RU" sz="800" spc="-1" strike="noStrike">
              <a:latin typeface="Arial"/>
            </a:endParaRPr>
          </a:p>
        </p:txBody>
      </p:sp>
      <p:sp>
        <p:nvSpPr>
          <p:cNvPr id="104" name="TextBox 17"/>
          <p:cNvSpPr/>
          <p:nvPr/>
        </p:nvSpPr>
        <p:spPr>
          <a:xfrm>
            <a:off x="3607560" y="215280"/>
            <a:ext cx="5375160" cy="90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Arial"/>
              </a:rPr>
              <a:t>TITLE</a:t>
            </a:r>
            <a:endParaRPr b="0" lang="ru-RU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Прямоугольник: скругленные углы 22"/>
          <p:cNvSpPr/>
          <p:nvPr/>
        </p:nvSpPr>
        <p:spPr>
          <a:xfrm>
            <a:off x="3417120" y="1051560"/>
            <a:ext cx="5047920" cy="841680"/>
          </a:xfrm>
          <a:prstGeom prst="roundRect">
            <a:avLst>
              <a:gd name="adj" fmla="val 16667"/>
            </a:avLst>
          </a:prstGeom>
          <a:noFill/>
          <a:ln>
            <a:solidFill>
              <a:srgbClr val="c0cc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6" name="Прямоугольник: скругленные углы 28"/>
          <p:cNvSpPr/>
          <p:nvPr/>
        </p:nvSpPr>
        <p:spPr>
          <a:xfrm>
            <a:off x="3417120" y="2451960"/>
            <a:ext cx="5047920" cy="841680"/>
          </a:xfrm>
          <a:prstGeom prst="roundRect">
            <a:avLst>
              <a:gd name="adj" fmla="val 16667"/>
            </a:avLst>
          </a:prstGeom>
          <a:noFill/>
          <a:ln>
            <a:solidFill>
              <a:srgbClr val="c0cc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7" name="Прямоугольник: скругленные углы 32"/>
          <p:cNvSpPr/>
          <p:nvPr/>
        </p:nvSpPr>
        <p:spPr>
          <a:xfrm>
            <a:off x="3417120" y="3849840"/>
            <a:ext cx="5047920" cy="841680"/>
          </a:xfrm>
          <a:prstGeom prst="roundRect">
            <a:avLst>
              <a:gd name="adj" fmla="val 16667"/>
            </a:avLst>
          </a:prstGeom>
          <a:noFill/>
          <a:ln>
            <a:solidFill>
              <a:srgbClr val="c0cc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8" name="TextBox 10"/>
          <p:cNvSpPr/>
          <p:nvPr/>
        </p:nvSpPr>
        <p:spPr>
          <a:xfrm>
            <a:off x="3821760" y="1115280"/>
            <a:ext cx="4483800" cy="71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1</a:t>
            </a:r>
            <a:endParaRPr b="0" lang="ru-RU" sz="1100" spc="-1" strike="noStrike">
              <a:latin typeface="Arial"/>
            </a:endParaRPr>
          </a:p>
        </p:txBody>
      </p:sp>
      <p:sp>
        <p:nvSpPr>
          <p:cNvPr id="109" name="Прямая соединительная линия 4"/>
          <p:cNvSpPr/>
          <p:nvPr/>
        </p:nvSpPr>
        <p:spPr>
          <a:xfrm>
            <a:off x="782280" y="987120"/>
            <a:ext cx="360" cy="3813480"/>
          </a:xfrm>
          <a:prstGeom prst="line">
            <a:avLst/>
          </a:prstGeom>
          <a:ln>
            <a:solidFill>
              <a:srgbClr val="c0cc8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10" name="Прямоугольник: скругленные углы 19"/>
          <p:cNvSpPr/>
          <p:nvPr/>
        </p:nvSpPr>
        <p:spPr>
          <a:xfrm>
            <a:off x="1135800" y="1033200"/>
            <a:ext cx="2642760" cy="880920"/>
          </a:xfrm>
          <a:prstGeom prst="roundRect">
            <a:avLst>
              <a:gd name="adj" fmla="val 16667"/>
            </a:avLst>
          </a:prstGeom>
          <a:solidFill>
            <a:srgbClr val="c0c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11" name="TextBox 10"/>
          <p:cNvSpPr/>
          <p:nvPr/>
        </p:nvSpPr>
        <p:spPr>
          <a:xfrm>
            <a:off x="1164600" y="1033200"/>
            <a:ext cx="2546280" cy="88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d9d9d9"/>
                </a:solidFill>
                <a:latin typeface="Arial"/>
                <a:ea typeface="DejaVu Sans"/>
              </a:rPr>
              <a:t>1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112" name="TextBox 10"/>
          <p:cNvSpPr/>
          <p:nvPr/>
        </p:nvSpPr>
        <p:spPr>
          <a:xfrm>
            <a:off x="3821760" y="2515680"/>
            <a:ext cx="4483800" cy="71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2</a:t>
            </a:r>
            <a:endParaRPr b="0" lang="ru-RU" sz="1100" spc="-1" strike="noStrike">
              <a:latin typeface="Arial"/>
            </a:endParaRPr>
          </a:p>
        </p:txBody>
      </p:sp>
      <p:sp>
        <p:nvSpPr>
          <p:cNvPr id="113" name="Прямоугольник: скругленные углы 26"/>
          <p:cNvSpPr/>
          <p:nvPr/>
        </p:nvSpPr>
        <p:spPr>
          <a:xfrm>
            <a:off x="1135800" y="2433600"/>
            <a:ext cx="2642760" cy="880920"/>
          </a:xfrm>
          <a:prstGeom prst="roundRect">
            <a:avLst>
              <a:gd name="adj" fmla="val 16667"/>
            </a:avLst>
          </a:prstGeom>
          <a:solidFill>
            <a:srgbClr val="c0c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14" name="TextBox 10"/>
          <p:cNvSpPr/>
          <p:nvPr/>
        </p:nvSpPr>
        <p:spPr>
          <a:xfrm>
            <a:off x="1164600" y="2433600"/>
            <a:ext cx="2546280" cy="88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d9d9d9"/>
                </a:solidFill>
                <a:latin typeface="Arial"/>
                <a:ea typeface="DejaVu Sans"/>
              </a:rPr>
              <a:t>2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115" name="TextBox 10"/>
          <p:cNvSpPr/>
          <p:nvPr/>
        </p:nvSpPr>
        <p:spPr>
          <a:xfrm>
            <a:off x="3821760" y="3913560"/>
            <a:ext cx="4483800" cy="71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3</a:t>
            </a:r>
            <a:endParaRPr b="0" lang="ru-RU" sz="1100" spc="-1" strike="noStrike">
              <a:latin typeface="Arial"/>
            </a:endParaRPr>
          </a:p>
        </p:txBody>
      </p:sp>
      <p:sp>
        <p:nvSpPr>
          <p:cNvPr id="116" name="Прямоугольник: скругленные углы 30"/>
          <p:cNvSpPr/>
          <p:nvPr/>
        </p:nvSpPr>
        <p:spPr>
          <a:xfrm>
            <a:off x="1135800" y="3831480"/>
            <a:ext cx="2642760" cy="880920"/>
          </a:xfrm>
          <a:prstGeom prst="roundRect">
            <a:avLst>
              <a:gd name="adj" fmla="val 16667"/>
            </a:avLst>
          </a:prstGeom>
          <a:solidFill>
            <a:srgbClr val="c0c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17" name="TextBox 10"/>
          <p:cNvSpPr/>
          <p:nvPr/>
        </p:nvSpPr>
        <p:spPr>
          <a:xfrm>
            <a:off x="1164600" y="3831480"/>
            <a:ext cx="2546280" cy="88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d9d9d9"/>
                </a:solidFill>
                <a:latin typeface="Arial"/>
                <a:ea typeface="DejaVu Sans"/>
              </a:rPr>
              <a:t>3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118" name="Овал 5"/>
          <p:cNvSpPr/>
          <p:nvPr/>
        </p:nvSpPr>
        <p:spPr>
          <a:xfrm>
            <a:off x="675360" y="1365840"/>
            <a:ext cx="221040" cy="221040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rgbClr val="c0cc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19" name="Овал 33"/>
          <p:cNvSpPr/>
          <p:nvPr/>
        </p:nvSpPr>
        <p:spPr>
          <a:xfrm>
            <a:off x="675360" y="2728080"/>
            <a:ext cx="221040" cy="221040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rgbClr val="c0cc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20" name="Овал 34"/>
          <p:cNvSpPr/>
          <p:nvPr/>
        </p:nvSpPr>
        <p:spPr>
          <a:xfrm>
            <a:off x="671760" y="4156200"/>
            <a:ext cx="221040" cy="221040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rgbClr val="c0cc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21" name="TextBox 20"/>
          <p:cNvSpPr/>
          <p:nvPr/>
        </p:nvSpPr>
        <p:spPr>
          <a:xfrm>
            <a:off x="381600" y="271080"/>
            <a:ext cx="8465760" cy="48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Arial"/>
              </a:rPr>
              <a:t>TITLE</a:t>
            </a:r>
            <a:endParaRPr b="0" lang="ru-RU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a0a58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Прямоугольник со скругленными углами 3"/>
          <p:cNvSpPr/>
          <p:nvPr/>
        </p:nvSpPr>
        <p:spPr>
          <a:xfrm>
            <a:off x="186840" y="185400"/>
            <a:ext cx="8770320" cy="4758120"/>
          </a:xfrm>
          <a:prstGeom prst="roundRect">
            <a:avLst>
              <a:gd name="adj" fmla="val 4051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23" name="Прямоугольник 10"/>
          <p:cNvSpPr/>
          <p:nvPr/>
        </p:nvSpPr>
        <p:spPr>
          <a:xfrm>
            <a:off x="460080" y="658080"/>
            <a:ext cx="8469000" cy="330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6999"/>
              </a:lnSpc>
              <a:buNone/>
            </a:pPr>
            <a:r>
              <a:rPr b="0" lang="en-US" sz="5400" spc="-1" strike="noStrike">
                <a:solidFill>
                  <a:srgbClr val="ffffff"/>
                </a:solidFill>
                <a:latin typeface="Arial"/>
                <a:ea typeface="DejaVu Sans"/>
              </a:rPr>
              <a:t>TITLE</a:t>
            </a:r>
            <a:endParaRPr b="0" lang="ru-RU" sz="5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2514</TotalTime>
  <Application>LibreOffice/7.3.7.2$Linux_X86_64 LibreOffice_project/30$Build-2</Application>
  <AppVersion>15.0000</AppVersion>
  <Words>96</Words>
  <Paragraphs>62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2024-04-17T19:56:02Z</dcterms:created>
  <dc:creator>Алика Шпагина</dc:creator>
  <dc:description/>
  <dc:language>ru-RU</dc:language>
  <cp:lastModifiedBy/>
  <dcterms:modified xsi:type="dcterms:W3CDTF">2025-02-20T13:29:17Z</dcterms:modified>
  <cp:revision>50</cp:revision>
  <dc:subject/>
  <dc:title>Презентация PowerPoint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2</vt:i4>
  </property>
  <property fmtid="{D5CDD505-2E9C-101B-9397-08002B2CF9AE}" pid="3" name="PresentationFormat">
    <vt:lpwstr>Экран (16:9)</vt:lpwstr>
  </property>
  <property fmtid="{D5CDD505-2E9C-101B-9397-08002B2CF9AE}" pid="4" name="Slides">
    <vt:i4>8</vt:i4>
  </property>
</Properties>
</file>