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748D3F0-7F92-4C29-ADAA-EAC9DEBDA8B5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32EC61A-04D4-4F80-AC48-FDCF9A947318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185F01-7B1C-40BB-9F1F-E09333B6CB30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B7E06E-735B-4240-9E3C-EC7415868D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1F9907-B7B4-41BA-8729-CD25F20E04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D5C025-2DE3-4DC2-A250-BE51ED8EA1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C61899-F0E3-4D96-96E5-1D74866A18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494FCA-812D-4EFA-B4BB-3C89E7A0071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681BA7-C44D-40FE-B04D-61804513F1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4A8335-94CD-42A6-928C-82CA518381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DF237D-C6AB-45CA-BB21-721E00CE33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5E99AA-8BE8-4CE6-B301-546878C050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6FB94B-0701-414C-9AD3-0CEBF3FDBA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7EFD35-722F-40F0-AADB-7DA863EB93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475141-F379-4F76-8EE8-52201168446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C347E8-F587-46D5-B24E-5F14C7366FD1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со скругленными углами 3"/>
          <p:cNvSpPr/>
          <p:nvPr/>
        </p:nvSpPr>
        <p:spPr>
          <a:xfrm>
            <a:off x="3507480" y="0"/>
            <a:ext cx="5635800" cy="514296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Прямоугольник: скругленные углы 2"/>
          <p:cNvSpPr/>
          <p:nvPr/>
        </p:nvSpPr>
        <p:spPr>
          <a:xfrm>
            <a:off x="3722040" y="257040"/>
            <a:ext cx="5185800" cy="464976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" name="Овал 1"/>
          <p:cNvSpPr/>
          <p:nvPr/>
        </p:nvSpPr>
        <p:spPr>
          <a:xfrm>
            <a:off x="4122000" y="63108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4122000" y="2127600"/>
            <a:ext cx="899280" cy="8874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4122000" y="361224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511092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0732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3"/>
          <p:cNvSpPr/>
          <p:nvPr/>
        </p:nvSpPr>
        <p:spPr>
          <a:xfrm>
            <a:off x="165960" y="200880"/>
            <a:ext cx="3147840" cy="18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Прямоугольник со скругленными углами 3"/>
          <p:cNvSpPr/>
          <p:nvPr/>
        </p:nvSpPr>
        <p:spPr>
          <a:xfrm>
            <a:off x="0" y="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38484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23928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609372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TextBox 9"/>
          <p:cNvSpPr/>
          <p:nvPr/>
        </p:nvSpPr>
        <p:spPr>
          <a:xfrm>
            <a:off x="384840" y="217800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Прямоугольник: скругленные углы 15"/>
          <p:cNvSpPr/>
          <p:nvPr/>
        </p:nvSpPr>
        <p:spPr>
          <a:xfrm>
            <a:off x="4636440" y="25020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0" name="Прямоугольник: скругленные углы 16"/>
          <p:cNvSpPr/>
          <p:nvPr/>
        </p:nvSpPr>
        <p:spPr>
          <a:xfrm>
            <a:off x="329400" y="25704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1" name="Овал 9"/>
          <p:cNvSpPr/>
          <p:nvPr/>
        </p:nvSpPr>
        <p:spPr>
          <a:xfrm>
            <a:off x="4272120" y="1193040"/>
            <a:ext cx="635040" cy="63504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581760" y="82872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581760" y="1364400"/>
            <a:ext cx="369324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78160" y="215460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687040"/>
            <a:ext cx="369324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348228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4015080"/>
            <a:ext cx="369324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8" name="TextBox 30"/>
          <p:cNvSpPr/>
          <p:nvPr/>
        </p:nvSpPr>
        <p:spPr>
          <a:xfrm>
            <a:off x="553680" y="352440"/>
            <a:ext cx="38034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20"/>
          <p:cNvSpPr/>
          <p:nvPr/>
        </p:nvSpPr>
        <p:spPr>
          <a:xfrm>
            <a:off x="516960" y="41184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0" name="Прямоугольник со скругленными углами 3"/>
          <p:cNvSpPr/>
          <p:nvPr/>
        </p:nvSpPr>
        <p:spPr>
          <a:xfrm>
            <a:off x="456480" y="14061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3848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3848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Прямоугольник: скругленные углы 1"/>
          <p:cNvSpPr/>
          <p:nvPr/>
        </p:nvSpPr>
        <p:spPr>
          <a:xfrm>
            <a:off x="328680" y="228600"/>
            <a:ext cx="8501040" cy="813600"/>
          </a:xfrm>
          <a:prstGeom prst="roundRect">
            <a:avLst>
              <a:gd name="adj" fmla="val 16667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4" name="Прямоугольник: скругленные углы 10"/>
          <p:cNvSpPr/>
          <p:nvPr/>
        </p:nvSpPr>
        <p:spPr>
          <a:xfrm>
            <a:off x="328680" y="12790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 со скругленными углами 3"/>
          <p:cNvSpPr/>
          <p:nvPr/>
        </p:nvSpPr>
        <p:spPr>
          <a:xfrm>
            <a:off x="3421080" y="139896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0"/>
          <p:cNvSpPr/>
          <p:nvPr/>
        </p:nvSpPr>
        <p:spPr>
          <a:xfrm>
            <a:off x="334944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334944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8" name="Прямоугольник: скругленные углы 14"/>
          <p:cNvSpPr/>
          <p:nvPr/>
        </p:nvSpPr>
        <p:spPr>
          <a:xfrm>
            <a:off x="3293280" y="127188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Прямоугольник со скругленными углами 3"/>
          <p:cNvSpPr/>
          <p:nvPr/>
        </p:nvSpPr>
        <p:spPr>
          <a:xfrm>
            <a:off x="6400800" y="1379520"/>
            <a:ext cx="2300400" cy="1439640"/>
          </a:xfrm>
          <a:prstGeom prst="roundRect">
            <a:avLst>
              <a:gd name="adj" fmla="val 12736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extBox 10"/>
          <p:cNvSpPr/>
          <p:nvPr/>
        </p:nvSpPr>
        <p:spPr>
          <a:xfrm>
            <a:off x="6329520" y="3013560"/>
            <a:ext cx="24289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1" name="TextBox 10"/>
          <p:cNvSpPr/>
          <p:nvPr/>
        </p:nvSpPr>
        <p:spPr>
          <a:xfrm>
            <a:off x="6329520" y="3798000"/>
            <a:ext cx="2428920" cy="10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2" name="Прямоугольник: скругленные углы 19"/>
          <p:cNvSpPr/>
          <p:nvPr/>
        </p:nvSpPr>
        <p:spPr>
          <a:xfrm>
            <a:off x="6273000" y="1252800"/>
            <a:ext cx="2556720" cy="3642480"/>
          </a:xfrm>
          <a:prstGeom prst="roundRect">
            <a:avLst>
              <a:gd name="adj" fmla="val 7815"/>
            </a:avLst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Прямоугольник со скругленными углами 3"/>
          <p:cNvSpPr/>
          <p:nvPr/>
        </p:nvSpPr>
        <p:spPr>
          <a:xfrm>
            <a:off x="0" y="0"/>
            <a:ext cx="3396600" cy="514296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4192560" y="38300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4192560" y="41886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Овал 9"/>
          <p:cNvSpPr/>
          <p:nvPr/>
        </p:nvSpPr>
        <p:spPr>
          <a:xfrm>
            <a:off x="3724560" y="38300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4192560" y="257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8" name="TextBox 10"/>
          <p:cNvSpPr/>
          <p:nvPr/>
        </p:nvSpPr>
        <p:spPr>
          <a:xfrm>
            <a:off x="4192560" y="293040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9" name="Овал 13"/>
          <p:cNvSpPr/>
          <p:nvPr/>
        </p:nvSpPr>
        <p:spPr>
          <a:xfrm>
            <a:off x="3724560" y="257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4192560" y="1311840"/>
            <a:ext cx="46720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4192560" y="1670760"/>
            <a:ext cx="467208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2" name="Овал 16"/>
          <p:cNvSpPr/>
          <p:nvPr/>
        </p:nvSpPr>
        <p:spPr>
          <a:xfrm>
            <a:off x="3724560" y="1311840"/>
            <a:ext cx="402840" cy="4028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103" name="TextBox 17"/>
          <p:cNvSpPr/>
          <p:nvPr/>
        </p:nvSpPr>
        <p:spPr>
          <a:xfrm>
            <a:off x="3607560" y="215280"/>
            <a:ext cx="5374800" cy="90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Прямоугольник: скругленные углы 22"/>
          <p:cNvSpPr/>
          <p:nvPr/>
        </p:nvSpPr>
        <p:spPr>
          <a:xfrm>
            <a:off x="3417120" y="105156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Прямоугольник: скругленные углы 28"/>
          <p:cNvSpPr/>
          <p:nvPr/>
        </p:nvSpPr>
        <p:spPr>
          <a:xfrm>
            <a:off x="3417120" y="245196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Прямоугольник: скругленные углы 32"/>
          <p:cNvSpPr/>
          <p:nvPr/>
        </p:nvSpPr>
        <p:spPr>
          <a:xfrm>
            <a:off x="3417120" y="3849840"/>
            <a:ext cx="5047560" cy="84132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TextBox 10"/>
          <p:cNvSpPr/>
          <p:nvPr/>
        </p:nvSpPr>
        <p:spPr>
          <a:xfrm>
            <a:off x="3821760" y="111528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8" name="Прямая соединительная линия 4"/>
          <p:cNvSpPr/>
          <p:nvPr/>
        </p:nvSpPr>
        <p:spPr>
          <a:xfrm>
            <a:off x="782280" y="987120"/>
            <a:ext cx="360" cy="3813480"/>
          </a:xfrm>
          <a:prstGeom prst="line">
            <a:avLst/>
          </a:prstGeom>
          <a:ln>
            <a:solidFill>
              <a:srgbClr val="c0cc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9" name="Прямоугольник: скругленные углы 19"/>
          <p:cNvSpPr/>
          <p:nvPr/>
        </p:nvSpPr>
        <p:spPr>
          <a:xfrm>
            <a:off x="1135800" y="103320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TextBox 10"/>
          <p:cNvSpPr/>
          <p:nvPr/>
        </p:nvSpPr>
        <p:spPr>
          <a:xfrm>
            <a:off x="1164600" y="103320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1" name="TextBox 10"/>
          <p:cNvSpPr/>
          <p:nvPr/>
        </p:nvSpPr>
        <p:spPr>
          <a:xfrm>
            <a:off x="3821760" y="251568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2" name="Прямоугольник: скругленные углы 26"/>
          <p:cNvSpPr/>
          <p:nvPr/>
        </p:nvSpPr>
        <p:spPr>
          <a:xfrm>
            <a:off x="1135800" y="243360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3" name="TextBox 10"/>
          <p:cNvSpPr/>
          <p:nvPr/>
        </p:nvSpPr>
        <p:spPr>
          <a:xfrm>
            <a:off x="1164600" y="243360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3821760" y="3913560"/>
            <a:ext cx="44834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5" name="Прямоугольник: скругленные углы 30"/>
          <p:cNvSpPr/>
          <p:nvPr/>
        </p:nvSpPr>
        <p:spPr>
          <a:xfrm>
            <a:off x="1135800" y="3831480"/>
            <a:ext cx="2642400" cy="880560"/>
          </a:xfrm>
          <a:prstGeom prst="roundRect">
            <a:avLst>
              <a:gd name="adj" fmla="val 16667"/>
            </a:avLst>
          </a:prstGeom>
          <a:solidFill>
            <a:srgbClr val="c0cc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6" name="TextBox 10"/>
          <p:cNvSpPr/>
          <p:nvPr/>
        </p:nvSpPr>
        <p:spPr>
          <a:xfrm>
            <a:off x="1164600" y="3831480"/>
            <a:ext cx="254592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7" name="Овал 5"/>
          <p:cNvSpPr/>
          <p:nvPr/>
        </p:nvSpPr>
        <p:spPr>
          <a:xfrm>
            <a:off x="675360" y="136584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Овал 33"/>
          <p:cNvSpPr/>
          <p:nvPr/>
        </p:nvSpPr>
        <p:spPr>
          <a:xfrm>
            <a:off x="675360" y="272808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9" name="Овал 34"/>
          <p:cNvSpPr/>
          <p:nvPr/>
        </p:nvSpPr>
        <p:spPr>
          <a:xfrm>
            <a:off x="671760" y="4156200"/>
            <a:ext cx="220680" cy="220680"/>
          </a:xfrm>
          <a:prstGeom prst="ellips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rgbClr val="c0cc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TextBox 20"/>
          <p:cNvSpPr/>
          <p:nvPr/>
        </p:nvSpPr>
        <p:spPr>
          <a:xfrm>
            <a:off x="381600" y="27108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2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2514</TotalTime>
  <Application>LibreOffice/7.3.7.2$Linux_X86_64 LibreOffice_project/30$Build-2</Application>
  <AppVersion>15.0000</AppVersion>
  <Words>96</Words>
  <Paragraphs>62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2025-03-31T11:01:51Z</dcterms:modified>
  <cp:revision>51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Экран (16:9)</vt:lpwstr>
  </property>
  <property fmtid="{D5CDD505-2E9C-101B-9397-08002B2CF9AE}" pid="4" name="Slides">
    <vt:i4>8</vt:i4>
  </property>
</Properties>
</file>