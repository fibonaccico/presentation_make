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перемещения страницы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13A37ED-5A4F-41BF-893D-3C5C00A3873B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9DC82B-B202-4DAE-A47A-792351E22A77}" type="slidenum">
              <a:rPr b="0" lang="ru-RU" sz="1200" spc="-1" strike="noStrike">
                <a:latin typeface="Times New Roman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58A1AB-157A-484A-AD76-ED39815F80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CCD087-0B67-4057-BF93-3E93C559DA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A24383-05E6-4495-BFB7-D3473C8274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F12269-9BC8-43DF-B288-6CD28E29D6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04D62B-1A14-4CE0-BD1E-2B81FA8853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A1476C-66B1-41EC-9151-72BEA7F3DF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C283DD-F681-4D07-93D6-C113048052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274051-EDE5-4B55-929F-9C9FF40087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309D23-D212-4B3B-A7E3-7E4F1D9CA4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86D058-B751-4E0A-B6FD-B529B72696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B93E2C-2861-46F5-9ADB-751947F0F4B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B6E622-C263-48F9-988E-9E456C2811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967F5A1-2ACE-4B8A-A15F-F8179387CA93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5400" spc="-1" strike="noStrike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35892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1400" spc="-1" strike="noStrike">
                <a:solidFill>
                  <a:srgbClr val="f2f2f2"/>
                </a:solidFill>
                <a:latin typeface="Arial"/>
              </a:rPr>
              <a:t>Тема:</a:t>
            </a:r>
            <a:endParaRPr b="0" lang="ru-RU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рямоугольник со скругленными углами 3"/>
          <p:cNvSpPr/>
          <p:nvPr/>
        </p:nvSpPr>
        <p:spPr>
          <a:xfrm>
            <a:off x="3507480" y="0"/>
            <a:ext cx="5636160" cy="514332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1" name="Прямоугольник: скругленные углы 2"/>
          <p:cNvSpPr/>
          <p:nvPr/>
        </p:nvSpPr>
        <p:spPr>
          <a:xfrm>
            <a:off x="3722040" y="257040"/>
            <a:ext cx="5186160" cy="46501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Овал 1"/>
          <p:cNvSpPr/>
          <p:nvPr/>
        </p:nvSpPr>
        <p:spPr>
          <a:xfrm>
            <a:off x="4122000" y="63108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3" name="Овал 23"/>
          <p:cNvSpPr/>
          <p:nvPr/>
        </p:nvSpPr>
        <p:spPr>
          <a:xfrm>
            <a:off x="4122000" y="2127600"/>
            <a:ext cx="899640" cy="88776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4" name="Овал 29"/>
          <p:cNvSpPr/>
          <p:nvPr/>
        </p:nvSpPr>
        <p:spPr>
          <a:xfrm>
            <a:off x="4122000" y="361224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5110920" y="4896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1025280"/>
            <a:ext cx="357912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07320" y="19854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2517840"/>
            <a:ext cx="357912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347076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4003560"/>
            <a:ext cx="357912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165960" y="200880"/>
            <a:ext cx="314820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09372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384840" y="217800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Прямоугольник: скругленные углы 15"/>
          <p:cNvSpPr/>
          <p:nvPr/>
        </p:nvSpPr>
        <p:spPr>
          <a:xfrm>
            <a:off x="4636440" y="25020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71" name="Прямоугольник: скругленные углы 16"/>
          <p:cNvSpPr/>
          <p:nvPr/>
        </p:nvSpPr>
        <p:spPr>
          <a:xfrm>
            <a:off x="329400" y="25704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Овал 9"/>
          <p:cNvSpPr/>
          <p:nvPr/>
        </p:nvSpPr>
        <p:spPr>
          <a:xfrm>
            <a:off x="4272120" y="1193040"/>
            <a:ext cx="635400" cy="63540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TextBox 10"/>
          <p:cNvSpPr/>
          <p:nvPr/>
        </p:nvSpPr>
        <p:spPr>
          <a:xfrm>
            <a:off x="581760" y="82872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581760" y="1364400"/>
            <a:ext cx="369360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78160" y="215460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2687040"/>
            <a:ext cx="369360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348228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4015080"/>
            <a:ext cx="369360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9" name="TextBox 30"/>
          <p:cNvSpPr/>
          <p:nvPr/>
        </p:nvSpPr>
        <p:spPr>
          <a:xfrm>
            <a:off x="553680" y="352440"/>
            <a:ext cx="38037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ru-RU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ru-RU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2517</TotalTime>
  <Application>LibreOffice/7.3.7.2$Linux_X86_64 LibreOffice_project/30$Build-2</Application>
  <AppVersion>15.0000</AppVersion>
  <Words>51</Words>
  <Paragraphs>33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2025-02-20T13:26:58Z</dcterms:modified>
  <cp:revision>53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Экран (16:9)</vt:lpwstr>
  </property>
  <property fmtid="{D5CDD505-2E9C-101B-9397-08002B2CF9AE}" pid="4" name="Slides">
    <vt:i4>5</vt:i4>
  </property>
</Properties>
</file>