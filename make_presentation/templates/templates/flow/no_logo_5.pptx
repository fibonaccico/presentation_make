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3.xml.rels" ContentType="application/vnd.openxmlformats-package.relationships+xml"/>
  <Override PartName="/ppt/notesSlides/notesSlide3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3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move the slide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B94FC5BB-513B-4C56-9813-D733BBA4C60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BD9D232-51DE-4B05-AFCB-4392B5173595}" type="slidenum">
              <a:rPr b="0" lang="ru-RU" sz="1200" spc="-1" strike="noStrike">
                <a:latin typeface="Times New Roman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26615A-C907-440E-ADDD-1182697F10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D797F9-4A9D-46A1-B09E-683CB4341D0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A8D737F-6FC4-41C5-91C0-A9307DE9E5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219ACF-2AA8-4147-8FAB-191C736B98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7E05DD-6D49-4652-A93A-3633A74D21A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143000" y="841680"/>
            <a:ext cx="6857280" cy="8298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4A453FA-F428-480E-9026-9B933DED45E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B3C0790-9168-4452-9E61-AEACCFFCBB0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D2A5A0A-9A8B-4EED-9B8D-AD8E647876D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C7E8319-AAA0-4D9D-94C3-8AA94D9435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2EB039-519E-424F-8F34-4733AAEEAF7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0345374-49A7-44CD-9F0A-22C9CD29A3D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3F1021-B2DD-4A4B-A9E0-314927F0650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143000" y="841680"/>
            <a:ext cx="6857280" cy="1789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029040" y="4767120"/>
            <a:ext cx="30855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45804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9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F1C57F3-6D5B-4A94-8564-4CBCEEC88AF2}" type="slidenum">
              <a:rPr b="0" lang="en-US" sz="9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9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628560" y="4767120"/>
            <a:ext cx="205668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со скругленными углами 3"/>
          <p:cNvSpPr/>
          <p:nvPr/>
        </p:nvSpPr>
        <p:spPr>
          <a:xfrm>
            <a:off x="3507480" y="0"/>
            <a:ext cx="5635800" cy="5142960"/>
          </a:xfrm>
          <a:prstGeom prst="roundRect">
            <a:avLst>
              <a:gd name="adj" fmla="val 0"/>
            </a:avLst>
          </a:prstGeom>
          <a:solidFill>
            <a:srgbClr val="a0a58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0" name="Прямоугольник: скругленные углы 2"/>
          <p:cNvSpPr/>
          <p:nvPr/>
        </p:nvSpPr>
        <p:spPr>
          <a:xfrm>
            <a:off x="3722040" y="257040"/>
            <a:ext cx="5185800" cy="464976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1" name="Овал 1"/>
          <p:cNvSpPr/>
          <p:nvPr/>
        </p:nvSpPr>
        <p:spPr>
          <a:xfrm>
            <a:off x="4122000" y="63108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Овал 23"/>
          <p:cNvSpPr/>
          <p:nvPr/>
        </p:nvSpPr>
        <p:spPr>
          <a:xfrm>
            <a:off x="4122000" y="2127600"/>
            <a:ext cx="899280" cy="8874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3" name="Овал 29"/>
          <p:cNvSpPr/>
          <p:nvPr/>
        </p:nvSpPr>
        <p:spPr>
          <a:xfrm>
            <a:off x="4122000" y="3612240"/>
            <a:ext cx="899280" cy="89928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ru-RU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03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5110920" y="4896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5110920" y="1025280"/>
            <a:ext cx="357876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5107320" y="198540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extBox 10"/>
          <p:cNvSpPr/>
          <p:nvPr/>
        </p:nvSpPr>
        <p:spPr>
          <a:xfrm>
            <a:off x="5107320" y="2517840"/>
            <a:ext cx="357876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58" name="TextBox 10"/>
          <p:cNvSpPr/>
          <p:nvPr/>
        </p:nvSpPr>
        <p:spPr>
          <a:xfrm>
            <a:off x="5107320" y="3470760"/>
            <a:ext cx="357876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9" name="TextBox 10"/>
          <p:cNvSpPr/>
          <p:nvPr/>
        </p:nvSpPr>
        <p:spPr>
          <a:xfrm>
            <a:off x="5107320" y="4003560"/>
            <a:ext cx="357876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TextBox 13"/>
          <p:cNvSpPr/>
          <p:nvPr/>
        </p:nvSpPr>
        <p:spPr>
          <a:xfrm>
            <a:off x="165960" y="200880"/>
            <a:ext cx="3147840" cy="18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Прямоугольник со скругленными углами 3"/>
          <p:cNvSpPr/>
          <p:nvPr/>
        </p:nvSpPr>
        <p:spPr>
          <a:xfrm>
            <a:off x="0" y="0"/>
            <a:ext cx="9143280" cy="1961280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38484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3" name="TextBox 10"/>
          <p:cNvSpPr/>
          <p:nvPr/>
        </p:nvSpPr>
        <p:spPr>
          <a:xfrm>
            <a:off x="38484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4" name="TextBox 10"/>
          <p:cNvSpPr/>
          <p:nvPr/>
        </p:nvSpPr>
        <p:spPr>
          <a:xfrm>
            <a:off x="323928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5" name="TextBox 10"/>
          <p:cNvSpPr/>
          <p:nvPr/>
        </p:nvSpPr>
        <p:spPr>
          <a:xfrm>
            <a:off x="323928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TextBox 10"/>
          <p:cNvSpPr/>
          <p:nvPr/>
        </p:nvSpPr>
        <p:spPr>
          <a:xfrm>
            <a:off x="6093720" y="2571840"/>
            <a:ext cx="2664720" cy="71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6093720" y="3356280"/>
            <a:ext cx="2664720" cy="156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8" name="TextBox 9"/>
          <p:cNvSpPr/>
          <p:nvPr/>
        </p:nvSpPr>
        <p:spPr>
          <a:xfrm>
            <a:off x="384840" y="2178000"/>
            <a:ext cx="8465400" cy="48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Прямоугольник: скругленные углы 15"/>
          <p:cNvSpPr/>
          <p:nvPr/>
        </p:nvSpPr>
        <p:spPr>
          <a:xfrm>
            <a:off x="4636440" y="25020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  <a:ea typeface="DejaVu Sans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0" name="Прямоугольник: скругленные углы 16"/>
          <p:cNvSpPr/>
          <p:nvPr/>
        </p:nvSpPr>
        <p:spPr>
          <a:xfrm>
            <a:off x="329400" y="257040"/>
            <a:ext cx="4197960" cy="4624920"/>
          </a:xfrm>
          <a:prstGeom prst="roundRect">
            <a:avLst>
              <a:gd name="adj" fmla="val 6228"/>
            </a:avLst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1" name="Овал 9"/>
          <p:cNvSpPr/>
          <p:nvPr/>
        </p:nvSpPr>
        <p:spPr>
          <a:xfrm>
            <a:off x="4272120" y="1193040"/>
            <a:ext cx="635040" cy="635040"/>
          </a:xfrm>
          <a:prstGeom prst="ellipse">
            <a:avLst/>
          </a:prstGeom>
          <a:solidFill>
            <a:srgbClr val="f5dd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2" name="TextBox 10"/>
          <p:cNvSpPr/>
          <p:nvPr/>
        </p:nvSpPr>
        <p:spPr>
          <a:xfrm>
            <a:off x="581760" y="82872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</a:t>
            </a:r>
            <a:r>
              <a:rPr b="0" lang="ru-RU" sz="1400" spc="-1" strike="noStrike">
                <a:solidFill>
                  <a:srgbClr val="d9d9d9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3" name="TextBox 10"/>
          <p:cNvSpPr/>
          <p:nvPr/>
        </p:nvSpPr>
        <p:spPr>
          <a:xfrm>
            <a:off x="581760" y="1364400"/>
            <a:ext cx="369324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4" name="TextBox 10"/>
          <p:cNvSpPr/>
          <p:nvPr/>
        </p:nvSpPr>
        <p:spPr>
          <a:xfrm>
            <a:off x="578160" y="215460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578160" y="2687040"/>
            <a:ext cx="3693240" cy="84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578160" y="3482280"/>
            <a:ext cx="369324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d9d9d9"/>
                </a:solidFill>
                <a:latin typeface="Arial"/>
                <a:ea typeface="DejaVu Sans"/>
              </a:rPr>
              <a:t>SUBTITLE3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578160" y="4015080"/>
            <a:ext cx="3693240" cy="79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1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8" name="TextBox 30"/>
          <p:cNvSpPr/>
          <p:nvPr/>
        </p:nvSpPr>
        <p:spPr>
          <a:xfrm>
            <a:off x="553680" y="352440"/>
            <a:ext cx="3803400" cy="78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2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a0a5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Прямоугольник со скругленными углами 3"/>
          <p:cNvSpPr/>
          <p:nvPr/>
        </p:nvSpPr>
        <p:spPr>
          <a:xfrm>
            <a:off x="186840" y="185400"/>
            <a:ext cx="8769960" cy="4757760"/>
          </a:xfrm>
          <a:prstGeom prst="roundRect">
            <a:avLst>
              <a:gd name="adj" fmla="val 4051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0" name="Прямоугольник 10"/>
          <p:cNvSpPr/>
          <p:nvPr/>
        </p:nvSpPr>
        <p:spPr>
          <a:xfrm>
            <a:off x="460080" y="658080"/>
            <a:ext cx="8468640" cy="330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ts val="6999"/>
              </a:lnSpc>
              <a:buNone/>
            </a:pPr>
            <a:r>
              <a:rPr b="0" lang="en-US" sz="5400" spc="-1" strike="noStrike">
                <a:solidFill>
                  <a:srgbClr val="ffffff"/>
                </a:solidFill>
                <a:latin typeface="Arial"/>
                <a:ea typeface="DejaVu Sans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2517</TotalTime>
  <Application>LibreOffice/7.3.7.2$Linux_X86_64 LibreOffice_project/30$Build-2</Application>
  <AppVersion>15.0000</AppVersion>
  <Words>51</Words>
  <Paragraphs>33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2024-04-17T19:56:02Z</dcterms:created>
  <dc:creator>Алика Шпагина</dc:creator>
  <dc:description/>
  <dc:language>ru-RU</dc:language>
  <cp:lastModifiedBy/>
  <dcterms:modified xsi:type="dcterms:W3CDTF">2025-03-31T11:00:22Z</dcterms:modified>
  <cp:revision>54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Экран (16:9)</vt:lpwstr>
  </property>
  <property fmtid="{D5CDD505-2E9C-101B-9397-08002B2CF9AE}" pid="4" name="Slides">
    <vt:i4>5</vt:i4>
  </property>
</Properties>
</file>