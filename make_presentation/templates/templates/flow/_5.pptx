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0C7C09E-D571-4D8F-B641-92EE6AEBC15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54BEFC-54E8-48A9-B0D5-C16F8342516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C48A90-51C0-4CD3-AAD6-26C57B2E25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B63992-1A0E-4987-B94A-E8525050B4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41D0C7-F3FF-4C34-8947-D65D106A7F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CA5075-EE82-472F-8805-4A680FBF5B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BCCE03-DC82-4D0C-BDA2-09352103A9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92D110-5448-4E91-95BB-1D280198F6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AD422F-D71E-4A45-879B-2FEF31870C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847DCB-AE1C-448D-987A-F129F13169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1A2477-D35B-418E-841A-A79866BCBE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B76BA4-F198-4668-A3C0-CA0CE82382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87CD87-4630-40F7-88B3-1CF2D505B68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B99F94-7EF2-460D-8F5F-9C8E0ACD4C0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EF5571-DBA9-45B8-A347-1D468A56F470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51" name="Прямоугольник 5"/>
          <p:cNvSpPr/>
          <p:nvPr/>
        </p:nvSpPr>
        <p:spPr>
          <a:xfrm>
            <a:off x="460080" y="35892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1400" spc="-1" strike="noStrike">
                <a:solidFill>
                  <a:srgbClr val="f2f2f2"/>
                </a:solidFill>
                <a:latin typeface="Arial"/>
              </a:rPr>
              <a:t>Тема: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609372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: скругленные углы 15"/>
          <p:cNvSpPr/>
          <p:nvPr/>
        </p:nvSpPr>
        <p:spPr>
          <a:xfrm>
            <a:off x="4636440" y="25020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3" name="Прямоугольник: скругленные углы 16"/>
          <p:cNvSpPr/>
          <p:nvPr/>
        </p:nvSpPr>
        <p:spPr>
          <a:xfrm>
            <a:off x="329400" y="25704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Овал 9"/>
          <p:cNvSpPr/>
          <p:nvPr/>
        </p:nvSpPr>
        <p:spPr>
          <a:xfrm>
            <a:off x="4272120" y="1193040"/>
            <a:ext cx="635400" cy="63540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TextBox 10"/>
          <p:cNvSpPr/>
          <p:nvPr/>
        </p:nvSpPr>
        <p:spPr>
          <a:xfrm>
            <a:off x="581760" y="82872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81760" y="1364400"/>
            <a:ext cx="369360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215460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2687040"/>
            <a:ext cx="369360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78160" y="348228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578160" y="4015080"/>
            <a:ext cx="369360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30"/>
          <p:cNvSpPr/>
          <p:nvPr/>
        </p:nvSpPr>
        <p:spPr>
          <a:xfrm>
            <a:off x="553680" y="352440"/>
            <a:ext cx="38037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84" name="Прямоугольник 5"/>
          <p:cNvSpPr/>
          <p:nvPr/>
        </p:nvSpPr>
        <p:spPr>
          <a:xfrm>
            <a:off x="1640880" y="449748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" name="Изображение 40"/>
          <p:cNvSpPr/>
          <p:nvPr/>
        </p:nvSpPr>
        <p:spPr>
          <a:xfrm>
            <a:off x="867240" y="3495600"/>
            <a:ext cx="257040" cy="2570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6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520" cy="11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2517</TotalTime>
  <Application>LibreOffice/7.3.7.2$Linux_X86_64 LibreOffice_project/30$Build-2</Application>
  <AppVersion>15.0000</AppVersion>
  <Words>51</Words>
  <Paragraphs>33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2025-03-31T10:57:06Z</dcterms:modified>
  <cp:revision>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Экран (16:9)</vt:lpwstr>
  </property>
  <property fmtid="{D5CDD505-2E9C-101B-9397-08002B2CF9AE}" pid="4" name="Slides">
    <vt:i4>5</vt:i4>
  </property>
</Properties>
</file>