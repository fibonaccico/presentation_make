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A1C536-0292-40DD-9DFE-06B98A5E8A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7CA66B-A91C-46DC-B955-0CA5E42EE2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44E5D8-E796-4733-8084-43D2EABB44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93901-1EA1-443D-BC25-E91E4020E0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F2A4AD-66C9-4F63-8E73-03A3220B5D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545F89-8599-4D36-B4F4-5170F4D0F3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B87BA3-21B4-4B72-AFD4-D2205B96A2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1F387C-D2FF-49B6-B085-5CF039CD16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25C206-9D80-41EC-9334-F9D9A949E5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45F399-D98E-4E8E-9E87-7678D99F68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789E7F-87F4-4639-8F3B-A19D831C07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09EBC6-FB76-41F0-9FA2-48CB73932CC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E6BA13-C32A-4395-B035-30C2DC6B6863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3" name="Прямоугольник 5"/>
          <p:cNvSpPr/>
          <p:nvPr/>
        </p:nvSpPr>
        <p:spPr>
          <a:xfrm>
            <a:off x="460080" y="459576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4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45" name="Прямоугольник 5"/>
          <p:cNvSpPr/>
          <p:nvPr/>
        </p:nvSpPr>
        <p:spPr>
          <a:xfrm>
            <a:off x="460080" y="35892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1400" spc="-1" strike="noStrike">
                <a:solidFill>
                  <a:srgbClr val="f2f2f2"/>
                </a:solidFill>
                <a:latin typeface="Arial"/>
              </a:rPr>
              <a:t>Тема: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7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60" name="Прямоугольник 5"/>
          <p:cNvSpPr/>
          <p:nvPr/>
        </p:nvSpPr>
        <p:spPr>
          <a:xfrm>
            <a:off x="1640880" y="449748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1" name="Изображение 40"/>
          <p:cNvSpPr/>
          <p:nvPr/>
        </p:nvSpPr>
        <p:spPr>
          <a:xfrm>
            <a:off x="867240" y="3495600"/>
            <a:ext cx="257040" cy="2570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520" cy="11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2523</TotalTime>
  <Application>LibreOffice/7.3.7.2$Linux_X86_64 LibreOffice_project/30$Build-2</Application>
  <AppVersion>15.0000</AppVersion>
  <Words>27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2025-03-31T10:56:15Z</dcterms:modified>
  <cp:revision>55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(16:9)</vt:lpwstr>
  </property>
  <property fmtid="{D5CDD505-2E9C-101B-9397-08002B2CF9AE}" pid="3" name="Slides">
    <vt:i4>3</vt:i4>
  </property>
</Properties>
</file>