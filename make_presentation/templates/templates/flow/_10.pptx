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DCA9E830-36AB-41B6-8BCE-41C2A5B1ED0E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6EC39D0-99C5-43D3-BB47-2D1178CF3F86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908E06C-C341-4385-B1E5-64174C3AC7D1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3F61DC9-2889-46FF-B153-0BDC981735D9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C0DD296-44C5-42F7-94C9-8492996FFA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24995B3-D3CA-41B4-81A2-2BC4FDEB56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5BA4F9C-C2C8-4CE7-AAAF-392E4CE5EF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CFAA850-D07A-40F2-BC8D-85841FB5366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DF607FF-25AF-4708-83C6-D8BD774A20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280" cy="829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0FCB71A-B48F-4305-8A69-637865C742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A7E18B1-DFFA-4C24-97E6-B0635A7AC9B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9B46C95-30C0-475C-9178-1E629C7EA3E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7B345AA-B326-4C2A-8F1A-F927C04A36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21ED507-EFFF-4B57-BF4F-BC71C0229F9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BDBBB3D-BB79-4CD9-B57C-676BC653D60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D403EA3-E3B8-41F9-8533-F2A72C897C3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C2E32EB-3FCE-45A3-85F8-702BCF0C0863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854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10"/>
          <p:cNvSpPr/>
          <p:nvPr/>
        </p:nvSpPr>
        <p:spPr>
          <a:xfrm>
            <a:off x="460080" y="658080"/>
            <a:ext cx="846864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49" name="Прямоугольник 5"/>
          <p:cNvSpPr/>
          <p:nvPr/>
        </p:nvSpPr>
        <p:spPr>
          <a:xfrm>
            <a:off x="460080" y="4595760"/>
            <a:ext cx="299880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50" name="Рисунок 11" descr=""/>
          <p:cNvPicPr/>
          <p:nvPr/>
        </p:nvPicPr>
        <p:blipFill>
          <a:blip r:embed="rId1"/>
          <a:stretch/>
        </p:blipFill>
        <p:spPr>
          <a:xfrm>
            <a:off x="2423160" y="4596480"/>
            <a:ext cx="290880" cy="290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Прямоугольник со скругленными углами 3"/>
          <p:cNvSpPr/>
          <p:nvPr/>
        </p:nvSpPr>
        <p:spPr>
          <a:xfrm>
            <a:off x="3507480" y="0"/>
            <a:ext cx="5635800" cy="5142960"/>
          </a:xfrm>
          <a:prstGeom prst="roundRect">
            <a:avLst>
              <a:gd name="adj" fmla="val 0"/>
            </a:avLst>
          </a:prstGeom>
          <a:solidFill>
            <a:srgbClr val="a0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Прямоугольник: скругленные углы 2"/>
          <p:cNvSpPr/>
          <p:nvPr/>
        </p:nvSpPr>
        <p:spPr>
          <a:xfrm>
            <a:off x="3722040" y="257040"/>
            <a:ext cx="5185800" cy="464976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3" name="Овал 1"/>
          <p:cNvSpPr/>
          <p:nvPr/>
        </p:nvSpPr>
        <p:spPr>
          <a:xfrm>
            <a:off x="4122000" y="631080"/>
            <a:ext cx="899280" cy="89928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Овал 23"/>
          <p:cNvSpPr/>
          <p:nvPr/>
        </p:nvSpPr>
        <p:spPr>
          <a:xfrm>
            <a:off x="4122000" y="2127600"/>
            <a:ext cx="899280" cy="8874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" name="Овал 29"/>
          <p:cNvSpPr/>
          <p:nvPr/>
        </p:nvSpPr>
        <p:spPr>
          <a:xfrm>
            <a:off x="4122000" y="3612240"/>
            <a:ext cx="899280" cy="89928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5110920" y="4896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5110920" y="1025280"/>
            <a:ext cx="357876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5107320" y="19854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5107320" y="2517840"/>
            <a:ext cx="357876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5107320" y="347076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5107320" y="4003560"/>
            <a:ext cx="357876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2" name="TextBox 13"/>
          <p:cNvSpPr/>
          <p:nvPr/>
        </p:nvSpPr>
        <p:spPr>
          <a:xfrm>
            <a:off x="165960" y="200880"/>
            <a:ext cx="3147840" cy="18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Прямоугольник со скругленными углами 3"/>
          <p:cNvSpPr/>
          <p:nvPr/>
        </p:nvSpPr>
        <p:spPr>
          <a:xfrm>
            <a:off x="0" y="0"/>
            <a:ext cx="9143280" cy="196128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4" name="TextBox 10"/>
          <p:cNvSpPr/>
          <p:nvPr/>
        </p:nvSpPr>
        <p:spPr>
          <a:xfrm>
            <a:off x="38484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384840" y="33562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6" name="TextBox 10"/>
          <p:cNvSpPr/>
          <p:nvPr/>
        </p:nvSpPr>
        <p:spPr>
          <a:xfrm>
            <a:off x="323928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3239280" y="33562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609372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6093720" y="33562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0" name="TextBox 9"/>
          <p:cNvSpPr/>
          <p:nvPr/>
        </p:nvSpPr>
        <p:spPr>
          <a:xfrm>
            <a:off x="384840" y="2178000"/>
            <a:ext cx="84654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рямоугольник: скругленные углы 15"/>
          <p:cNvSpPr/>
          <p:nvPr/>
        </p:nvSpPr>
        <p:spPr>
          <a:xfrm>
            <a:off x="4636440" y="250200"/>
            <a:ext cx="4197960" cy="4624920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2" name="Прямоугольник: скругленные углы 16"/>
          <p:cNvSpPr/>
          <p:nvPr/>
        </p:nvSpPr>
        <p:spPr>
          <a:xfrm>
            <a:off x="329400" y="257040"/>
            <a:ext cx="4197960" cy="462492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3" name="Овал 9"/>
          <p:cNvSpPr/>
          <p:nvPr/>
        </p:nvSpPr>
        <p:spPr>
          <a:xfrm>
            <a:off x="4272120" y="1193040"/>
            <a:ext cx="635040" cy="635040"/>
          </a:xfrm>
          <a:prstGeom prst="ellipse">
            <a:avLst/>
          </a:prstGeom>
          <a:solidFill>
            <a:srgbClr val="f5d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4" name="TextBox 10"/>
          <p:cNvSpPr/>
          <p:nvPr/>
        </p:nvSpPr>
        <p:spPr>
          <a:xfrm>
            <a:off x="581760" y="828720"/>
            <a:ext cx="369324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581760" y="1364400"/>
            <a:ext cx="369324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578160" y="2154600"/>
            <a:ext cx="369324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578160" y="2687040"/>
            <a:ext cx="369324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8" name="TextBox 10"/>
          <p:cNvSpPr/>
          <p:nvPr/>
        </p:nvSpPr>
        <p:spPr>
          <a:xfrm>
            <a:off x="578160" y="3482280"/>
            <a:ext cx="369324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578160" y="4015080"/>
            <a:ext cx="369324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0" name="TextBox 30"/>
          <p:cNvSpPr/>
          <p:nvPr/>
        </p:nvSpPr>
        <p:spPr>
          <a:xfrm>
            <a:off x="553680" y="352440"/>
            <a:ext cx="380340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20"/>
          <p:cNvSpPr/>
          <p:nvPr/>
        </p:nvSpPr>
        <p:spPr>
          <a:xfrm>
            <a:off x="516960" y="411840"/>
            <a:ext cx="84654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2" name="Прямоугольник со скругленными углами 3"/>
          <p:cNvSpPr/>
          <p:nvPr/>
        </p:nvSpPr>
        <p:spPr>
          <a:xfrm>
            <a:off x="456480" y="1406160"/>
            <a:ext cx="2300400" cy="143964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384840" y="3013560"/>
            <a:ext cx="24289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384840" y="3798000"/>
            <a:ext cx="2428920" cy="10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5" name="Прямоугольник: скругленные углы 1"/>
          <p:cNvSpPr/>
          <p:nvPr/>
        </p:nvSpPr>
        <p:spPr>
          <a:xfrm>
            <a:off x="328680" y="228600"/>
            <a:ext cx="8501040" cy="8136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6" name="Прямоугольник: скругленные углы 10"/>
          <p:cNvSpPr/>
          <p:nvPr/>
        </p:nvSpPr>
        <p:spPr>
          <a:xfrm>
            <a:off x="328680" y="1279080"/>
            <a:ext cx="2556720" cy="364248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" name="Прямоугольник со скругленными углами 3"/>
          <p:cNvSpPr/>
          <p:nvPr/>
        </p:nvSpPr>
        <p:spPr>
          <a:xfrm>
            <a:off x="3421080" y="1398960"/>
            <a:ext cx="2300400" cy="143964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8" name="TextBox 10"/>
          <p:cNvSpPr/>
          <p:nvPr/>
        </p:nvSpPr>
        <p:spPr>
          <a:xfrm>
            <a:off x="3349440" y="3013560"/>
            <a:ext cx="24289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9" name="TextBox 10"/>
          <p:cNvSpPr/>
          <p:nvPr/>
        </p:nvSpPr>
        <p:spPr>
          <a:xfrm>
            <a:off x="3349440" y="3798000"/>
            <a:ext cx="2428920" cy="10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0" name="Прямоугольник: скругленные углы 14"/>
          <p:cNvSpPr/>
          <p:nvPr/>
        </p:nvSpPr>
        <p:spPr>
          <a:xfrm>
            <a:off x="3293280" y="1271880"/>
            <a:ext cx="2556720" cy="364248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1" name="Прямоугольник со скругленными углами 3"/>
          <p:cNvSpPr/>
          <p:nvPr/>
        </p:nvSpPr>
        <p:spPr>
          <a:xfrm>
            <a:off x="6400800" y="1379520"/>
            <a:ext cx="2300400" cy="143964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6329520" y="3013560"/>
            <a:ext cx="24289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6329520" y="3798000"/>
            <a:ext cx="2428920" cy="10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4" name="Прямоугольник: скругленные углы 19"/>
          <p:cNvSpPr/>
          <p:nvPr/>
        </p:nvSpPr>
        <p:spPr>
          <a:xfrm>
            <a:off x="6273000" y="1252800"/>
            <a:ext cx="2556720" cy="364248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Прямоугольник со скругленными углами 3"/>
          <p:cNvSpPr/>
          <p:nvPr/>
        </p:nvSpPr>
        <p:spPr>
          <a:xfrm>
            <a:off x="0" y="0"/>
            <a:ext cx="3396600" cy="514296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4192560" y="3830040"/>
            <a:ext cx="4672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4192560" y="4188600"/>
            <a:ext cx="467208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8" name="Овал 9"/>
          <p:cNvSpPr/>
          <p:nvPr/>
        </p:nvSpPr>
        <p:spPr>
          <a:xfrm>
            <a:off x="3724560" y="3830040"/>
            <a:ext cx="402840" cy="4028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  <a:ea typeface="DejaVu Sans"/>
              </a:rPr>
              <a:t>03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99" name="TextBox 10"/>
          <p:cNvSpPr/>
          <p:nvPr/>
        </p:nvSpPr>
        <p:spPr>
          <a:xfrm>
            <a:off x="4192560" y="2571840"/>
            <a:ext cx="4672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0" name="TextBox 10"/>
          <p:cNvSpPr/>
          <p:nvPr/>
        </p:nvSpPr>
        <p:spPr>
          <a:xfrm>
            <a:off x="4192560" y="2930400"/>
            <a:ext cx="467208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1" name="Овал 13"/>
          <p:cNvSpPr/>
          <p:nvPr/>
        </p:nvSpPr>
        <p:spPr>
          <a:xfrm>
            <a:off x="3724560" y="2571840"/>
            <a:ext cx="402840" cy="4028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  <a:ea typeface="DejaVu Sans"/>
              </a:rPr>
              <a:t>02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02" name="TextBox 10"/>
          <p:cNvSpPr/>
          <p:nvPr/>
        </p:nvSpPr>
        <p:spPr>
          <a:xfrm>
            <a:off x="4192560" y="1311840"/>
            <a:ext cx="4672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3" name="TextBox 10"/>
          <p:cNvSpPr/>
          <p:nvPr/>
        </p:nvSpPr>
        <p:spPr>
          <a:xfrm>
            <a:off x="4192560" y="1670760"/>
            <a:ext cx="467208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4" name="Овал 16"/>
          <p:cNvSpPr/>
          <p:nvPr/>
        </p:nvSpPr>
        <p:spPr>
          <a:xfrm>
            <a:off x="3724560" y="1311840"/>
            <a:ext cx="402840" cy="4028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  <a:ea typeface="DejaVu Sans"/>
              </a:rPr>
              <a:t>01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05" name="TextBox 17"/>
          <p:cNvSpPr/>
          <p:nvPr/>
        </p:nvSpPr>
        <p:spPr>
          <a:xfrm>
            <a:off x="3607560" y="215280"/>
            <a:ext cx="5374800" cy="9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Прямоугольник: скругленные углы 22"/>
          <p:cNvSpPr/>
          <p:nvPr/>
        </p:nvSpPr>
        <p:spPr>
          <a:xfrm>
            <a:off x="3417120" y="1051560"/>
            <a:ext cx="5047560" cy="8413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7" name="Прямоугольник: скругленные углы 28"/>
          <p:cNvSpPr/>
          <p:nvPr/>
        </p:nvSpPr>
        <p:spPr>
          <a:xfrm>
            <a:off x="3417120" y="2451960"/>
            <a:ext cx="5047560" cy="8413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8" name="Прямоугольник: скругленные углы 32"/>
          <p:cNvSpPr/>
          <p:nvPr/>
        </p:nvSpPr>
        <p:spPr>
          <a:xfrm>
            <a:off x="3417120" y="3849840"/>
            <a:ext cx="5047560" cy="8413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" name="TextBox 10"/>
          <p:cNvSpPr/>
          <p:nvPr/>
        </p:nvSpPr>
        <p:spPr>
          <a:xfrm>
            <a:off x="3821760" y="1115280"/>
            <a:ext cx="44834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0" name="Прямая соединительная линия 4"/>
          <p:cNvSpPr/>
          <p:nvPr/>
        </p:nvSpPr>
        <p:spPr>
          <a:xfrm>
            <a:off x="782280" y="987120"/>
            <a:ext cx="360" cy="3813480"/>
          </a:xfrm>
          <a:prstGeom prst="line">
            <a:avLst/>
          </a:prstGeom>
          <a:ln>
            <a:solidFill>
              <a:srgbClr val="c0c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1" name="Прямоугольник: скругленные углы 19"/>
          <p:cNvSpPr/>
          <p:nvPr/>
        </p:nvSpPr>
        <p:spPr>
          <a:xfrm>
            <a:off x="1135800" y="1033200"/>
            <a:ext cx="2642400" cy="88056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2" name="TextBox 10"/>
          <p:cNvSpPr/>
          <p:nvPr/>
        </p:nvSpPr>
        <p:spPr>
          <a:xfrm>
            <a:off x="1164600" y="1033200"/>
            <a:ext cx="2545920" cy="8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3" name="TextBox 10"/>
          <p:cNvSpPr/>
          <p:nvPr/>
        </p:nvSpPr>
        <p:spPr>
          <a:xfrm>
            <a:off x="3821760" y="2515680"/>
            <a:ext cx="44834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4" name="Прямоугольник: скругленные углы 26"/>
          <p:cNvSpPr/>
          <p:nvPr/>
        </p:nvSpPr>
        <p:spPr>
          <a:xfrm>
            <a:off x="1135800" y="2433600"/>
            <a:ext cx="2642400" cy="88056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5" name="TextBox 10"/>
          <p:cNvSpPr/>
          <p:nvPr/>
        </p:nvSpPr>
        <p:spPr>
          <a:xfrm>
            <a:off x="1164600" y="2433600"/>
            <a:ext cx="2545920" cy="8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6" name="TextBox 10"/>
          <p:cNvSpPr/>
          <p:nvPr/>
        </p:nvSpPr>
        <p:spPr>
          <a:xfrm>
            <a:off x="3821760" y="3913560"/>
            <a:ext cx="44834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7" name="Прямоугольник: скругленные углы 30"/>
          <p:cNvSpPr/>
          <p:nvPr/>
        </p:nvSpPr>
        <p:spPr>
          <a:xfrm>
            <a:off x="1135800" y="3831480"/>
            <a:ext cx="2642400" cy="88056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8" name="TextBox 10"/>
          <p:cNvSpPr/>
          <p:nvPr/>
        </p:nvSpPr>
        <p:spPr>
          <a:xfrm>
            <a:off x="1164600" y="3831480"/>
            <a:ext cx="2545920" cy="8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9" name="Овал 5"/>
          <p:cNvSpPr/>
          <p:nvPr/>
        </p:nvSpPr>
        <p:spPr>
          <a:xfrm>
            <a:off x="675360" y="1365840"/>
            <a:ext cx="220680" cy="22068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" name="Овал 33"/>
          <p:cNvSpPr/>
          <p:nvPr/>
        </p:nvSpPr>
        <p:spPr>
          <a:xfrm>
            <a:off x="675360" y="2728080"/>
            <a:ext cx="220680" cy="22068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1" name="Овал 34"/>
          <p:cNvSpPr/>
          <p:nvPr/>
        </p:nvSpPr>
        <p:spPr>
          <a:xfrm>
            <a:off x="671760" y="4156200"/>
            <a:ext cx="220680" cy="22068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2" name="TextBox 20"/>
          <p:cNvSpPr/>
          <p:nvPr/>
        </p:nvSpPr>
        <p:spPr>
          <a:xfrm>
            <a:off x="381600" y="271080"/>
            <a:ext cx="84654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Прямоугольник со скругленными углами 3"/>
          <p:cNvSpPr/>
          <p:nvPr/>
        </p:nvSpPr>
        <p:spPr>
          <a:xfrm>
            <a:off x="0" y="3181680"/>
            <a:ext cx="9143280" cy="196128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384840" y="801360"/>
            <a:ext cx="24433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5" name="TextBox 10"/>
          <p:cNvSpPr/>
          <p:nvPr/>
        </p:nvSpPr>
        <p:spPr>
          <a:xfrm>
            <a:off x="384840" y="1585800"/>
            <a:ext cx="24433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6" name="TextBox 10"/>
          <p:cNvSpPr/>
          <p:nvPr/>
        </p:nvSpPr>
        <p:spPr>
          <a:xfrm>
            <a:off x="3269880" y="801360"/>
            <a:ext cx="24433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7" name="TextBox 10"/>
          <p:cNvSpPr/>
          <p:nvPr/>
        </p:nvSpPr>
        <p:spPr>
          <a:xfrm>
            <a:off x="3269880" y="1585800"/>
            <a:ext cx="24433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6154560" y="80136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6154560" y="158580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grpSp>
        <p:nvGrpSpPr>
          <p:cNvPr id="130" name="Группа 8"/>
          <p:cNvGrpSpPr/>
          <p:nvPr/>
        </p:nvGrpSpPr>
        <p:grpSpPr>
          <a:xfrm>
            <a:off x="2844000" y="1015560"/>
            <a:ext cx="299880" cy="1141200"/>
            <a:chOff x="2844000" y="1015560"/>
            <a:chExt cx="299880" cy="1141200"/>
          </a:xfrm>
        </p:grpSpPr>
        <p:sp>
          <p:nvSpPr>
            <p:cNvPr id="131" name="Прямая соединительная линия 7"/>
            <p:cNvSpPr/>
            <p:nvPr/>
          </p:nvSpPr>
          <p:spPr>
            <a:xfrm>
              <a:off x="2844000" y="1015560"/>
              <a:ext cx="29988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2" name="Прямая соединительная линия 22"/>
            <p:cNvSpPr/>
            <p:nvPr/>
          </p:nvSpPr>
          <p:spPr>
            <a:xfrm flipV="1">
              <a:off x="2844000" y="1585080"/>
              <a:ext cx="29988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3" name="Группа 23"/>
          <p:cNvGrpSpPr/>
          <p:nvPr/>
        </p:nvGrpSpPr>
        <p:grpSpPr>
          <a:xfrm>
            <a:off x="5744520" y="1015560"/>
            <a:ext cx="300240" cy="1141200"/>
            <a:chOff x="5744520" y="1015560"/>
            <a:chExt cx="300240" cy="1141200"/>
          </a:xfrm>
        </p:grpSpPr>
        <p:sp>
          <p:nvSpPr>
            <p:cNvPr id="134" name="Прямая соединительная линия 30"/>
            <p:cNvSpPr/>
            <p:nvPr/>
          </p:nvSpPr>
          <p:spPr>
            <a:xfrm>
              <a:off x="5744520" y="1015560"/>
              <a:ext cx="30024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5" name="Прямая соединительная линия 31"/>
            <p:cNvSpPr/>
            <p:nvPr/>
          </p:nvSpPr>
          <p:spPr>
            <a:xfrm flipV="1">
              <a:off x="5744520" y="1585080"/>
              <a:ext cx="30024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36" name=""/>
          <p:cNvSpPr/>
          <p:nvPr/>
        </p:nvSpPr>
        <p:spPr>
          <a:xfrm>
            <a:off x="349200" y="264600"/>
            <a:ext cx="82292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Прямоугольник со скругленными углами 3"/>
          <p:cNvSpPr/>
          <p:nvPr/>
        </p:nvSpPr>
        <p:spPr>
          <a:xfrm>
            <a:off x="5884200" y="0"/>
            <a:ext cx="3259080" cy="514296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8" name="Прямоугольник: скругленные углы 12"/>
          <p:cNvSpPr/>
          <p:nvPr/>
        </p:nvSpPr>
        <p:spPr>
          <a:xfrm>
            <a:off x="384840" y="3378240"/>
            <a:ext cx="5236200" cy="132084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9" name="Прямоугольник: скругленные углы 13"/>
          <p:cNvSpPr/>
          <p:nvPr/>
        </p:nvSpPr>
        <p:spPr>
          <a:xfrm>
            <a:off x="3091680" y="1135080"/>
            <a:ext cx="2532960" cy="205668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0" name="Прямоугольник: скругленные углы 14"/>
          <p:cNvSpPr/>
          <p:nvPr/>
        </p:nvSpPr>
        <p:spPr>
          <a:xfrm>
            <a:off x="387720" y="1120680"/>
            <a:ext cx="2532960" cy="205668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1" name="TextBox 10"/>
          <p:cNvSpPr/>
          <p:nvPr/>
        </p:nvSpPr>
        <p:spPr>
          <a:xfrm>
            <a:off x="476280" y="1176840"/>
            <a:ext cx="23432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2" name="TextBox 10"/>
          <p:cNvSpPr/>
          <p:nvPr/>
        </p:nvSpPr>
        <p:spPr>
          <a:xfrm>
            <a:off x="476280" y="1961280"/>
            <a:ext cx="234324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3" name="TextBox 10"/>
          <p:cNvSpPr/>
          <p:nvPr/>
        </p:nvSpPr>
        <p:spPr>
          <a:xfrm>
            <a:off x="3179880" y="1176840"/>
            <a:ext cx="234000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4" name="TextBox 10"/>
          <p:cNvSpPr/>
          <p:nvPr/>
        </p:nvSpPr>
        <p:spPr>
          <a:xfrm>
            <a:off x="3179880" y="1961280"/>
            <a:ext cx="234000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5" name="TextBox 10"/>
          <p:cNvSpPr/>
          <p:nvPr/>
        </p:nvSpPr>
        <p:spPr>
          <a:xfrm>
            <a:off x="476280" y="3479760"/>
            <a:ext cx="5236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6" name="TextBox 10"/>
          <p:cNvSpPr/>
          <p:nvPr/>
        </p:nvSpPr>
        <p:spPr>
          <a:xfrm>
            <a:off x="476280" y="3831480"/>
            <a:ext cx="51465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7" name="TextBox 20"/>
          <p:cNvSpPr/>
          <p:nvPr/>
        </p:nvSpPr>
        <p:spPr>
          <a:xfrm>
            <a:off x="338760" y="160560"/>
            <a:ext cx="5282280" cy="9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Прямоугольник со скругленными углами 3"/>
          <p:cNvSpPr/>
          <p:nvPr/>
        </p:nvSpPr>
        <p:spPr>
          <a:xfrm>
            <a:off x="186840" y="1854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9" name="Прямоугольник 10"/>
          <p:cNvSpPr/>
          <p:nvPr/>
        </p:nvSpPr>
        <p:spPr>
          <a:xfrm>
            <a:off x="460080" y="658080"/>
            <a:ext cx="846864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150" name="Прямоугольник 5"/>
          <p:cNvSpPr/>
          <p:nvPr/>
        </p:nvSpPr>
        <p:spPr>
          <a:xfrm>
            <a:off x="1640880" y="4497480"/>
            <a:ext cx="299880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51" name="Изображение 40"/>
          <p:cNvSpPr/>
          <p:nvPr/>
        </p:nvSpPr>
        <p:spPr>
          <a:xfrm>
            <a:off x="867240" y="3495600"/>
            <a:ext cx="256680" cy="25668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52" name="Рисунок 12" descr=""/>
          <p:cNvPicPr/>
          <p:nvPr/>
        </p:nvPicPr>
        <p:blipFill>
          <a:blip r:embed="rId2"/>
          <a:srcRect l="0" t="30398" r="0" b="28998"/>
          <a:stretch/>
        </p:blipFill>
        <p:spPr>
          <a:xfrm>
            <a:off x="351000" y="3699000"/>
            <a:ext cx="1289160" cy="1133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2514</TotalTime>
  <Application>LibreOffice/7.3.7.2$Linux_X86_64 LibreOffice_project/30$Build-2</Application>
  <AppVersion>15.0000</AppVersion>
  <Words>120</Words>
  <Paragraphs>79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2025-03-31T10:58:49Z</dcterms:modified>
  <cp:revision>50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Экран (16:9)</vt:lpwstr>
  </property>
  <property fmtid="{D5CDD505-2E9C-101B-9397-08002B2CF9AE}" pid="4" name="Slides">
    <vt:i4>10</vt:i4>
  </property>
</Properties>
</file>