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notesSlides/_rels/notesSlide9.xml.rels" ContentType="application/vnd.openxmlformats-package.relationships+xml"/>
  <Override PartName="/ppt/notesSlides/_rels/notesSlide7.xml.rels" ContentType="application/vnd.openxmlformats-package.relationships+xml"/>
  <Override PartName="/ppt/notesSlides/_rels/notesSlide3.xml.rels" ContentType="application/vnd.openxmlformats-package.relationships+xml"/>
  <Override PartName="/ppt/notesSlides/notesSlide3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9.xml" ContentType="application/vnd.openxmlformats-officedocument.presentationml.notesSlide+xml"/>
  <Override PartName="/ppt/_rels/presentation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media/image1.png" ContentType="image/png"/>
  <Override PartName="/ppt/media/image2.png" ContentType="image/png"/>
  <Override PartName="/ppt/presProps.xml" ContentType="application/vnd.openxmlformats-officedocument.presentationml.presPro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_rels/slide11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11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</p:sldIdLst>
  <p:sldSz cx="9144000" cy="51435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Для перемещения страницы щёлкните мышью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ru-RU" sz="2000" spc="-1" strike="noStrike">
                <a:latin typeface="Arial"/>
              </a:rPr>
              <a:t>Для правки формата примечаний щёлкните мышью</a:t>
            </a:r>
            <a:endParaRPr b="0" lang="ru-RU" sz="2000" spc="-1" strike="noStrike">
              <a:latin typeface="Arial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ru-RU" sz="1400" spc="-1" strike="noStrike">
                <a:latin typeface="Times New Roman"/>
              </a:rPr>
              <a:t>&lt;верхний колонтитул&gt;</a:t>
            </a:r>
            <a:endParaRPr b="0" lang="ru-RU" sz="1400" spc="-1" strike="noStrike">
              <a:latin typeface="Times New Roman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dt" idx="4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r">
              <a:buNone/>
              <a:defRPr b="0" lang="ru-RU" sz="1400" spc="-1" strike="noStrike">
                <a:latin typeface="Times New Roman"/>
              </a:defRPr>
            </a:lvl1pPr>
          </a:lstStyle>
          <a:p>
            <a:pPr algn="r">
              <a:buNone/>
            </a:pPr>
            <a:r>
              <a:rPr b="0" lang="ru-RU" sz="1400" spc="-1" strike="noStrike">
                <a:latin typeface="Times New Roman"/>
              </a:rPr>
              <a:t>&lt;дата/время&gt;</a:t>
            </a:r>
            <a:endParaRPr b="0" lang="ru-RU" sz="1400" spc="-1" strike="noStrike">
              <a:latin typeface="Times New Roman"/>
            </a:endParaRPr>
          </a:p>
        </p:txBody>
      </p:sp>
      <p:sp>
        <p:nvSpPr>
          <p:cNvPr id="45" name="PlaceHolder 5"/>
          <p:cNvSpPr>
            <a:spLocks noGrp="1"/>
          </p:cNvSpPr>
          <p:nvPr>
            <p:ph type="ftr" idx="5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>
              <a:defRPr b="0" lang="ru-RU" sz="1400" spc="-1" strike="noStrike">
                <a:latin typeface="Times New Roman"/>
              </a:defRPr>
            </a:lvl1pPr>
          </a:lstStyle>
          <a:p>
            <a:r>
              <a:rPr b="0" lang="ru-RU" sz="1400" spc="-1" strike="noStrike">
                <a:latin typeface="Times New Roman"/>
              </a:rPr>
              <a:t>&lt;нижний колонтитул&gt;</a:t>
            </a:r>
            <a:endParaRPr b="0" lang="ru-RU" sz="1400" spc="-1" strike="noStrike">
              <a:latin typeface="Times New Roman"/>
            </a:endParaRPr>
          </a:p>
        </p:txBody>
      </p:sp>
      <p:sp>
        <p:nvSpPr>
          <p:cNvPr id="46" name="PlaceHolder 6"/>
          <p:cNvSpPr>
            <a:spLocks noGrp="1"/>
          </p:cNvSpPr>
          <p:nvPr>
            <p:ph type="sldNum" idx="6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buNone/>
              <a:defRPr b="0" lang="ru-RU" sz="1400" spc="-1" strike="noStrike">
                <a:latin typeface="Times New Roman"/>
              </a:defRPr>
            </a:lvl1pPr>
          </a:lstStyle>
          <a:p>
            <a:pPr algn="r">
              <a:buNone/>
            </a:pPr>
            <a:fld id="{730B2F60-42E1-4BC7-A030-9D4B5C7205CC}" type="slidenum">
              <a:rPr b="0" lang="ru-RU" sz="1400" spc="-1" strike="noStrike">
                <a:latin typeface="Times New Roman"/>
              </a:rPr>
              <a:t>&lt;номер&gt;</a:t>
            </a:fld>
            <a:endParaRPr b="0" lang="ru-RU" sz="1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5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ru-RU" sz="2000" spc="-1" strike="noStrike">
              <a:latin typeface="Arial"/>
            </a:endParaRPr>
          </a:p>
        </p:txBody>
      </p:sp>
      <p:sp>
        <p:nvSpPr>
          <p:cNvPr id="158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ru-RU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E7A1A7C7-DA4F-41BE-B216-98FE8F3E7231}" type="slidenum">
              <a:rPr b="0" lang="ru-RU" sz="1200" spc="-1" strike="noStrike">
                <a:latin typeface="Times New Roman"/>
              </a:rPr>
              <a:t>&lt;номер&gt;</a:t>
            </a:fld>
            <a:endParaRPr b="0" lang="ru-RU" sz="1200" spc="-1" strike="noStrike"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6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ru-RU" sz="2000" spc="-1" strike="noStrike">
              <a:latin typeface="Arial"/>
            </a:endParaRPr>
          </a:p>
        </p:txBody>
      </p:sp>
      <p:sp>
        <p:nvSpPr>
          <p:cNvPr id="161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ru-RU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E0733A87-4099-44C8-86AE-B7E86C505DC4}" type="slidenum">
              <a:rPr b="0" lang="ru-RU" sz="1200" spc="-1" strike="noStrike">
                <a:latin typeface="Times New Roman"/>
              </a:rPr>
              <a:t>&lt;номер&gt;</a:t>
            </a:fld>
            <a:endParaRPr b="0" lang="ru-RU" sz="1200" spc="-1" strike="noStrike"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6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ru-RU" sz="2000" spc="-1" strike="noStrike">
              <a:latin typeface="Arial"/>
            </a:endParaRPr>
          </a:p>
        </p:txBody>
      </p:sp>
      <p:sp>
        <p:nvSpPr>
          <p:cNvPr id="164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ru-RU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3DC8E458-0DFD-4280-9DFF-821B78611C7F}" type="slidenum">
              <a:rPr b="0" lang="ru-RU" sz="1200" spc="-1" strike="noStrike">
                <a:latin typeface="Times New Roman"/>
              </a:rPr>
              <a:t>&lt;номер&gt;</a:t>
            </a:fld>
            <a:endParaRPr b="0" lang="ru-RU" sz="1200" spc="-1" strike="noStrike"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E8BDD6E-B42A-4C13-86D4-DBC84D41B9A5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1143000" y="841680"/>
            <a:ext cx="6857640" cy="179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ru-RU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6CA30B0-EEEF-49E1-891D-5A307384C00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1143000" y="841680"/>
            <a:ext cx="6857640" cy="179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1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09B8CDF-2E6F-4EB9-905A-331BDFCF813C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1143000" y="841680"/>
            <a:ext cx="6857640" cy="179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1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1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DC0FC96-159E-4221-9D40-C1910068F6D3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1143000" y="841680"/>
            <a:ext cx="6857640" cy="179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C6416CD-7E76-4EC9-8D41-06183D40E39A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1143000" y="841680"/>
            <a:ext cx="6857640" cy="8299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ru-RU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CF32413-36B2-4ED7-A512-698AA5A65120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1143000" y="841680"/>
            <a:ext cx="6857640" cy="179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1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1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1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F8A3F19-E77D-4757-BA23-3A5B49B24378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1143000" y="841680"/>
            <a:ext cx="6857640" cy="179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1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1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1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0099204-91E6-4038-A22F-4D989AE9C0B0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1143000" y="841680"/>
            <a:ext cx="6857640" cy="179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1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1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1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02AC439-70D6-4A87-84DA-63BAA97393A3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1143000" y="841680"/>
            <a:ext cx="6857640" cy="179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1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1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CE408D5-037D-4423-BC10-8E92DA550869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1143000" y="841680"/>
            <a:ext cx="6857640" cy="179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1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1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1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1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809AAA0-D80A-4B73-81F4-DABBE84CC2E7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1143000" y="841680"/>
            <a:ext cx="6857640" cy="179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1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323964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1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602208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1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5720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1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323964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1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602208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1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51FC933-3C19-4A48-85B4-13D4C3A08EE9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1143000" y="841680"/>
            <a:ext cx="6857640" cy="1790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algn="ctr">
              <a:lnSpc>
                <a:spcPct val="90000"/>
              </a:lnSpc>
              <a:buNone/>
            </a:pPr>
            <a:r>
              <a:rPr b="0" lang="ru-RU" sz="4500" spc="-1" strike="noStrike">
                <a:solidFill>
                  <a:srgbClr val="000000"/>
                </a:solidFill>
                <a:latin typeface="Calibri Light"/>
              </a:rPr>
              <a:t>Образец заголовка</a:t>
            </a:r>
            <a:endParaRPr b="0" lang="en-US" sz="45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dt" idx="1"/>
          </p:nvPr>
        </p:nvSpPr>
        <p:spPr>
          <a:xfrm>
            <a:off x="628560" y="4767120"/>
            <a:ext cx="2057040" cy="273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>
              <a:lnSpc>
                <a:spcPct val="100000"/>
              </a:lnSpc>
              <a:buNone/>
              <a:defRPr b="0" lang="en-US" sz="9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rgbClr val="8b8b8b"/>
                </a:solidFill>
                <a:latin typeface="Calibri"/>
              </a:rPr>
              <a:t>&lt;дата/время&gt;</a:t>
            </a:r>
            <a:endParaRPr b="0" lang="ru-RU" sz="900" spc="-1" strike="noStrike"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>
          <a:xfrm>
            <a:off x="3029040" y="4767120"/>
            <a:ext cx="3085920" cy="273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ctr">
              <a:buNone/>
              <a:defRPr b="0" lang="ru-RU" sz="1400" spc="-1" strike="noStrike">
                <a:latin typeface="Times New Roman"/>
              </a:defRPr>
            </a:lvl1pPr>
          </a:lstStyle>
          <a:p>
            <a:pPr algn="ctr">
              <a:buNone/>
            </a:pPr>
            <a:r>
              <a:rPr b="0" lang="ru-RU" sz="1400" spc="-1" strike="noStrike">
                <a:latin typeface="Times New Roman"/>
              </a:rPr>
              <a:t>&lt;нижний колонтитул&gt;</a:t>
            </a:r>
            <a:endParaRPr b="0" lang="ru-RU" sz="1400" spc="-1" strike="noStrike"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6458040" y="4767120"/>
            <a:ext cx="2057040" cy="273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r">
              <a:lnSpc>
                <a:spcPct val="100000"/>
              </a:lnSpc>
              <a:buNone/>
              <a:defRPr b="0" lang="en-US" sz="9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7C9961FA-4589-4487-AA4B-EB4AF4FBD9DD}" type="slidenum">
              <a:rPr b="0" lang="en-US" sz="900" spc="-1" strike="noStrike">
                <a:solidFill>
                  <a:srgbClr val="8b8b8b"/>
                </a:solidFill>
                <a:latin typeface="Calibri"/>
              </a:rPr>
              <a:t>&lt;номер&gt;</a:t>
            </a:fld>
            <a:endParaRPr b="0" lang="ru-RU" sz="900" spc="-1" strike="noStrike"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100" spc="-1" strike="noStrike">
                <a:solidFill>
                  <a:srgbClr val="000000"/>
                </a:solidFill>
                <a:latin typeface="Calibri"/>
              </a:rPr>
              <a:t>Для правки структуры щёлкните мышью</a:t>
            </a:r>
            <a:endParaRPr b="0" lang="en-US" sz="2100" spc="-1" strike="noStrike">
              <a:solidFill>
                <a:srgbClr val="000000"/>
              </a:solidFill>
              <a:latin typeface="Calibri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500" spc="-1" strike="noStrike">
                <a:solidFill>
                  <a:srgbClr val="000000"/>
                </a:solidFill>
                <a:latin typeface="Calibri"/>
              </a:rPr>
              <a:t>Второй уровень структуры</a:t>
            </a:r>
            <a:endParaRPr b="0" lang="en-US" sz="1500" spc="-1" strike="noStrike">
              <a:solidFill>
                <a:srgbClr val="000000"/>
              </a:solidFill>
              <a:latin typeface="Calibri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350" spc="-1" strike="noStrike">
                <a:solidFill>
                  <a:srgbClr val="000000"/>
                </a:solidFill>
                <a:latin typeface="Calibri"/>
              </a:rPr>
              <a:t>Третий уровень структуры</a:t>
            </a:r>
            <a:endParaRPr b="0" lang="en-US" sz="1350" spc="-1" strike="noStrike">
              <a:solidFill>
                <a:srgbClr val="000000"/>
              </a:solidFill>
              <a:latin typeface="Calibri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350" spc="-1" strike="noStrike">
                <a:solidFill>
                  <a:srgbClr val="000000"/>
                </a:solidFill>
                <a:latin typeface="Calibri"/>
              </a:rPr>
              <a:t>Четвёртый уровень структуры</a:t>
            </a:r>
            <a:endParaRPr b="0" lang="en-US" sz="1350" spc="-1" strike="noStrike">
              <a:solidFill>
                <a:srgbClr val="000000"/>
              </a:solidFill>
              <a:latin typeface="Calibri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Пятый уровень структуры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Шестой уровень структуры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Седьмой уровень структуры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Прямоугольник 10"/>
          <p:cNvSpPr/>
          <p:nvPr/>
        </p:nvSpPr>
        <p:spPr>
          <a:xfrm>
            <a:off x="460080" y="622080"/>
            <a:ext cx="8469000" cy="330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ts val="6999"/>
              </a:lnSpc>
              <a:buNone/>
            </a:pPr>
            <a:r>
              <a:rPr b="0" lang="en-US" sz="6600" spc="-1" strike="noStrike">
                <a:solidFill>
                  <a:srgbClr val="ffffff"/>
                </a:solidFill>
                <a:latin typeface="Arial"/>
                <a:ea typeface="DejaVu Sans"/>
              </a:rPr>
              <a:t>TITLE</a:t>
            </a:r>
            <a:endParaRPr b="0" lang="ru-RU" sz="66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Прямая соединительная линия 35"/>
          <p:cNvSpPr/>
          <p:nvPr/>
        </p:nvSpPr>
        <p:spPr>
          <a:xfrm flipV="1">
            <a:off x="674640" y="1224360"/>
            <a:ext cx="360" cy="3597480"/>
          </a:xfrm>
          <a:prstGeom prst="line">
            <a:avLst/>
          </a:prstGeom>
          <a:ln cap="rnd" w="28575">
            <a:solidFill>
              <a:srgbClr val="20527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49" name="Прямая соединительная линия 30"/>
          <p:cNvSpPr/>
          <p:nvPr/>
        </p:nvSpPr>
        <p:spPr>
          <a:xfrm>
            <a:off x="858600" y="1780200"/>
            <a:ext cx="493200" cy="360"/>
          </a:xfrm>
          <a:prstGeom prst="line">
            <a:avLst/>
          </a:prstGeom>
          <a:ln cap="rnd" w="28575">
            <a:solidFill>
              <a:srgbClr val="20527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50" name="Прямая соединительная линия 33"/>
          <p:cNvSpPr/>
          <p:nvPr/>
        </p:nvSpPr>
        <p:spPr>
          <a:xfrm>
            <a:off x="858600" y="2958120"/>
            <a:ext cx="493200" cy="360"/>
          </a:xfrm>
          <a:prstGeom prst="line">
            <a:avLst/>
          </a:prstGeom>
          <a:ln cap="rnd" w="28575">
            <a:solidFill>
              <a:srgbClr val="20527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51" name="Прямая соединительная линия 34"/>
          <p:cNvSpPr/>
          <p:nvPr/>
        </p:nvSpPr>
        <p:spPr>
          <a:xfrm>
            <a:off x="858600" y="4155840"/>
            <a:ext cx="493200" cy="360"/>
          </a:xfrm>
          <a:prstGeom prst="line">
            <a:avLst/>
          </a:prstGeom>
          <a:ln cap="rnd" w="28575">
            <a:solidFill>
              <a:srgbClr val="20527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52" name="Shape 3"/>
          <p:cNvSpPr/>
          <p:nvPr/>
        </p:nvSpPr>
        <p:spPr>
          <a:xfrm>
            <a:off x="492840" y="1593720"/>
            <a:ext cx="365400" cy="360000"/>
          </a:xfrm>
          <a:prstGeom prst="roundRect">
            <a:avLst>
              <a:gd name="adj" fmla="val 18669"/>
            </a:avLst>
          </a:prstGeom>
          <a:solidFill>
            <a:srgbClr val="205279"/>
          </a:solidFill>
          <a:ln w="7620">
            <a:solidFill>
              <a:srgbClr val="1a426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3" name="TextBox 17"/>
          <p:cNvSpPr/>
          <p:nvPr/>
        </p:nvSpPr>
        <p:spPr>
          <a:xfrm>
            <a:off x="492840" y="1602720"/>
            <a:ext cx="3654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ru-RU" sz="1800" spc="-1" strike="noStrike">
                <a:solidFill>
                  <a:srgbClr val="ffffff"/>
                </a:solidFill>
                <a:latin typeface="Arial"/>
                <a:ea typeface="DejaVu Sans"/>
              </a:rPr>
              <a:t>1</a:t>
            </a:r>
            <a:endParaRPr b="0" lang="ru-RU" sz="1800" spc="-1" strike="noStrike">
              <a:latin typeface="Arial"/>
            </a:endParaRPr>
          </a:p>
        </p:txBody>
      </p:sp>
      <p:sp>
        <p:nvSpPr>
          <p:cNvPr id="54" name="TextBox 6"/>
          <p:cNvSpPr/>
          <p:nvPr/>
        </p:nvSpPr>
        <p:spPr>
          <a:xfrm>
            <a:off x="384840" y="233280"/>
            <a:ext cx="5043960" cy="780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2200" spc="-1" strike="noStrike">
                <a:solidFill>
                  <a:srgbClr val="354259"/>
                </a:solidFill>
                <a:latin typeface="Arial"/>
              </a:rPr>
              <a:t>TITLE</a:t>
            </a:r>
            <a:endParaRPr b="0" lang="ru-RU" sz="2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ru-RU" sz="2200" spc="-1" strike="noStrike">
              <a:latin typeface="Arial"/>
            </a:endParaRPr>
          </a:p>
        </p:txBody>
      </p:sp>
      <p:sp>
        <p:nvSpPr>
          <p:cNvPr id="55" name="TextBox 10"/>
          <p:cNvSpPr/>
          <p:nvPr/>
        </p:nvSpPr>
        <p:spPr>
          <a:xfrm>
            <a:off x="1495800" y="1271160"/>
            <a:ext cx="4271040" cy="55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7d85a3"/>
                </a:solidFill>
                <a:latin typeface="Arial"/>
                <a:ea typeface="DejaVu Sans"/>
              </a:rPr>
              <a:t>SUBTITLE1</a:t>
            </a:r>
            <a:endParaRPr b="0" lang="ru-RU" sz="1400" spc="-1" strike="noStrike">
              <a:latin typeface="Arial"/>
            </a:endParaRPr>
          </a:p>
        </p:txBody>
      </p:sp>
      <p:sp>
        <p:nvSpPr>
          <p:cNvPr id="56" name="Прямоугольник со скругленными углами 3"/>
          <p:cNvSpPr/>
          <p:nvPr/>
        </p:nvSpPr>
        <p:spPr>
          <a:xfrm>
            <a:off x="5884200" y="0"/>
            <a:ext cx="3259440" cy="5143320"/>
          </a:xfrm>
          <a:prstGeom prst="roundRect">
            <a:avLst>
              <a:gd name="adj" fmla="val 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PIC</a:t>
            </a:r>
            <a:endParaRPr b="0" lang="ru-RU" sz="1800" spc="-1" strike="noStrike">
              <a:latin typeface="Arial"/>
            </a:endParaRPr>
          </a:p>
        </p:txBody>
      </p:sp>
      <p:sp>
        <p:nvSpPr>
          <p:cNvPr id="57" name="Shape 3"/>
          <p:cNvSpPr/>
          <p:nvPr/>
        </p:nvSpPr>
        <p:spPr>
          <a:xfrm>
            <a:off x="492840" y="2774880"/>
            <a:ext cx="365400" cy="360000"/>
          </a:xfrm>
          <a:prstGeom prst="roundRect">
            <a:avLst>
              <a:gd name="adj" fmla="val 18669"/>
            </a:avLst>
          </a:prstGeom>
          <a:solidFill>
            <a:srgbClr val="205279"/>
          </a:solidFill>
          <a:ln w="7620">
            <a:solidFill>
              <a:srgbClr val="1a426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8" name="TextBox 19"/>
          <p:cNvSpPr/>
          <p:nvPr/>
        </p:nvSpPr>
        <p:spPr>
          <a:xfrm>
            <a:off x="492840" y="2783880"/>
            <a:ext cx="3654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ru-RU" sz="1800" spc="-1" strike="noStrike">
                <a:solidFill>
                  <a:srgbClr val="ffffff"/>
                </a:solidFill>
                <a:latin typeface="Arial"/>
                <a:ea typeface="DejaVu Sans"/>
              </a:rPr>
              <a:t>2</a:t>
            </a:r>
            <a:endParaRPr b="0" lang="ru-RU" sz="1800" spc="-1" strike="noStrike">
              <a:latin typeface="Arial"/>
            </a:endParaRPr>
          </a:p>
        </p:txBody>
      </p:sp>
      <p:sp>
        <p:nvSpPr>
          <p:cNvPr id="59" name="Shape 3"/>
          <p:cNvSpPr/>
          <p:nvPr/>
        </p:nvSpPr>
        <p:spPr>
          <a:xfrm>
            <a:off x="492840" y="3960000"/>
            <a:ext cx="365400" cy="360000"/>
          </a:xfrm>
          <a:prstGeom prst="roundRect">
            <a:avLst>
              <a:gd name="adj" fmla="val 18669"/>
            </a:avLst>
          </a:prstGeom>
          <a:solidFill>
            <a:srgbClr val="205279"/>
          </a:solidFill>
          <a:ln w="7620">
            <a:solidFill>
              <a:srgbClr val="1a426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60" name="TextBox 22"/>
          <p:cNvSpPr/>
          <p:nvPr/>
        </p:nvSpPr>
        <p:spPr>
          <a:xfrm>
            <a:off x="492840" y="3969000"/>
            <a:ext cx="3654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ru-RU" sz="1800" spc="-1" strike="noStrike">
                <a:solidFill>
                  <a:srgbClr val="ffffff"/>
                </a:solidFill>
                <a:latin typeface="Arial"/>
                <a:ea typeface="DejaVu Sans"/>
              </a:rPr>
              <a:t>3</a:t>
            </a:r>
            <a:endParaRPr b="0" lang="ru-RU" sz="1800" spc="-1" strike="noStrike">
              <a:latin typeface="Arial"/>
            </a:endParaRPr>
          </a:p>
        </p:txBody>
      </p:sp>
      <p:sp>
        <p:nvSpPr>
          <p:cNvPr id="61" name="TextBox 10"/>
          <p:cNvSpPr/>
          <p:nvPr/>
        </p:nvSpPr>
        <p:spPr>
          <a:xfrm>
            <a:off x="1495800" y="1837080"/>
            <a:ext cx="4271040" cy="51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354259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354259"/>
                </a:solidFill>
                <a:latin typeface="Arial"/>
                <a:ea typeface="DejaVu Sans"/>
              </a:rPr>
              <a:t>1</a:t>
            </a:r>
            <a:endParaRPr b="0" lang="ru-RU" sz="1100" spc="-1" strike="noStrike">
              <a:latin typeface="Arial"/>
            </a:endParaRPr>
          </a:p>
        </p:txBody>
      </p:sp>
      <p:sp>
        <p:nvSpPr>
          <p:cNvPr id="62" name="TextBox 10"/>
          <p:cNvSpPr/>
          <p:nvPr/>
        </p:nvSpPr>
        <p:spPr>
          <a:xfrm>
            <a:off x="1492200" y="2453760"/>
            <a:ext cx="4271040" cy="55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7d85a3"/>
                </a:solidFill>
                <a:latin typeface="Arial"/>
                <a:ea typeface="DejaVu Sans"/>
              </a:rPr>
              <a:t>SUBTITLE2</a:t>
            </a:r>
            <a:endParaRPr b="0" lang="ru-RU" sz="1400" spc="-1" strike="noStrike">
              <a:latin typeface="Arial"/>
            </a:endParaRPr>
          </a:p>
        </p:txBody>
      </p:sp>
      <p:sp>
        <p:nvSpPr>
          <p:cNvPr id="63" name="TextBox 10"/>
          <p:cNvSpPr/>
          <p:nvPr/>
        </p:nvSpPr>
        <p:spPr>
          <a:xfrm>
            <a:off x="1492200" y="3017160"/>
            <a:ext cx="4271040" cy="51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354259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354259"/>
                </a:solidFill>
                <a:latin typeface="Arial"/>
                <a:ea typeface="DejaVu Sans"/>
              </a:rPr>
              <a:t>2</a:t>
            </a:r>
            <a:endParaRPr b="0" lang="ru-RU" sz="1100" spc="-1" strike="noStrike">
              <a:latin typeface="Arial"/>
            </a:endParaRPr>
          </a:p>
        </p:txBody>
      </p:sp>
      <p:sp>
        <p:nvSpPr>
          <p:cNvPr id="64" name="TextBox 10"/>
          <p:cNvSpPr/>
          <p:nvPr/>
        </p:nvSpPr>
        <p:spPr>
          <a:xfrm>
            <a:off x="1492200" y="3647880"/>
            <a:ext cx="4271040" cy="55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7d85a3"/>
                </a:solidFill>
                <a:latin typeface="Arial"/>
                <a:ea typeface="DejaVu Sans"/>
              </a:rPr>
              <a:t>SUBTITLE3</a:t>
            </a:r>
            <a:endParaRPr b="0" lang="ru-RU" sz="1400" spc="-1" strike="noStrike">
              <a:latin typeface="Arial"/>
            </a:endParaRPr>
          </a:p>
        </p:txBody>
      </p:sp>
      <p:sp>
        <p:nvSpPr>
          <p:cNvPr id="65" name="TextBox 10"/>
          <p:cNvSpPr/>
          <p:nvPr/>
        </p:nvSpPr>
        <p:spPr>
          <a:xfrm>
            <a:off x="1492200" y="4211280"/>
            <a:ext cx="4271040" cy="51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354259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354259"/>
                </a:solidFill>
                <a:latin typeface="Arial"/>
                <a:ea typeface="DejaVu Sans"/>
              </a:rPr>
              <a:t>3</a:t>
            </a:r>
            <a:endParaRPr b="0" lang="ru-RU" sz="11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extBox 20"/>
          <p:cNvSpPr/>
          <p:nvPr/>
        </p:nvSpPr>
        <p:spPr>
          <a:xfrm>
            <a:off x="384840" y="2090520"/>
            <a:ext cx="8465760" cy="48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2200" spc="-1" strike="noStrike">
                <a:solidFill>
                  <a:srgbClr val="354259"/>
                </a:solidFill>
                <a:latin typeface="Arial"/>
              </a:rPr>
              <a:t>TITLE</a:t>
            </a:r>
            <a:endParaRPr b="0" lang="ru-RU" sz="2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ru-RU" sz="2200" spc="-1" strike="noStrike">
              <a:latin typeface="Arial"/>
            </a:endParaRPr>
          </a:p>
        </p:txBody>
      </p:sp>
      <p:sp>
        <p:nvSpPr>
          <p:cNvPr id="67" name="Прямоугольник со скругленными углами 3"/>
          <p:cNvSpPr/>
          <p:nvPr/>
        </p:nvSpPr>
        <p:spPr>
          <a:xfrm>
            <a:off x="0" y="0"/>
            <a:ext cx="9143640" cy="1961640"/>
          </a:xfrm>
          <a:prstGeom prst="roundRect">
            <a:avLst>
              <a:gd name="adj" fmla="val 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PIC</a:t>
            </a:r>
            <a:endParaRPr b="0" lang="ru-RU" sz="1800" spc="-1" strike="noStrike">
              <a:latin typeface="Arial"/>
            </a:endParaRPr>
          </a:p>
        </p:txBody>
      </p:sp>
      <p:sp>
        <p:nvSpPr>
          <p:cNvPr id="68" name="TextBox 10"/>
          <p:cNvSpPr/>
          <p:nvPr/>
        </p:nvSpPr>
        <p:spPr>
          <a:xfrm>
            <a:off x="384840" y="2571840"/>
            <a:ext cx="2665080" cy="71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7d85a3"/>
                </a:solidFill>
                <a:latin typeface="Arial"/>
                <a:ea typeface="DejaVu Sans"/>
              </a:rPr>
              <a:t>SUBTITLE1</a:t>
            </a:r>
            <a:endParaRPr b="0" lang="ru-RU" sz="1400" spc="-1" strike="noStrike">
              <a:latin typeface="Arial"/>
            </a:endParaRPr>
          </a:p>
        </p:txBody>
      </p:sp>
      <p:sp>
        <p:nvSpPr>
          <p:cNvPr id="69" name="TextBox 10"/>
          <p:cNvSpPr/>
          <p:nvPr/>
        </p:nvSpPr>
        <p:spPr>
          <a:xfrm>
            <a:off x="384840" y="3356280"/>
            <a:ext cx="2665080" cy="156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354259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354259"/>
                </a:solidFill>
                <a:latin typeface="Arial"/>
                <a:ea typeface="DejaVu Sans"/>
              </a:rPr>
              <a:t>1</a:t>
            </a:r>
            <a:endParaRPr b="0" lang="ru-RU" sz="1100" spc="-1" strike="noStrike">
              <a:latin typeface="Arial"/>
            </a:endParaRPr>
          </a:p>
        </p:txBody>
      </p:sp>
      <p:sp>
        <p:nvSpPr>
          <p:cNvPr id="70" name="TextBox 10"/>
          <p:cNvSpPr/>
          <p:nvPr/>
        </p:nvSpPr>
        <p:spPr>
          <a:xfrm>
            <a:off x="3239280" y="2571840"/>
            <a:ext cx="2665080" cy="71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7d85a3"/>
                </a:solidFill>
                <a:latin typeface="Arial"/>
                <a:ea typeface="DejaVu Sans"/>
              </a:rPr>
              <a:t>SUBTITLE2</a:t>
            </a:r>
            <a:endParaRPr b="0" lang="ru-RU" sz="1400" spc="-1" strike="noStrike">
              <a:latin typeface="Arial"/>
            </a:endParaRPr>
          </a:p>
        </p:txBody>
      </p:sp>
      <p:sp>
        <p:nvSpPr>
          <p:cNvPr id="71" name="TextBox 10"/>
          <p:cNvSpPr/>
          <p:nvPr/>
        </p:nvSpPr>
        <p:spPr>
          <a:xfrm>
            <a:off x="3239280" y="3356280"/>
            <a:ext cx="2665080" cy="156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354259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354259"/>
                </a:solidFill>
                <a:latin typeface="Arial"/>
                <a:ea typeface="DejaVu Sans"/>
              </a:rPr>
              <a:t>2</a:t>
            </a:r>
            <a:endParaRPr b="0" lang="ru-RU" sz="1100" spc="-1" strike="noStrike">
              <a:latin typeface="Arial"/>
            </a:endParaRPr>
          </a:p>
        </p:txBody>
      </p:sp>
      <p:sp>
        <p:nvSpPr>
          <p:cNvPr id="72" name="TextBox 10"/>
          <p:cNvSpPr/>
          <p:nvPr/>
        </p:nvSpPr>
        <p:spPr>
          <a:xfrm>
            <a:off x="6093720" y="2550240"/>
            <a:ext cx="2665080" cy="71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7d85a3"/>
                </a:solidFill>
                <a:latin typeface="Arial"/>
                <a:ea typeface="DejaVu Sans"/>
              </a:rPr>
              <a:t>SUBTITLE3</a:t>
            </a:r>
            <a:endParaRPr b="0" lang="ru-RU" sz="1400" spc="-1" strike="noStrike">
              <a:latin typeface="Arial"/>
            </a:endParaRPr>
          </a:p>
        </p:txBody>
      </p:sp>
      <p:sp>
        <p:nvSpPr>
          <p:cNvPr id="73" name="TextBox 10"/>
          <p:cNvSpPr/>
          <p:nvPr/>
        </p:nvSpPr>
        <p:spPr>
          <a:xfrm>
            <a:off x="6093720" y="3335040"/>
            <a:ext cx="2665080" cy="156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354259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354259"/>
                </a:solidFill>
                <a:latin typeface="Arial"/>
                <a:ea typeface="DejaVu Sans"/>
              </a:rPr>
              <a:t>3</a:t>
            </a:r>
            <a:endParaRPr b="0" lang="ru-RU" sz="11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TextBox 6"/>
          <p:cNvSpPr/>
          <p:nvPr/>
        </p:nvSpPr>
        <p:spPr>
          <a:xfrm>
            <a:off x="3699720" y="240480"/>
            <a:ext cx="5043960" cy="780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2200" spc="-1" strike="noStrike">
                <a:solidFill>
                  <a:srgbClr val="354259"/>
                </a:solidFill>
                <a:latin typeface="Arial"/>
              </a:rPr>
              <a:t>TITLE</a:t>
            </a:r>
            <a:endParaRPr b="0" lang="ru-RU" sz="2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ru-RU" sz="2200" spc="-1" strike="noStrike">
              <a:latin typeface="Arial"/>
            </a:endParaRPr>
          </a:p>
        </p:txBody>
      </p:sp>
      <p:sp>
        <p:nvSpPr>
          <p:cNvPr id="75" name="TextBox 10"/>
          <p:cNvSpPr/>
          <p:nvPr/>
        </p:nvSpPr>
        <p:spPr>
          <a:xfrm>
            <a:off x="4607640" y="1021680"/>
            <a:ext cx="4271040" cy="55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7d85a3"/>
                </a:solidFill>
                <a:latin typeface="Arial"/>
                <a:ea typeface="DejaVu Sans"/>
              </a:rPr>
              <a:t>SUBTITLE1</a:t>
            </a:r>
            <a:endParaRPr b="0" lang="ru-RU" sz="1400" spc="-1" strike="noStrike">
              <a:latin typeface="Arial"/>
            </a:endParaRPr>
          </a:p>
        </p:txBody>
      </p:sp>
      <p:sp>
        <p:nvSpPr>
          <p:cNvPr id="76" name="Прямоугольник со скругленными углами 3"/>
          <p:cNvSpPr/>
          <p:nvPr/>
        </p:nvSpPr>
        <p:spPr>
          <a:xfrm>
            <a:off x="0" y="0"/>
            <a:ext cx="3396960" cy="5143320"/>
          </a:xfrm>
          <a:prstGeom prst="roundRect">
            <a:avLst>
              <a:gd name="adj" fmla="val 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PIC</a:t>
            </a:r>
            <a:endParaRPr b="0" lang="ru-RU" sz="1800" spc="-1" strike="noStrike">
              <a:latin typeface="Arial"/>
            </a:endParaRPr>
          </a:p>
        </p:txBody>
      </p:sp>
      <p:sp>
        <p:nvSpPr>
          <p:cNvPr id="77" name="TextBox 10"/>
          <p:cNvSpPr/>
          <p:nvPr/>
        </p:nvSpPr>
        <p:spPr>
          <a:xfrm>
            <a:off x="4607640" y="1587600"/>
            <a:ext cx="4271040" cy="51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354259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354259"/>
                </a:solidFill>
                <a:latin typeface="Arial"/>
                <a:ea typeface="DejaVu Sans"/>
              </a:rPr>
              <a:t>1</a:t>
            </a:r>
            <a:endParaRPr b="0" lang="ru-RU" sz="1100" spc="-1" strike="noStrike">
              <a:latin typeface="Arial"/>
            </a:endParaRPr>
          </a:p>
        </p:txBody>
      </p:sp>
      <p:sp>
        <p:nvSpPr>
          <p:cNvPr id="78" name="Стрелка: шеврон 1"/>
          <p:cNvSpPr/>
          <p:nvPr/>
        </p:nvSpPr>
        <p:spPr>
          <a:xfrm rot="5400000">
            <a:off x="3686040" y="1299240"/>
            <a:ext cx="834480" cy="637200"/>
          </a:xfrm>
          <a:prstGeom prst="chevron">
            <a:avLst>
              <a:gd name="adj" fmla="val 22024"/>
            </a:avLst>
          </a:prstGeom>
          <a:solidFill>
            <a:srgbClr val="205279"/>
          </a:solidFill>
          <a:ln>
            <a:solidFill>
              <a:srgbClr val="35425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79" name="TextBox 31"/>
          <p:cNvSpPr/>
          <p:nvPr/>
        </p:nvSpPr>
        <p:spPr>
          <a:xfrm>
            <a:off x="3919320" y="1476000"/>
            <a:ext cx="3654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ru-RU" sz="1800" spc="-1" strike="noStrike">
                <a:solidFill>
                  <a:srgbClr val="ffffff"/>
                </a:solidFill>
                <a:latin typeface="Arial"/>
                <a:ea typeface="DejaVu Sans"/>
              </a:rPr>
              <a:t>1</a:t>
            </a:r>
            <a:endParaRPr b="0" lang="ru-RU" sz="1800" spc="-1" strike="noStrike">
              <a:latin typeface="Arial"/>
            </a:endParaRPr>
          </a:p>
        </p:txBody>
      </p:sp>
      <p:sp>
        <p:nvSpPr>
          <p:cNvPr id="80" name="TextBox 10"/>
          <p:cNvSpPr/>
          <p:nvPr/>
        </p:nvSpPr>
        <p:spPr>
          <a:xfrm>
            <a:off x="4607640" y="2335680"/>
            <a:ext cx="4271040" cy="55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7d85a3"/>
                </a:solidFill>
                <a:latin typeface="Arial"/>
                <a:ea typeface="DejaVu Sans"/>
              </a:rPr>
              <a:t>SUBTITLE2</a:t>
            </a:r>
            <a:endParaRPr b="0" lang="ru-RU" sz="1400" spc="-1" strike="noStrike">
              <a:latin typeface="Arial"/>
            </a:endParaRPr>
          </a:p>
        </p:txBody>
      </p:sp>
      <p:sp>
        <p:nvSpPr>
          <p:cNvPr id="81" name="TextBox 10"/>
          <p:cNvSpPr/>
          <p:nvPr/>
        </p:nvSpPr>
        <p:spPr>
          <a:xfrm>
            <a:off x="4607640" y="2909160"/>
            <a:ext cx="4271040" cy="51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354259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354259"/>
                </a:solidFill>
                <a:latin typeface="Arial"/>
                <a:ea typeface="DejaVu Sans"/>
              </a:rPr>
              <a:t>2</a:t>
            </a:r>
            <a:endParaRPr b="0" lang="ru-RU" sz="1100" spc="-1" strike="noStrike">
              <a:latin typeface="Arial"/>
            </a:endParaRPr>
          </a:p>
        </p:txBody>
      </p:sp>
      <p:sp>
        <p:nvSpPr>
          <p:cNvPr id="82" name="Стрелка: шеврон 37"/>
          <p:cNvSpPr/>
          <p:nvPr/>
        </p:nvSpPr>
        <p:spPr>
          <a:xfrm rot="5400000">
            <a:off x="3686040" y="2613600"/>
            <a:ext cx="834480" cy="637200"/>
          </a:xfrm>
          <a:prstGeom prst="chevron">
            <a:avLst>
              <a:gd name="adj" fmla="val 22024"/>
            </a:avLst>
          </a:prstGeom>
          <a:solidFill>
            <a:srgbClr val="205279"/>
          </a:solidFill>
          <a:ln>
            <a:solidFill>
              <a:srgbClr val="35425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83" name="TextBox 38"/>
          <p:cNvSpPr/>
          <p:nvPr/>
        </p:nvSpPr>
        <p:spPr>
          <a:xfrm>
            <a:off x="3919320" y="2790360"/>
            <a:ext cx="3654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ru-RU" sz="1800" spc="-1" strike="noStrike">
                <a:solidFill>
                  <a:srgbClr val="ffffff"/>
                </a:solidFill>
                <a:latin typeface="Arial"/>
                <a:ea typeface="DejaVu Sans"/>
              </a:rPr>
              <a:t>2</a:t>
            </a:r>
            <a:endParaRPr b="0" lang="ru-RU" sz="1800" spc="-1" strike="noStrike">
              <a:latin typeface="Arial"/>
            </a:endParaRPr>
          </a:p>
        </p:txBody>
      </p:sp>
      <p:sp>
        <p:nvSpPr>
          <p:cNvPr id="84" name="TextBox 10"/>
          <p:cNvSpPr/>
          <p:nvPr/>
        </p:nvSpPr>
        <p:spPr>
          <a:xfrm>
            <a:off x="4607640" y="3657240"/>
            <a:ext cx="4271040" cy="55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7d85a3"/>
                </a:solidFill>
                <a:latin typeface="Arial"/>
                <a:ea typeface="DejaVu Sans"/>
              </a:rPr>
              <a:t>SUBTITLE3</a:t>
            </a:r>
            <a:endParaRPr b="0" lang="ru-RU" sz="1400" spc="-1" strike="noStrike">
              <a:latin typeface="Arial"/>
            </a:endParaRPr>
          </a:p>
        </p:txBody>
      </p:sp>
      <p:sp>
        <p:nvSpPr>
          <p:cNvPr id="85" name="TextBox 10"/>
          <p:cNvSpPr/>
          <p:nvPr/>
        </p:nvSpPr>
        <p:spPr>
          <a:xfrm>
            <a:off x="4607640" y="4230360"/>
            <a:ext cx="4271040" cy="51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354259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354259"/>
                </a:solidFill>
                <a:latin typeface="Arial"/>
                <a:ea typeface="DejaVu Sans"/>
              </a:rPr>
              <a:t>3</a:t>
            </a:r>
            <a:endParaRPr b="0" lang="ru-RU" sz="1100" spc="-1" strike="noStrike">
              <a:latin typeface="Arial"/>
            </a:endParaRPr>
          </a:p>
        </p:txBody>
      </p:sp>
      <p:sp>
        <p:nvSpPr>
          <p:cNvPr id="86" name="Стрелка: шеврон 41"/>
          <p:cNvSpPr/>
          <p:nvPr/>
        </p:nvSpPr>
        <p:spPr>
          <a:xfrm rot="5400000">
            <a:off x="3686040" y="3934800"/>
            <a:ext cx="834480" cy="637200"/>
          </a:xfrm>
          <a:prstGeom prst="chevron">
            <a:avLst>
              <a:gd name="adj" fmla="val 22024"/>
            </a:avLst>
          </a:prstGeom>
          <a:solidFill>
            <a:srgbClr val="205279"/>
          </a:solidFill>
          <a:ln>
            <a:solidFill>
              <a:srgbClr val="35425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87" name="TextBox 42"/>
          <p:cNvSpPr/>
          <p:nvPr/>
        </p:nvSpPr>
        <p:spPr>
          <a:xfrm>
            <a:off x="3919320" y="4111560"/>
            <a:ext cx="3654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ru-RU" sz="1800" spc="-1" strike="noStrike">
                <a:solidFill>
                  <a:srgbClr val="ffffff"/>
                </a:solidFill>
                <a:latin typeface="Arial"/>
                <a:ea typeface="DejaVu Sans"/>
              </a:rPr>
              <a:t>3</a:t>
            </a:r>
            <a:endParaRPr b="0" lang="ru-RU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TextBox 6"/>
          <p:cNvSpPr/>
          <p:nvPr/>
        </p:nvSpPr>
        <p:spPr>
          <a:xfrm>
            <a:off x="384840" y="240480"/>
            <a:ext cx="5043960" cy="780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2200" spc="-1" strike="noStrike">
                <a:solidFill>
                  <a:srgbClr val="354259"/>
                </a:solidFill>
                <a:latin typeface="Arial"/>
              </a:rPr>
              <a:t>TITLE</a:t>
            </a:r>
            <a:endParaRPr b="0" lang="ru-RU" sz="2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ru-RU" sz="2200" spc="-1" strike="noStrike">
              <a:latin typeface="Arial"/>
            </a:endParaRPr>
          </a:p>
        </p:txBody>
      </p:sp>
      <p:sp>
        <p:nvSpPr>
          <p:cNvPr id="89" name="Прямоугольник со скругленными углами 3"/>
          <p:cNvSpPr/>
          <p:nvPr/>
        </p:nvSpPr>
        <p:spPr>
          <a:xfrm>
            <a:off x="5884200" y="0"/>
            <a:ext cx="3259440" cy="5143320"/>
          </a:xfrm>
          <a:prstGeom prst="roundRect">
            <a:avLst>
              <a:gd name="adj" fmla="val 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PIC</a:t>
            </a:r>
            <a:endParaRPr b="0" lang="ru-RU" sz="1800" spc="-1" strike="noStrike">
              <a:latin typeface="Arial"/>
            </a:endParaRPr>
          </a:p>
        </p:txBody>
      </p:sp>
      <p:sp>
        <p:nvSpPr>
          <p:cNvPr id="90" name="Shape 2"/>
          <p:cNvSpPr/>
          <p:nvPr/>
        </p:nvSpPr>
        <p:spPr>
          <a:xfrm>
            <a:off x="384840" y="1081440"/>
            <a:ext cx="5043960" cy="1219320"/>
          </a:xfrm>
          <a:prstGeom prst="rect">
            <a:avLst/>
          </a:prstGeom>
          <a:solidFill>
            <a:srgbClr val="ffffff">
              <a:alpha val="4000"/>
            </a:srgbClr>
          </a:solidFill>
          <a:ln w="0">
            <a:solidFill>
              <a:srgbClr val="205279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91" name="Shape 5"/>
          <p:cNvSpPr/>
          <p:nvPr/>
        </p:nvSpPr>
        <p:spPr>
          <a:xfrm>
            <a:off x="384840" y="2301120"/>
            <a:ext cx="5043960" cy="1219320"/>
          </a:xfrm>
          <a:prstGeom prst="rect">
            <a:avLst/>
          </a:prstGeom>
          <a:solidFill>
            <a:srgbClr val="000000">
              <a:alpha val="4000"/>
            </a:srgbClr>
          </a:solidFill>
          <a:ln w="0">
            <a:solidFill>
              <a:srgbClr val="205279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92" name="Shape 2"/>
          <p:cNvSpPr/>
          <p:nvPr/>
        </p:nvSpPr>
        <p:spPr>
          <a:xfrm>
            <a:off x="384840" y="3520800"/>
            <a:ext cx="5043960" cy="1219320"/>
          </a:xfrm>
          <a:prstGeom prst="rect">
            <a:avLst/>
          </a:prstGeom>
          <a:solidFill>
            <a:srgbClr val="ffffff">
              <a:alpha val="4000"/>
            </a:srgbClr>
          </a:solidFill>
          <a:ln w="0">
            <a:solidFill>
              <a:srgbClr val="205279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93" name="TextBox 10"/>
          <p:cNvSpPr/>
          <p:nvPr/>
        </p:nvSpPr>
        <p:spPr>
          <a:xfrm>
            <a:off x="543240" y="1120680"/>
            <a:ext cx="4721760" cy="55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7d85a3"/>
                </a:solidFill>
                <a:latin typeface="Arial"/>
                <a:ea typeface="DejaVu Sans"/>
              </a:rPr>
              <a:t>SUBTITLE1</a:t>
            </a:r>
            <a:endParaRPr b="0" lang="ru-RU" sz="1400" spc="-1" strike="noStrike">
              <a:latin typeface="Arial"/>
            </a:endParaRPr>
          </a:p>
        </p:txBody>
      </p:sp>
      <p:sp>
        <p:nvSpPr>
          <p:cNvPr id="94" name="TextBox 10"/>
          <p:cNvSpPr/>
          <p:nvPr/>
        </p:nvSpPr>
        <p:spPr>
          <a:xfrm>
            <a:off x="543240" y="1686960"/>
            <a:ext cx="4721760" cy="51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354259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354259"/>
                </a:solidFill>
                <a:latin typeface="Arial"/>
                <a:ea typeface="DejaVu Sans"/>
              </a:rPr>
              <a:t>1</a:t>
            </a:r>
            <a:endParaRPr b="0" lang="ru-RU" sz="1100" spc="-1" strike="noStrike">
              <a:latin typeface="Arial"/>
            </a:endParaRPr>
          </a:p>
        </p:txBody>
      </p:sp>
      <p:sp>
        <p:nvSpPr>
          <p:cNvPr id="95" name="TextBox 10"/>
          <p:cNvSpPr/>
          <p:nvPr/>
        </p:nvSpPr>
        <p:spPr>
          <a:xfrm>
            <a:off x="543240" y="2340360"/>
            <a:ext cx="4721760" cy="55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7d85a3"/>
                </a:solidFill>
                <a:latin typeface="Arial"/>
                <a:ea typeface="DejaVu Sans"/>
              </a:rPr>
              <a:t>SUBTITLE2</a:t>
            </a:r>
            <a:endParaRPr b="0" lang="ru-RU" sz="1400" spc="-1" strike="noStrike">
              <a:latin typeface="Arial"/>
            </a:endParaRPr>
          </a:p>
        </p:txBody>
      </p:sp>
      <p:sp>
        <p:nvSpPr>
          <p:cNvPr id="96" name="TextBox 10"/>
          <p:cNvSpPr/>
          <p:nvPr/>
        </p:nvSpPr>
        <p:spPr>
          <a:xfrm>
            <a:off x="543240" y="2906640"/>
            <a:ext cx="4721760" cy="51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354259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354259"/>
                </a:solidFill>
                <a:latin typeface="Arial"/>
                <a:ea typeface="DejaVu Sans"/>
              </a:rPr>
              <a:t>2</a:t>
            </a:r>
            <a:endParaRPr b="0" lang="ru-RU" sz="1100" spc="-1" strike="noStrike">
              <a:latin typeface="Arial"/>
            </a:endParaRPr>
          </a:p>
        </p:txBody>
      </p:sp>
      <p:sp>
        <p:nvSpPr>
          <p:cNvPr id="97" name="TextBox 10"/>
          <p:cNvSpPr/>
          <p:nvPr/>
        </p:nvSpPr>
        <p:spPr>
          <a:xfrm>
            <a:off x="543240" y="3560040"/>
            <a:ext cx="4721760" cy="55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7d85a3"/>
                </a:solidFill>
                <a:latin typeface="Arial"/>
                <a:ea typeface="DejaVu Sans"/>
              </a:rPr>
              <a:t>SUBTITLE3</a:t>
            </a:r>
            <a:endParaRPr b="0" lang="ru-RU" sz="1400" spc="-1" strike="noStrike">
              <a:latin typeface="Arial"/>
            </a:endParaRPr>
          </a:p>
        </p:txBody>
      </p:sp>
      <p:sp>
        <p:nvSpPr>
          <p:cNvPr id="98" name="TextBox 10"/>
          <p:cNvSpPr/>
          <p:nvPr/>
        </p:nvSpPr>
        <p:spPr>
          <a:xfrm>
            <a:off x="543240" y="4126320"/>
            <a:ext cx="4721760" cy="51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354259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354259"/>
                </a:solidFill>
                <a:latin typeface="Arial"/>
                <a:ea typeface="DejaVu Sans"/>
              </a:rPr>
              <a:t>3</a:t>
            </a:r>
            <a:endParaRPr b="0" lang="ru-RU" sz="11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Овал 8"/>
          <p:cNvSpPr/>
          <p:nvPr/>
        </p:nvSpPr>
        <p:spPr>
          <a:xfrm>
            <a:off x="-378720" y="-190800"/>
            <a:ext cx="3816720" cy="5524920"/>
          </a:xfrm>
          <a:prstGeom prst="ellipse">
            <a:avLst/>
          </a:prstGeom>
          <a:noFill/>
          <a:ln w="28575">
            <a:solidFill>
              <a:srgbClr val="20527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00" name="Овал 1"/>
          <p:cNvSpPr/>
          <p:nvPr/>
        </p:nvSpPr>
        <p:spPr>
          <a:xfrm>
            <a:off x="-1621800" y="-107280"/>
            <a:ext cx="4421520" cy="535752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Calibri"/>
              </a:rPr>
              <a:t>PIC</a:t>
            </a:r>
            <a:endParaRPr b="0" lang="ru-RU" sz="1800" spc="-1" strike="noStrike">
              <a:latin typeface="Arial"/>
            </a:endParaRPr>
          </a:p>
        </p:txBody>
      </p:sp>
      <p:grpSp>
        <p:nvGrpSpPr>
          <p:cNvPr id="101" name="Группа 3"/>
          <p:cNvGrpSpPr/>
          <p:nvPr/>
        </p:nvGrpSpPr>
        <p:grpSpPr>
          <a:xfrm>
            <a:off x="3198240" y="2573280"/>
            <a:ext cx="480240" cy="473040"/>
            <a:chOff x="3198240" y="2573280"/>
            <a:chExt cx="480240" cy="473040"/>
          </a:xfrm>
        </p:grpSpPr>
        <p:sp>
          <p:nvSpPr>
            <p:cNvPr id="102" name="Shape 3"/>
            <p:cNvSpPr/>
            <p:nvPr/>
          </p:nvSpPr>
          <p:spPr>
            <a:xfrm>
              <a:off x="3198240" y="2573280"/>
              <a:ext cx="480240" cy="473040"/>
            </a:xfrm>
            <a:prstGeom prst="roundRect">
              <a:avLst>
                <a:gd name="adj" fmla="val 50000"/>
              </a:avLst>
            </a:prstGeom>
            <a:solidFill>
              <a:srgbClr val="205279"/>
            </a:solidFill>
            <a:ln w="7620">
              <a:solidFill>
                <a:srgbClr val="1a426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03" name="TextBox 13"/>
            <p:cNvSpPr/>
            <p:nvPr/>
          </p:nvSpPr>
          <p:spPr>
            <a:xfrm>
              <a:off x="3198240" y="2626200"/>
              <a:ext cx="480240" cy="363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ctr">
                <a:lnSpc>
                  <a:spcPct val="100000"/>
                </a:lnSpc>
                <a:buNone/>
              </a:pPr>
              <a:r>
                <a:rPr b="0" lang="en-US" sz="1800" spc="-1" strike="noStrike">
                  <a:solidFill>
                    <a:srgbClr val="ffffff"/>
                  </a:solidFill>
                  <a:latin typeface="Arial"/>
                  <a:ea typeface="DejaVu Sans"/>
                </a:rPr>
                <a:t>2</a:t>
              </a:r>
              <a:endParaRPr b="0" lang="ru-RU" sz="1800" spc="-1" strike="noStrike">
                <a:latin typeface="Arial"/>
              </a:endParaRPr>
            </a:p>
          </p:txBody>
        </p:sp>
      </p:grpSp>
      <p:grpSp>
        <p:nvGrpSpPr>
          <p:cNvPr id="104" name="Группа 14"/>
          <p:cNvGrpSpPr/>
          <p:nvPr/>
        </p:nvGrpSpPr>
        <p:grpSpPr>
          <a:xfrm>
            <a:off x="3018960" y="1193400"/>
            <a:ext cx="480240" cy="473040"/>
            <a:chOff x="3018960" y="1193400"/>
            <a:chExt cx="480240" cy="473040"/>
          </a:xfrm>
        </p:grpSpPr>
        <p:sp>
          <p:nvSpPr>
            <p:cNvPr id="105" name="Shape 3"/>
            <p:cNvSpPr/>
            <p:nvPr/>
          </p:nvSpPr>
          <p:spPr>
            <a:xfrm>
              <a:off x="3018960" y="1193400"/>
              <a:ext cx="480240" cy="473040"/>
            </a:xfrm>
            <a:prstGeom prst="roundRect">
              <a:avLst>
                <a:gd name="adj" fmla="val 50000"/>
              </a:avLst>
            </a:prstGeom>
            <a:solidFill>
              <a:srgbClr val="205279"/>
            </a:solidFill>
            <a:ln w="7620">
              <a:solidFill>
                <a:srgbClr val="1a426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06" name="TextBox 16"/>
            <p:cNvSpPr/>
            <p:nvPr/>
          </p:nvSpPr>
          <p:spPr>
            <a:xfrm>
              <a:off x="3018960" y="1246680"/>
              <a:ext cx="480240" cy="363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ctr">
                <a:lnSpc>
                  <a:spcPct val="100000"/>
                </a:lnSpc>
                <a:buNone/>
              </a:pPr>
              <a:r>
                <a:rPr b="0" lang="en-US" sz="1800" spc="-1" strike="noStrike">
                  <a:solidFill>
                    <a:srgbClr val="ffffff"/>
                  </a:solidFill>
                  <a:latin typeface="Arial"/>
                  <a:ea typeface="DejaVu Sans"/>
                </a:rPr>
                <a:t>1</a:t>
              </a:r>
              <a:endParaRPr b="0" lang="ru-RU" sz="1800" spc="-1" strike="noStrike">
                <a:latin typeface="Arial"/>
              </a:endParaRPr>
            </a:p>
          </p:txBody>
        </p:sp>
      </p:grpSp>
      <p:grpSp>
        <p:nvGrpSpPr>
          <p:cNvPr id="107" name="Группа 17"/>
          <p:cNvGrpSpPr/>
          <p:nvPr/>
        </p:nvGrpSpPr>
        <p:grpSpPr>
          <a:xfrm>
            <a:off x="2850480" y="3906000"/>
            <a:ext cx="480240" cy="473040"/>
            <a:chOff x="2850480" y="3906000"/>
            <a:chExt cx="480240" cy="473040"/>
          </a:xfrm>
        </p:grpSpPr>
        <p:sp>
          <p:nvSpPr>
            <p:cNvPr id="108" name="Shape 3"/>
            <p:cNvSpPr/>
            <p:nvPr/>
          </p:nvSpPr>
          <p:spPr>
            <a:xfrm>
              <a:off x="2850480" y="3906000"/>
              <a:ext cx="480240" cy="473040"/>
            </a:xfrm>
            <a:prstGeom prst="roundRect">
              <a:avLst>
                <a:gd name="adj" fmla="val 50000"/>
              </a:avLst>
            </a:prstGeom>
            <a:solidFill>
              <a:srgbClr val="205279"/>
            </a:solidFill>
            <a:ln w="7620">
              <a:solidFill>
                <a:srgbClr val="1a426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09" name="TextBox 19"/>
            <p:cNvSpPr/>
            <p:nvPr/>
          </p:nvSpPr>
          <p:spPr>
            <a:xfrm>
              <a:off x="2850480" y="3958920"/>
              <a:ext cx="480240" cy="363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ctr">
                <a:lnSpc>
                  <a:spcPct val="100000"/>
                </a:lnSpc>
                <a:buNone/>
              </a:pPr>
              <a:r>
                <a:rPr b="0" lang="en-US" sz="1800" spc="-1" strike="noStrike">
                  <a:solidFill>
                    <a:srgbClr val="ffffff"/>
                  </a:solidFill>
                  <a:latin typeface="Arial"/>
                  <a:ea typeface="DejaVu Sans"/>
                </a:rPr>
                <a:t>3</a:t>
              </a:r>
              <a:endParaRPr b="0" lang="ru-RU" sz="1800" spc="-1" strike="noStrike">
                <a:latin typeface="Arial"/>
              </a:endParaRPr>
            </a:p>
          </p:txBody>
        </p:sp>
      </p:grpSp>
      <p:sp>
        <p:nvSpPr>
          <p:cNvPr id="110" name="TextBox 10"/>
          <p:cNvSpPr/>
          <p:nvPr/>
        </p:nvSpPr>
        <p:spPr>
          <a:xfrm>
            <a:off x="3569760" y="885960"/>
            <a:ext cx="5043960" cy="55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7d85a3"/>
                </a:solidFill>
                <a:latin typeface="Arial"/>
                <a:ea typeface="DejaVu Sans"/>
              </a:rPr>
              <a:t>SUBTITLE1</a:t>
            </a:r>
            <a:endParaRPr b="0" lang="ru-RU" sz="1400" spc="-1" strike="noStrike">
              <a:latin typeface="Arial"/>
            </a:endParaRPr>
          </a:p>
        </p:txBody>
      </p:sp>
      <p:sp>
        <p:nvSpPr>
          <p:cNvPr id="111" name="TextBox 10"/>
          <p:cNvSpPr/>
          <p:nvPr/>
        </p:nvSpPr>
        <p:spPr>
          <a:xfrm>
            <a:off x="3569760" y="1452240"/>
            <a:ext cx="5043960" cy="51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354259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354259"/>
                </a:solidFill>
                <a:latin typeface="Arial"/>
                <a:ea typeface="DejaVu Sans"/>
              </a:rPr>
              <a:t>1</a:t>
            </a:r>
            <a:endParaRPr b="0" lang="ru-RU" sz="1100" spc="-1" strike="noStrike">
              <a:latin typeface="Arial"/>
            </a:endParaRPr>
          </a:p>
        </p:txBody>
      </p:sp>
      <p:sp>
        <p:nvSpPr>
          <p:cNvPr id="112" name="TextBox 22"/>
          <p:cNvSpPr/>
          <p:nvPr/>
        </p:nvSpPr>
        <p:spPr>
          <a:xfrm>
            <a:off x="3569760" y="164160"/>
            <a:ext cx="5043960" cy="780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2200" spc="-1" strike="noStrike">
                <a:solidFill>
                  <a:srgbClr val="354259"/>
                </a:solidFill>
                <a:latin typeface="Arial"/>
              </a:rPr>
              <a:t>TITLE</a:t>
            </a:r>
            <a:endParaRPr b="0" lang="ru-RU" sz="2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ru-RU" sz="2200" spc="-1" strike="noStrike">
              <a:latin typeface="Arial"/>
            </a:endParaRPr>
          </a:p>
        </p:txBody>
      </p:sp>
      <p:sp>
        <p:nvSpPr>
          <p:cNvPr id="113" name="TextBox 10"/>
          <p:cNvSpPr/>
          <p:nvPr/>
        </p:nvSpPr>
        <p:spPr>
          <a:xfrm>
            <a:off x="3870720" y="2260800"/>
            <a:ext cx="4743000" cy="55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7d85a3"/>
                </a:solidFill>
                <a:latin typeface="Arial"/>
                <a:ea typeface="DejaVu Sans"/>
              </a:rPr>
              <a:t>SUBTITLE2</a:t>
            </a:r>
            <a:endParaRPr b="0" lang="ru-RU" sz="1400" spc="-1" strike="noStrike">
              <a:latin typeface="Arial"/>
            </a:endParaRPr>
          </a:p>
        </p:txBody>
      </p:sp>
      <p:sp>
        <p:nvSpPr>
          <p:cNvPr id="114" name="TextBox 10"/>
          <p:cNvSpPr/>
          <p:nvPr/>
        </p:nvSpPr>
        <p:spPr>
          <a:xfrm>
            <a:off x="3870720" y="2827080"/>
            <a:ext cx="4743000" cy="51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354259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354259"/>
                </a:solidFill>
                <a:latin typeface="Arial"/>
                <a:ea typeface="DejaVu Sans"/>
              </a:rPr>
              <a:t>2</a:t>
            </a:r>
            <a:endParaRPr b="0" lang="ru-RU" sz="1100" spc="-1" strike="noStrike">
              <a:latin typeface="Arial"/>
            </a:endParaRPr>
          </a:p>
        </p:txBody>
      </p:sp>
      <p:sp>
        <p:nvSpPr>
          <p:cNvPr id="115" name="TextBox 10"/>
          <p:cNvSpPr/>
          <p:nvPr/>
        </p:nvSpPr>
        <p:spPr>
          <a:xfrm>
            <a:off x="3569760" y="3599280"/>
            <a:ext cx="5043960" cy="55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7d85a3"/>
                </a:solidFill>
                <a:latin typeface="Arial"/>
                <a:ea typeface="DejaVu Sans"/>
              </a:rPr>
              <a:t>SUBTITLE3</a:t>
            </a:r>
            <a:endParaRPr b="0" lang="ru-RU" sz="1400" spc="-1" strike="noStrike">
              <a:latin typeface="Arial"/>
            </a:endParaRPr>
          </a:p>
        </p:txBody>
      </p:sp>
      <p:sp>
        <p:nvSpPr>
          <p:cNvPr id="116" name="TextBox 10"/>
          <p:cNvSpPr/>
          <p:nvPr/>
        </p:nvSpPr>
        <p:spPr>
          <a:xfrm>
            <a:off x="3569760" y="4165560"/>
            <a:ext cx="5043960" cy="51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354259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354259"/>
                </a:solidFill>
                <a:latin typeface="Arial"/>
                <a:ea typeface="DejaVu Sans"/>
              </a:rPr>
              <a:t>3</a:t>
            </a:r>
            <a:endParaRPr b="0" lang="ru-RU" sz="11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TextBox 20"/>
          <p:cNvSpPr/>
          <p:nvPr/>
        </p:nvSpPr>
        <p:spPr>
          <a:xfrm>
            <a:off x="384840" y="407520"/>
            <a:ext cx="8465760" cy="82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2200" spc="-1" strike="noStrike">
                <a:solidFill>
                  <a:srgbClr val="354259"/>
                </a:solidFill>
                <a:latin typeface="Arial"/>
              </a:rPr>
              <a:t>TITLE</a:t>
            </a:r>
            <a:endParaRPr b="0" lang="ru-RU" sz="2200" spc="-1" strike="noStrike">
              <a:latin typeface="Arial"/>
            </a:endParaRPr>
          </a:p>
        </p:txBody>
      </p:sp>
      <p:sp>
        <p:nvSpPr>
          <p:cNvPr id="118" name="TextBox 10"/>
          <p:cNvSpPr/>
          <p:nvPr/>
        </p:nvSpPr>
        <p:spPr>
          <a:xfrm>
            <a:off x="384840" y="1638000"/>
            <a:ext cx="2665080" cy="71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7d85a3"/>
                </a:solidFill>
                <a:latin typeface="Arial"/>
                <a:ea typeface="DejaVu Sans"/>
              </a:rPr>
              <a:t>SUBTITLE1</a:t>
            </a:r>
            <a:endParaRPr b="0" lang="ru-RU" sz="1400" spc="-1" strike="noStrike">
              <a:latin typeface="Arial"/>
            </a:endParaRPr>
          </a:p>
        </p:txBody>
      </p:sp>
      <p:sp>
        <p:nvSpPr>
          <p:cNvPr id="119" name="TextBox 10"/>
          <p:cNvSpPr/>
          <p:nvPr/>
        </p:nvSpPr>
        <p:spPr>
          <a:xfrm>
            <a:off x="384840" y="2422440"/>
            <a:ext cx="2665080" cy="156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354259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354259"/>
                </a:solidFill>
                <a:latin typeface="Arial"/>
                <a:ea typeface="DejaVu Sans"/>
              </a:rPr>
              <a:t>1</a:t>
            </a:r>
            <a:endParaRPr b="0" lang="ru-RU" sz="1100" spc="-1" strike="noStrike">
              <a:latin typeface="Arial"/>
            </a:endParaRPr>
          </a:p>
        </p:txBody>
      </p:sp>
      <p:sp>
        <p:nvSpPr>
          <p:cNvPr id="120" name="TextBox 10"/>
          <p:cNvSpPr/>
          <p:nvPr/>
        </p:nvSpPr>
        <p:spPr>
          <a:xfrm>
            <a:off x="3239280" y="1638000"/>
            <a:ext cx="2665080" cy="71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7d85a3"/>
                </a:solidFill>
                <a:latin typeface="Arial"/>
                <a:ea typeface="DejaVu Sans"/>
              </a:rPr>
              <a:t>SUBTITLE2</a:t>
            </a:r>
            <a:endParaRPr b="0" lang="ru-RU" sz="1400" spc="-1" strike="noStrike">
              <a:latin typeface="Arial"/>
            </a:endParaRPr>
          </a:p>
        </p:txBody>
      </p:sp>
      <p:sp>
        <p:nvSpPr>
          <p:cNvPr id="121" name="TextBox 10"/>
          <p:cNvSpPr/>
          <p:nvPr/>
        </p:nvSpPr>
        <p:spPr>
          <a:xfrm>
            <a:off x="3239280" y="2422440"/>
            <a:ext cx="2665080" cy="156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354259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354259"/>
                </a:solidFill>
                <a:latin typeface="Arial"/>
                <a:ea typeface="DejaVu Sans"/>
              </a:rPr>
              <a:t>2</a:t>
            </a:r>
            <a:endParaRPr b="0" lang="ru-RU" sz="1100" spc="-1" strike="noStrike">
              <a:latin typeface="Arial"/>
            </a:endParaRPr>
          </a:p>
        </p:txBody>
      </p:sp>
      <p:sp>
        <p:nvSpPr>
          <p:cNvPr id="122" name="TextBox 10"/>
          <p:cNvSpPr/>
          <p:nvPr/>
        </p:nvSpPr>
        <p:spPr>
          <a:xfrm>
            <a:off x="6093720" y="1616400"/>
            <a:ext cx="2665080" cy="71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7d85a3"/>
                </a:solidFill>
                <a:latin typeface="Arial"/>
                <a:ea typeface="DejaVu Sans"/>
              </a:rPr>
              <a:t>SUBTITLE3</a:t>
            </a:r>
            <a:endParaRPr b="0" lang="ru-RU" sz="1400" spc="-1" strike="noStrike">
              <a:latin typeface="Arial"/>
            </a:endParaRPr>
          </a:p>
        </p:txBody>
      </p:sp>
      <p:sp>
        <p:nvSpPr>
          <p:cNvPr id="123" name="TextBox 10"/>
          <p:cNvSpPr/>
          <p:nvPr/>
        </p:nvSpPr>
        <p:spPr>
          <a:xfrm>
            <a:off x="6093720" y="2401200"/>
            <a:ext cx="2665080" cy="156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354259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354259"/>
                </a:solidFill>
                <a:latin typeface="Arial"/>
                <a:ea typeface="DejaVu Sans"/>
              </a:rPr>
              <a:t>3</a:t>
            </a:r>
            <a:endParaRPr b="0" lang="ru-RU" sz="1100" spc="-1" strike="noStrike">
              <a:latin typeface="Arial"/>
            </a:endParaRPr>
          </a:p>
        </p:txBody>
      </p:sp>
      <p:sp>
        <p:nvSpPr>
          <p:cNvPr id="124" name="Стрелка: вниз 2"/>
          <p:cNvSpPr/>
          <p:nvPr/>
        </p:nvSpPr>
        <p:spPr>
          <a:xfrm rot="16200000">
            <a:off x="4255560" y="194400"/>
            <a:ext cx="617040" cy="8152920"/>
          </a:xfrm>
          <a:prstGeom prst="downArrow">
            <a:avLst>
              <a:gd name="adj1" fmla="val 30247"/>
              <a:gd name="adj2" fmla="val 80864"/>
            </a:avLst>
          </a:prstGeom>
          <a:solidFill>
            <a:srgbClr val="205279"/>
          </a:solidFill>
          <a:ln>
            <a:solidFill>
              <a:srgbClr val="32549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TextBox 6"/>
          <p:cNvSpPr/>
          <p:nvPr/>
        </p:nvSpPr>
        <p:spPr>
          <a:xfrm>
            <a:off x="3699720" y="240480"/>
            <a:ext cx="5043960" cy="780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2200" spc="-1" strike="noStrike">
                <a:solidFill>
                  <a:srgbClr val="354259"/>
                </a:solidFill>
                <a:latin typeface="Arial"/>
              </a:rPr>
              <a:t>TITLE</a:t>
            </a:r>
            <a:endParaRPr b="0" lang="ru-RU" sz="2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ru-RU" sz="2200" spc="-1" strike="noStrike">
              <a:latin typeface="Arial"/>
            </a:endParaRPr>
          </a:p>
        </p:txBody>
      </p:sp>
      <p:sp>
        <p:nvSpPr>
          <p:cNvPr id="126" name="Прямоугольник со скругленными углами 3"/>
          <p:cNvSpPr/>
          <p:nvPr/>
        </p:nvSpPr>
        <p:spPr>
          <a:xfrm>
            <a:off x="0" y="0"/>
            <a:ext cx="3396960" cy="5143320"/>
          </a:xfrm>
          <a:prstGeom prst="roundRect">
            <a:avLst>
              <a:gd name="adj" fmla="val 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PIC</a:t>
            </a:r>
            <a:endParaRPr b="0" lang="ru-RU" sz="1800" spc="-1" strike="noStrike">
              <a:latin typeface="Arial"/>
            </a:endParaRPr>
          </a:p>
        </p:txBody>
      </p:sp>
      <p:sp>
        <p:nvSpPr>
          <p:cNvPr id="127" name="TextBox 10"/>
          <p:cNvSpPr/>
          <p:nvPr/>
        </p:nvSpPr>
        <p:spPr>
          <a:xfrm>
            <a:off x="3699720" y="1130400"/>
            <a:ext cx="2533320" cy="71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7d85a3"/>
                </a:solidFill>
                <a:latin typeface="Arial"/>
                <a:ea typeface="DejaVu Sans"/>
              </a:rPr>
              <a:t>SUBTITLE1</a:t>
            </a:r>
            <a:endParaRPr b="0" lang="ru-RU" sz="1400" spc="-1" strike="noStrike">
              <a:latin typeface="Arial"/>
            </a:endParaRPr>
          </a:p>
        </p:txBody>
      </p:sp>
      <p:sp>
        <p:nvSpPr>
          <p:cNvPr id="128" name="TextBox 10"/>
          <p:cNvSpPr/>
          <p:nvPr/>
        </p:nvSpPr>
        <p:spPr>
          <a:xfrm>
            <a:off x="3699720" y="1914840"/>
            <a:ext cx="2533320" cy="126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354259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354259"/>
                </a:solidFill>
                <a:latin typeface="Arial"/>
                <a:ea typeface="DejaVu Sans"/>
              </a:rPr>
              <a:t>1</a:t>
            </a:r>
            <a:endParaRPr b="0" lang="ru-RU" sz="1100" spc="-1" strike="noStrike">
              <a:latin typeface="Arial"/>
            </a:endParaRPr>
          </a:p>
        </p:txBody>
      </p:sp>
      <p:sp>
        <p:nvSpPr>
          <p:cNvPr id="129" name="TextBox 10"/>
          <p:cNvSpPr/>
          <p:nvPr/>
        </p:nvSpPr>
        <p:spPr>
          <a:xfrm>
            <a:off x="6403320" y="1130400"/>
            <a:ext cx="2533320" cy="71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7d85a3"/>
                </a:solidFill>
                <a:latin typeface="Arial"/>
                <a:ea typeface="DejaVu Sans"/>
              </a:rPr>
              <a:t>SUBTITLE2</a:t>
            </a:r>
            <a:endParaRPr b="0" lang="ru-RU" sz="1400" spc="-1" strike="noStrike">
              <a:latin typeface="Arial"/>
            </a:endParaRPr>
          </a:p>
        </p:txBody>
      </p:sp>
      <p:sp>
        <p:nvSpPr>
          <p:cNvPr id="130" name="TextBox 10"/>
          <p:cNvSpPr/>
          <p:nvPr/>
        </p:nvSpPr>
        <p:spPr>
          <a:xfrm>
            <a:off x="6403320" y="1914840"/>
            <a:ext cx="2533320" cy="126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354259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354259"/>
                </a:solidFill>
                <a:latin typeface="Arial"/>
                <a:ea typeface="DejaVu Sans"/>
              </a:rPr>
              <a:t>2</a:t>
            </a:r>
            <a:endParaRPr b="0" lang="ru-RU" sz="1100" spc="-1" strike="noStrike">
              <a:latin typeface="Arial"/>
            </a:endParaRPr>
          </a:p>
        </p:txBody>
      </p:sp>
      <p:sp>
        <p:nvSpPr>
          <p:cNvPr id="131" name="TextBox 10"/>
          <p:cNvSpPr/>
          <p:nvPr/>
        </p:nvSpPr>
        <p:spPr>
          <a:xfrm>
            <a:off x="3699720" y="3383280"/>
            <a:ext cx="5236560" cy="329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7d85a3"/>
                </a:solidFill>
                <a:latin typeface="Arial"/>
                <a:ea typeface="DejaVu Sans"/>
              </a:rPr>
              <a:t>SUBTITLE3</a:t>
            </a:r>
            <a:endParaRPr b="0" lang="ru-RU" sz="1400" spc="-1" strike="noStrike">
              <a:latin typeface="Arial"/>
            </a:endParaRPr>
          </a:p>
        </p:txBody>
      </p:sp>
      <p:sp>
        <p:nvSpPr>
          <p:cNvPr id="132" name="TextBox 10"/>
          <p:cNvSpPr/>
          <p:nvPr/>
        </p:nvSpPr>
        <p:spPr>
          <a:xfrm>
            <a:off x="3699720" y="3735000"/>
            <a:ext cx="5146920" cy="71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354259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354259"/>
                </a:solidFill>
                <a:latin typeface="Arial"/>
                <a:ea typeface="DejaVu Sans"/>
              </a:rPr>
              <a:t>3</a:t>
            </a:r>
            <a:endParaRPr b="0" lang="ru-RU" sz="11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TextBox 20"/>
          <p:cNvSpPr/>
          <p:nvPr/>
        </p:nvSpPr>
        <p:spPr>
          <a:xfrm>
            <a:off x="384840" y="2090520"/>
            <a:ext cx="8465760" cy="48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2200" spc="-1" strike="noStrike">
                <a:solidFill>
                  <a:srgbClr val="354259"/>
                </a:solidFill>
                <a:latin typeface="Arial"/>
              </a:rPr>
              <a:t>TITLE</a:t>
            </a:r>
            <a:endParaRPr b="0" lang="ru-RU" sz="2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ru-RU" sz="2200" spc="-1" strike="noStrike">
              <a:latin typeface="Arial"/>
            </a:endParaRPr>
          </a:p>
        </p:txBody>
      </p:sp>
      <p:sp>
        <p:nvSpPr>
          <p:cNvPr id="134" name="TextBox 10"/>
          <p:cNvSpPr/>
          <p:nvPr/>
        </p:nvSpPr>
        <p:spPr>
          <a:xfrm>
            <a:off x="858960" y="2571840"/>
            <a:ext cx="2355120" cy="71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7d85a3"/>
                </a:solidFill>
                <a:latin typeface="Arial"/>
                <a:ea typeface="DejaVu Sans"/>
              </a:rPr>
              <a:t>SUBTITLE</a:t>
            </a:r>
            <a:r>
              <a:rPr b="0" lang="ru-RU" sz="1400" spc="-1" strike="noStrike">
                <a:solidFill>
                  <a:srgbClr val="7d85a3"/>
                </a:solidFill>
                <a:latin typeface="Arial"/>
                <a:ea typeface="DejaVu Sans"/>
              </a:rPr>
              <a:t>1</a:t>
            </a:r>
            <a:endParaRPr b="0" lang="ru-RU" sz="1400" spc="-1" strike="noStrike">
              <a:latin typeface="Arial"/>
            </a:endParaRPr>
          </a:p>
        </p:txBody>
      </p:sp>
      <p:sp>
        <p:nvSpPr>
          <p:cNvPr id="135" name="TextBox 10"/>
          <p:cNvSpPr/>
          <p:nvPr/>
        </p:nvSpPr>
        <p:spPr>
          <a:xfrm>
            <a:off x="858960" y="3356280"/>
            <a:ext cx="2355120" cy="156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354259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354259"/>
                </a:solidFill>
                <a:latin typeface="Arial"/>
                <a:ea typeface="DejaVu Sans"/>
              </a:rPr>
              <a:t>1</a:t>
            </a:r>
            <a:endParaRPr b="0" lang="ru-RU" sz="1100" spc="-1" strike="noStrike">
              <a:latin typeface="Arial"/>
            </a:endParaRPr>
          </a:p>
        </p:txBody>
      </p:sp>
      <p:sp>
        <p:nvSpPr>
          <p:cNvPr id="136" name="Shape 3"/>
          <p:cNvSpPr/>
          <p:nvPr/>
        </p:nvSpPr>
        <p:spPr>
          <a:xfrm>
            <a:off x="479160" y="2886480"/>
            <a:ext cx="365400" cy="360000"/>
          </a:xfrm>
          <a:prstGeom prst="roundRect">
            <a:avLst>
              <a:gd name="adj" fmla="val 18669"/>
            </a:avLst>
          </a:prstGeom>
          <a:solidFill>
            <a:srgbClr val="205279"/>
          </a:solidFill>
          <a:ln w="7620">
            <a:solidFill>
              <a:srgbClr val="1a426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37" name="TextBox 11"/>
          <p:cNvSpPr/>
          <p:nvPr/>
        </p:nvSpPr>
        <p:spPr>
          <a:xfrm>
            <a:off x="479160" y="2895480"/>
            <a:ext cx="3654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ru-RU" sz="1800" spc="-1" strike="noStrike">
                <a:solidFill>
                  <a:srgbClr val="ffffff"/>
                </a:solidFill>
                <a:latin typeface="Arial"/>
                <a:ea typeface="DejaVu Sans"/>
              </a:rPr>
              <a:t>1</a:t>
            </a:r>
            <a:endParaRPr b="0" lang="ru-RU" sz="1800" spc="-1" strike="noStrike">
              <a:latin typeface="Arial"/>
            </a:endParaRPr>
          </a:p>
        </p:txBody>
      </p:sp>
      <p:sp>
        <p:nvSpPr>
          <p:cNvPr id="138" name="TextBox 10"/>
          <p:cNvSpPr/>
          <p:nvPr/>
        </p:nvSpPr>
        <p:spPr>
          <a:xfrm>
            <a:off x="3821040" y="2571840"/>
            <a:ext cx="2355120" cy="71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7d85a3"/>
                </a:solidFill>
                <a:latin typeface="Arial"/>
                <a:ea typeface="DejaVu Sans"/>
              </a:rPr>
              <a:t>SUBTITLE</a:t>
            </a:r>
            <a:r>
              <a:rPr b="0" lang="ru-RU" sz="1400" spc="-1" strike="noStrike">
                <a:solidFill>
                  <a:srgbClr val="7d85a3"/>
                </a:solidFill>
                <a:latin typeface="Arial"/>
                <a:ea typeface="DejaVu Sans"/>
              </a:rPr>
              <a:t>2</a:t>
            </a:r>
            <a:endParaRPr b="0" lang="ru-RU" sz="1400" spc="-1" strike="noStrike">
              <a:latin typeface="Arial"/>
            </a:endParaRPr>
          </a:p>
        </p:txBody>
      </p:sp>
      <p:sp>
        <p:nvSpPr>
          <p:cNvPr id="139" name="TextBox 10"/>
          <p:cNvSpPr/>
          <p:nvPr/>
        </p:nvSpPr>
        <p:spPr>
          <a:xfrm>
            <a:off x="3821040" y="3356280"/>
            <a:ext cx="2355120" cy="156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354259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354259"/>
                </a:solidFill>
                <a:latin typeface="Arial"/>
                <a:ea typeface="DejaVu Sans"/>
              </a:rPr>
              <a:t>2</a:t>
            </a:r>
            <a:endParaRPr b="0" lang="ru-RU" sz="1100" spc="-1" strike="noStrike">
              <a:latin typeface="Arial"/>
            </a:endParaRPr>
          </a:p>
        </p:txBody>
      </p:sp>
      <p:sp>
        <p:nvSpPr>
          <p:cNvPr id="140" name="Shape 3"/>
          <p:cNvSpPr/>
          <p:nvPr/>
        </p:nvSpPr>
        <p:spPr>
          <a:xfrm>
            <a:off x="3440880" y="2886480"/>
            <a:ext cx="365400" cy="360000"/>
          </a:xfrm>
          <a:prstGeom prst="roundRect">
            <a:avLst>
              <a:gd name="adj" fmla="val 18669"/>
            </a:avLst>
          </a:prstGeom>
          <a:solidFill>
            <a:srgbClr val="205279"/>
          </a:solidFill>
          <a:ln w="7620">
            <a:solidFill>
              <a:srgbClr val="1a426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41" name="TextBox 15"/>
          <p:cNvSpPr/>
          <p:nvPr/>
        </p:nvSpPr>
        <p:spPr>
          <a:xfrm>
            <a:off x="3440880" y="2895480"/>
            <a:ext cx="3654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ru-RU" sz="1800" spc="-1" strike="noStrike">
                <a:solidFill>
                  <a:srgbClr val="ffffff"/>
                </a:solidFill>
                <a:latin typeface="Arial"/>
                <a:ea typeface="DejaVu Sans"/>
              </a:rPr>
              <a:t>2</a:t>
            </a:r>
            <a:endParaRPr b="0" lang="ru-RU" sz="1800" spc="-1" strike="noStrike">
              <a:latin typeface="Arial"/>
            </a:endParaRPr>
          </a:p>
        </p:txBody>
      </p:sp>
      <p:sp>
        <p:nvSpPr>
          <p:cNvPr id="142" name="TextBox 10"/>
          <p:cNvSpPr/>
          <p:nvPr/>
        </p:nvSpPr>
        <p:spPr>
          <a:xfrm>
            <a:off x="6782760" y="2571840"/>
            <a:ext cx="2294280" cy="71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7d85a3"/>
                </a:solidFill>
                <a:latin typeface="Arial"/>
                <a:ea typeface="DejaVu Sans"/>
              </a:rPr>
              <a:t>SUBTITLE</a:t>
            </a:r>
            <a:r>
              <a:rPr b="0" lang="ru-RU" sz="1400" spc="-1" strike="noStrike">
                <a:solidFill>
                  <a:srgbClr val="7d85a3"/>
                </a:solidFill>
                <a:latin typeface="Arial"/>
                <a:ea typeface="DejaVu Sans"/>
              </a:rPr>
              <a:t>3</a:t>
            </a:r>
            <a:endParaRPr b="0" lang="ru-RU" sz="1400" spc="-1" strike="noStrike">
              <a:latin typeface="Arial"/>
            </a:endParaRPr>
          </a:p>
        </p:txBody>
      </p:sp>
      <p:sp>
        <p:nvSpPr>
          <p:cNvPr id="143" name="TextBox 10"/>
          <p:cNvSpPr/>
          <p:nvPr/>
        </p:nvSpPr>
        <p:spPr>
          <a:xfrm>
            <a:off x="6782760" y="3356280"/>
            <a:ext cx="2294280" cy="156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354259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354259"/>
                </a:solidFill>
                <a:latin typeface="Arial"/>
                <a:ea typeface="DejaVu Sans"/>
              </a:rPr>
              <a:t>3</a:t>
            </a:r>
            <a:endParaRPr b="0" lang="ru-RU" sz="1100" spc="-1" strike="noStrike">
              <a:latin typeface="Arial"/>
            </a:endParaRPr>
          </a:p>
        </p:txBody>
      </p:sp>
      <p:sp>
        <p:nvSpPr>
          <p:cNvPr id="144" name="Shape 3"/>
          <p:cNvSpPr/>
          <p:nvPr/>
        </p:nvSpPr>
        <p:spPr>
          <a:xfrm>
            <a:off x="6402960" y="2886480"/>
            <a:ext cx="365400" cy="360000"/>
          </a:xfrm>
          <a:prstGeom prst="roundRect">
            <a:avLst>
              <a:gd name="adj" fmla="val 18669"/>
            </a:avLst>
          </a:prstGeom>
          <a:solidFill>
            <a:srgbClr val="205279"/>
          </a:solidFill>
          <a:ln w="7620">
            <a:solidFill>
              <a:srgbClr val="1a426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45" name="TextBox 19"/>
          <p:cNvSpPr/>
          <p:nvPr/>
        </p:nvSpPr>
        <p:spPr>
          <a:xfrm>
            <a:off x="6402960" y="2895480"/>
            <a:ext cx="3654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ru-RU" sz="1800" spc="-1" strike="noStrike">
                <a:solidFill>
                  <a:srgbClr val="ffffff"/>
                </a:solidFill>
                <a:latin typeface="Arial"/>
                <a:ea typeface="DejaVu Sans"/>
              </a:rPr>
              <a:t>3</a:t>
            </a:r>
            <a:endParaRPr b="0" lang="ru-RU" sz="1800" spc="-1" strike="noStrike">
              <a:latin typeface="Arial"/>
            </a:endParaRPr>
          </a:p>
        </p:txBody>
      </p:sp>
      <p:sp>
        <p:nvSpPr>
          <p:cNvPr id="146" name="Прямоугольник со скругленными углами 3"/>
          <p:cNvSpPr/>
          <p:nvPr/>
        </p:nvSpPr>
        <p:spPr>
          <a:xfrm>
            <a:off x="0" y="0"/>
            <a:ext cx="9143640" cy="1961640"/>
          </a:xfrm>
          <a:prstGeom prst="roundRect">
            <a:avLst>
              <a:gd name="adj" fmla="val 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PIC</a:t>
            </a:r>
            <a:endParaRPr b="0" lang="ru-RU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TextBox 6"/>
          <p:cNvSpPr/>
          <p:nvPr/>
        </p:nvSpPr>
        <p:spPr>
          <a:xfrm>
            <a:off x="384840" y="240480"/>
            <a:ext cx="5043960" cy="780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2200" spc="-1" strike="noStrike">
                <a:solidFill>
                  <a:srgbClr val="354259"/>
                </a:solidFill>
                <a:latin typeface="Arial"/>
              </a:rPr>
              <a:t>TITLE</a:t>
            </a:r>
            <a:endParaRPr b="0" lang="ru-RU" sz="2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ru-RU" sz="2200" spc="-1" strike="noStrike">
              <a:latin typeface="Arial"/>
            </a:endParaRPr>
          </a:p>
        </p:txBody>
      </p:sp>
      <p:sp>
        <p:nvSpPr>
          <p:cNvPr id="148" name="TextBox 10"/>
          <p:cNvSpPr/>
          <p:nvPr/>
        </p:nvSpPr>
        <p:spPr>
          <a:xfrm>
            <a:off x="384840" y="1120680"/>
            <a:ext cx="4958280" cy="55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7d85a3"/>
                </a:solidFill>
                <a:latin typeface="Arial"/>
                <a:ea typeface="DejaVu Sans"/>
              </a:rPr>
              <a:t>SUBTITLE1</a:t>
            </a:r>
            <a:endParaRPr b="0" lang="ru-RU" sz="1400" spc="-1" strike="noStrike">
              <a:latin typeface="Arial"/>
            </a:endParaRPr>
          </a:p>
        </p:txBody>
      </p:sp>
      <p:sp>
        <p:nvSpPr>
          <p:cNvPr id="149" name="TextBox 10"/>
          <p:cNvSpPr/>
          <p:nvPr/>
        </p:nvSpPr>
        <p:spPr>
          <a:xfrm>
            <a:off x="384840" y="1686960"/>
            <a:ext cx="4958280" cy="51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354259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354259"/>
                </a:solidFill>
                <a:latin typeface="Arial"/>
                <a:ea typeface="DejaVu Sans"/>
              </a:rPr>
              <a:t>1</a:t>
            </a:r>
            <a:endParaRPr b="0" lang="ru-RU" sz="1100" spc="-1" strike="noStrike">
              <a:latin typeface="Arial"/>
            </a:endParaRPr>
          </a:p>
        </p:txBody>
      </p:sp>
      <p:sp>
        <p:nvSpPr>
          <p:cNvPr id="150" name="TextBox 10"/>
          <p:cNvSpPr/>
          <p:nvPr/>
        </p:nvSpPr>
        <p:spPr>
          <a:xfrm>
            <a:off x="384840" y="2340360"/>
            <a:ext cx="4958280" cy="55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7d85a3"/>
                </a:solidFill>
                <a:latin typeface="Arial"/>
                <a:ea typeface="DejaVu Sans"/>
              </a:rPr>
              <a:t>SUBTITLE2</a:t>
            </a:r>
            <a:endParaRPr b="0" lang="ru-RU" sz="1400" spc="-1" strike="noStrike">
              <a:latin typeface="Arial"/>
            </a:endParaRPr>
          </a:p>
        </p:txBody>
      </p:sp>
      <p:sp>
        <p:nvSpPr>
          <p:cNvPr id="151" name="TextBox 10"/>
          <p:cNvSpPr/>
          <p:nvPr/>
        </p:nvSpPr>
        <p:spPr>
          <a:xfrm>
            <a:off x="384840" y="2906640"/>
            <a:ext cx="4958280" cy="51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354259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354259"/>
                </a:solidFill>
                <a:latin typeface="Arial"/>
                <a:ea typeface="DejaVu Sans"/>
              </a:rPr>
              <a:t>2</a:t>
            </a:r>
            <a:endParaRPr b="0" lang="ru-RU" sz="1100" spc="-1" strike="noStrike">
              <a:latin typeface="Arial"/>
            </a:endParaRPr>
          </a:p>
        </p:txBody>
      </p:sp>
      <p:sp>
        <p:nvSpPr>
          <p:cNvPr id="152" name="TextBox 10"/>
          <p:cNvSpPr/>
          <p:nvPr/>
        </p:nvSpPr>
        <p:spPr>
          <a:xfrm>
            <a:off x="384840" y="3560040"/>
            <a:ext cx="4958280" cy="55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7d85a3"/>
                </a:solidFill>
                <a:latin typeface="Arial"/>
                <a:ea typeface="DejaVu Sans"/>
              </a:rPr>
              <a:t>SUBTITLE3</a:t>
            </a:r>
            <a:endParaRPr b="0" lang="ru-RU" sz="1400" spc="-1" strike="noStrike">
              <a:latin typeface="Arial"/>
            </a:endParaRPr>
          </a:p>
        </p:txBody>
      </p:sp>
      <p:sp>
        <p:nvSpPr>
          <p:cNvPr id="153" name="TextBox 10"/>
          <p:cNvSpPr/>
          <p:nvPr/>
        </p:nvSpPr>
        <p:spPr>
          <a:xfrm>
            <a:off x="384840" y="4126320"/>
            <a:ext cx="4958280" cy="51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354259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354259"/>
                </a:solidFill>
                <a:latin typeface="Arial"/>
                <a:ea typeface="DejaVu Sans"/>
              </a:rPr>
              <a:t>3</a:t>
            </a:r>
            <a:endParaRPr b="0" lang="ru-RU" sz="1100" spc="-1" strike="noStrike">
              <a:latin typeface="Arial"/>
            </a:endParaRPr>
          </a:p>
        </p:txBody>
      </p:sp>
      <p:sp>
        <p:nvSpPr>
          <p:cNvPr id="154" name="Прямоугольник со скругленными углами 3"/>
          <p:cNvSpPr/>
          <p:nvPr/>
        </p:nvSpPr>
        <p:spPr>
          <a:xfrm>
            <a:off x="5746680" y="0"/>
            <a:ext cx="3396960" cy="5143320"/>
          </a:xfrm>
          <a:prstGeom prst="roundRect">
            <a:avLst>
              <a:gd name="adj" fmla="val 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PIC</a:t>
            </a:r>
            <a:endParaRPr b="0" lang="ru-RU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Прямоугольник 10"/>
          <p:cNvSpPr/>
          <p:nvPr/>
        </p:nvSpPr>
        <p:spPr>
          <a:xfrm>
            <a:off x="460080" y="622080"/>
            <a:ext cx="8469000" cy="330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ts val="6999"/>
              </a:lnSpc>
              <a:buNone/>
            </a:pPr>
            <a:r>
              <a:rPr b="0" lang="en-US" sz="6600" spc="-1" strike="noStrike">
                <a:solidFill>
                  <a:srgbClr val="ffffff"/>
                </a:solidFill>
                <a:latin typeface="Arial"/>
                <a:ea typeface="DejaVu Sans"/>
              </a:rPr>
              <a:t>TITLE</a:t>
            </a:r>
            <a:endParaRPr b="0" lang="ru-RU" sz="66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1800</TotalTime>
  <Application>LibreOffice/7.3.7.2$Linux_X86_64 LibreOffice_project/30$Build-2</Application>
  <AppVersion>15.0000</AppVersion>
  <Words>126</Words>
  <Paragraphs>90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2024-04-17T19:56:02Z</dcterms:created>
  <dc:creator>Алика Шпагина</dc:creator>
  <dc:description/>
  <dc:language>ru-RU</dc:language>
  <cp:lastModifiedBy/>
  <dcterms:modified xsi:type="dcterms:W3CDTF">2025-02-20T13:40:22Z</dcterms:modified>
  <cp:revision>40</cp:revision>
  <dc:subject/>
  <dc:title>Презентация PowerPoint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3</vt:i4>
  </property>
  <property fmtid="{D5CDD505-2E9C-101B-9397-08002B2CF9AE}" pid="3" name="PresentationFormat">
    <vt:lpwstr>Экран (16:9)</vt:lpwstr>
  </property>
  <property fmtid="{D5CDD505-2E9C-101B-9397-08002B2CF9AE}" pid="4" name="Slides">
    <vt:i4>11</vt:i4>
  </property>
</Properties>
</file>