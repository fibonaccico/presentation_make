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0E456A8-6BCC-469E-9D47-B68B199B0710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2C6DC1-E184-4E84-9D0F-028D2EE40DFB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2CABEA-E7CF-4E6A-889A-8D0552E6A8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CB989A-CF6D-40FA-96E0-BB9E414C76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3FB43B-E8B3-49CE-A330-28DCB3D4A2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DB7994-F043-4E09-AAFA-93814488DC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0ADC92-EA20-4AA2-AD27-6AEE2C8FD6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F2A9FB-92D4-4312-815D-A6957A767F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EBD677-E335-4282-AE32-A3B4D8CD0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019046-210A-4B1C-90C7-A3E917F34E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F97382-7487-420C-984E-F943CDDB0E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877935-786C-458D-97E4-B43803B870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6BAA02-DAB9-4C87-B924-1A8810DAA4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5FD7B8-36BD-4B16-BC76-42C2A04795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7995A8-94E8-440D-92E1-48151AC11164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Shape 3"/>
          <p:cNvSpPr/>
          <p:nvPr/>
        </p:nvSpPr>
        <p:spPr>
          <a:xfrm>
            <a:off x="492840" y="159372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17"/>
          <p:cNvSpPr/>
          <p:nvPr/>
        </p:nvSpPr>
        <p:spPr>
          <a:xfrm>
            <a:off x="492840" y="160272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1495800" y="12711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5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492840" y="27748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Box 19"/>
          <p:cNvSpPr/>
          <p:nvPr/>
        </p:nvSpPr>
        <p:spPr>
          <a:xfrm>
            <a:off x="492840" y="278388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492840" y="396000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Box 22"/>
          <p:cNvSpPr/>
          <p:nvPr/>
        </p:nvSpPr>
        <p:spPr>
          <a:xfrm>
            <a:off x="492840" y="3969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1495800" y="18370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1492200" y="245376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1492200" y="3017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1492200" y="36478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1492200" y="421128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49200" y="228600"/>
            <a:ext cx="5329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093720" y="25502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093720" y="333504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349200" y="2057400"/>
            <a:ext cx="856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0"/>
          <p:cNvSpPr/>
          <p:nvPr/>
        </p:nvSpPr>
        <p:spPr>
          <a:xfrm>
            <a:off x="4607640" y="1021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5" name="Прямоугольник со скругленными углами 3"/>
          <p:cNvSpPr/>
          <p:nvPr/>
        </p:nvSpPr>
        <p:spPr>
          <a:xfrm>
            <a:off x="0" y="0"/>
            <a:ext cx="339660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4607640" y="158760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Стрелка: шеврон 1"/>
          <p:cNvSpPr/>
          <p:nvPr/>
        </p:nvSpPr>
        <p:spPr>
          <a:xfrm rot="5400000">
            <a:off x="3686400" y="129924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TextBox 31"/>
          <p:cNvSpPr/>
          <p:nvPr/>
        </p:nvSpPr>
        <p:spPr>
          <a:xfrm>
            <a:off x="3919320" y="14760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07640" y="233568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4607640" y="29091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1" name="Стрелка: шеврон 37"/>
          <p:cNvSpPr/>
          <p:nvPr/>
        </p:nvSpPr>
        <p:spPr>
          <a:xfrm rot="5400000">
            <a:off x="3686400" y="26136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2" name="TextBox 38"/>
          <p:cNvSpPr/>
          <p:nvPr/>
        </p:nvSpPr>
        <p:spPr>
          <a:xfrm>
            <a:off x="3919320" y="27903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607640" y="3657240"/>
            <a:ext cx="4270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4607640" y="4230360"/>
            <a:ext cx="427068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5" name="Стрелка: шеврон 41"/>
          <p:cNvSpPr/>
          <p:nvPr/>
        </p:nvSpPr>
        <p:spPr>
          <a:xfrm rot="5400000">
            <a:off x="3686400" y="3934800"/>
            <a:ext cx="834120" cy="636840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TextBox 42"/>
          <p:cNvSpPr/>
          <p:nvPr/>
        </p:nvSpPr>
        <p:spPr>
          <a:xfrm>
            <a:off x="3919320" y="411156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657600" y="228600"/>
            <a:ext cx="502884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Прямоугольник со скругленными углами 3"/>
          <p:cNvSpPr/>
          <p:nvPr/>
        </p:nvSpPr>
        <p:spPr>
          <a:xfrm>
            <a:off x="5884200" y="0"/>
            <a:ext cx="3259080" cy="51429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384840" y="108144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5"/>
          <p:cNvSpPr/>
          <p:nvPr/>
        </p:nvSpPr>
        <p:spPr>
          <a:xfrm>
            <a:off x="384840" y="2301120"/>
            <a:ext cx="5043600" cy="12189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2"/>
          <p:cNvSpPr/>
          <p:nvPr/>
        </p:nvSpPr>
        <p:spPr>
          <a:xfrm>
            <a:off x="384840" y="3520800"/>
            <a:ext cx="5043600" cy="12189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solidFill>
              <a:srgbClr val="205279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10"/>
          <p:cNvSpPr/>
          <p:nvPr/>
        </p:nvSpPr>
        <p:spPr>
          <a:xfrm>
            <a:off x="543240" y="112068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43240" y="168696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43240" y="234036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43240" y="290664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43240" y="3560040"/>
            <a:ext cx="472140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43240" y="4126320"/>
            <a:ext cx="4721400" cy="5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64600" y="228600"/>
            <a:ext cx="5257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Прямоугольник 10"/>
          <p:cNvSpPr/>
          <p:nvPr/>
        </p:nvSpPr>
        <p:spPr>
          <a:xfrm>
            <a:off x="460080" y="622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1802</TotalTime>
  <Application>LibreOffice/7.3.7.2$Linux_X86_64 LibreOffice_project/30$Build-2</Application>
  <AppVersion>15.0000</AppVersion>
  <Words>61</Words>
  <Paragraphs>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2025-02-20T13:36:21Z</dcterms:modified>
  <cp:revision>36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6</vt:i4>
  </property>
</Properties>
</file>