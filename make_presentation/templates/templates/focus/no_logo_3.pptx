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E86DB3-29A3-41B8-95C6-B7AED8A214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38DBD6-DF27-4135-AF17-5B82F7F987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68F48-515A-4412-B563-198B4FE168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C08D1E-4097-4141-9370-93840613B2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BE26EF-0568-484F-9A4A-3DDFF08C6C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5E3B0-60D0-4588-B3F1-DE1CF56413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F524F8-1CCF-485C-85E6-C8640D8E91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33155-7DA7-4B6E-8A30-A5ED961AFA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0E0EE7-118E-4A0D-AE2D-C144EC03B0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264806-4CC4-4F86-8281-54C49BE45C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C33F28-E6DB-4D43-BB13-1BBCFF49C9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13ACCD-A6C8-4828-9FB5-2213482972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7B23B3-B529-47EB-BE1E-BB54F458B907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ая соединительная линия 35"/>
          <p:cNvSpPr/>
          <p:nvPr/>
        </p:nvSpPr>
        <p:spPr>
          <a:xfrm flipV="1">
            <a:off x="674640" y="1224360"/>
            <a:ext cx="360" cy="359748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Прямая соединительная линия 30"/>
          <p:cNvSpPr/>
          <p:nvPr/>
        </p:nvSpPr>
        <p:spPr>
          <a:xfrm>
            <a:off x="858600" y="178020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Прямая соединительная линия 33"/>
          <p:cNvSpPr/>
          <p:nvPr/>
        </p:nvSpPr>
        <p:spPr>
          <a:xfrm>
            <a:off x="858600" y="295812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Прямая соединительная линия 34"/>
          <p:cNvSpPr/>
          <p:nvPr/>
        </p:nvSpPr>
        <p:spPr>
          <a:xfrm>
            <a:off x="858600" y="4155840"/>
            <a:ext cx="493200" cy="360"/>
          </a:xfrm>
          <a:prstGeom prst="line">
            <a:avLst/>
          </a:prstGeom>
          <a:ln cap="rnd" w="2857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Shape 3"/>
          <p:cNvSpPr/>
          <p:nvPr/>
        </p:nvSpPr>
        <p:spPr>
          <a:xfrm>
            <a:off x="492840" y="159372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Box 17"/>
          <p:cNvSpPr/>
          <p:nvPr/>
        </p:nvSpPr>
        <p:spPr>
          <a:xfrm>
            <a:off x="492840" y="160272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8" name="TextBox 6"/>
          <p:cNvSpPr/>
          <p:nvPr/>
        </p:nvSpPr>
        <p:spPr>
          <a:xfrm>
            <a:off x="384840" y="233280"/>
            <a:ext cx="504396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354259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2200" spc="-1" strike="noStrike">
              <a:latin typeface="Arial"/>
            </a:endParaRPr>
          </a:p>
        </p:txBody>
      </p:sp>
      <p:sp>
        <p:nvSpPr>
          <p:cNvPr id="49" name="TextBox 10"/>
          <p:cNvSpPr/>
          <p:nvPr/>
        </p:nvSpPr>
        <p:spPr>
          <a:xfrm>
            <a:off x="1495800" y="12711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0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492840" y="277488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Box 19"/>
          <p:cNvSpPr/>
          <p:nvPr/>
        </p:nvSpPr>
        <p:spPr>
          <a:xfrm>
            <a:off x="492840" y="278388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492840" y="3960000"/>
            <a:ext cx="365400" cy="360000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Box 22"/>
          <p:cNvSpPr/>
          <p:nvPr/>
        </p:nvSpPr>
        <p:spPr>
          <a:xfrm>
            <a:off x="492840" y="3969000"/>
            <a:ext cx="365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1495800" y="18370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1492200" y="245376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1492200" y="301716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1492200" y="3647880"/>
            <a:ext cx="42710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7d85a3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1492200" y="4211280"/>
            <a:ext cx="4271040" cy="5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54259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54259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рямоугольник 10"/>
          <p:cNvSpPr/>
          <p:nvPr/>
        </p:nvSpPr>
        <p:spPr>
          <a:xfrm>
            <a:off x="460080" y="622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66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6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1799</TotalTime>
  <Application>LibreOffice/7.3.7.2$Linux_X86_64 LibreOffice_project/30$Build-2</Application>
  <AppVersion>15.0000</AppVersion>
  <Words>24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2025-02-20T13:34:29Z</dcterms:modified>
  <cp:revision>39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(16:9)</vt:lpwstr>
  </property>
  <property fmtid="{D5CDD505-2E9C-101B-9397-08002B2CF9AE}" pid="3" name="Slides">
    <vt:i4>3</vt:i4>
  </property>
</Properties>
</file>