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0" r:id="rId1"/>
  </p:sldMasterIdLst>
  <p:notesMasterIdLst>
    <p:notesMasterId r:id="rId16"/>
  </p:notesMasterIdLst>
  <p:sldIdLst>
    <p:sldId id="263" r:id="rId2"/>
    <p:sldId id="264" r:id="rId3"/>
    <p:sldId id="258" r:id="rId4"/>
    <p:sldId id="265" r:id="rId5"/>
    <p:sldId id="266" r:id="rId6"/>
    <p:sldId id="257" r:id="rId7"/>
    <p:sldId id="268" r:id="rId8"/>
    <p:sldId id="267" r:id="rId9"/>
    <p:sldId id="269" r:id="rId10"/>
    <p:sldId id="270" r:id="rId11"/>
    <p:sldId id="272" r:id="rId12"/>
    <p:sldId id="273" r:id="rId13"/>
    <p:sldId id="274" r:id="rId14"/>
    <p:sldId id="261" r:id="rId15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54259"/>
    <a:srgbClr val="7D85A3"/>
    <a:srgbClr val="E9E9E9"/>
    <a:srgbClr val="205279"/>
    <a:srgbClr val="578899"/>
    <a:srgbClr val="3384CE"/>
    <a:srgbClr val="5F6887"/>
    <a:srgbClr val="382C37"/>
    <a:srgbClr val="997F97"/>
    <a:srgbClr val="8C758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110" autoAdjust="0"/>
    <p:restoredTop sz="94714"/>
  </p:normalViewPr>
  <p:slideViewPr>
    <p:cSldViewPr snapToGrid="0">
      <p:cViewPr varScale="1">
        <p:scale>
          <a:sx n="149" d="100"/>
          <a:sy n="149" d="100"/>
        </p:scale>
        <p:origin x="616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3B10C3-A7B0-491D-A9C6-63E5AE6B014B}" type="datetimeFigureOut">
              <a:rPr lang="ru-RU" smtClean="0"/>
              <a:t>16.07.2026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03857C1-0282-46D8-B50F-09E039BF090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553552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857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892" algn="l" defTabSz="6857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783" algn="l" defTabSz="6857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675" algn="l" defTabSz="6857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566" algn="l" defTabSz="6857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457" algn="l" defTabSz="6857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348" algn="l" defTabSz="6857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240" algn="l" defTabSz="6857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132" algn="l" defTabSz="6857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3857C1-0282-46D8-B50F-09E039BF0906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573231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3857C1-0282-46D8-B50F-09E039BF0906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969425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3857C1-0282-46D8-B50F-09E039BF0906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623157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2488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15687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41980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7/16/26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91695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7/16/26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02386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7/16/26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28145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7/16/26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37057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7/16/26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3166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7/16/26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69174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11612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76603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7/16/26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23622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microsoft.com/office/2007/relationships/hdphoto" Target="../media/hdphoto1.wdp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5">
            <a:extLst>
              <a:ext uri="{FF2B5EF4-FFF2-40B4-BE49-F238E27FC236}">
                <a16:creationId xmlns:a16="http://schemas.microsoft.com/office/drawing/2014/main" id="{C7BF634F-01CF-44F1-A622-4D75EB569C2B}"/>
              </a:ext>
            </a:extLst>
          </p:cNvPr>
          <p:cNvSpPr>
            <a:spLocks noChangeAspect="1"/>
          </p:cNvSpPr>
          <p:nvPr/>
        </p:nvSpPr>
        <p:spPr>
          <a:xfrm>
            <a:off x="460151" y="4667174"/>
            <a:ext cx="2999374" cy="27003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ts val="1650"/>
              </a:lnSpc>
            </a:pPr>
            <a:r>
              <a:rPr lang="ru-RU" sz="9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</a:rPr>
              <a:t>Презентация создана в </a:t>
            </a:r>
            <a:r>
              <a:rPr lang="en-US" sz="9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</a:rPr>
              <a:t>Fibonacci</a:t>
            </a:r>
            <a:endParaRPr lang="en-US" altLang="ru-RU" sz="900" dirty="0">
              <a:solidFill>
                <a:schemeClr val="bg1">
                  <a:lumMod val="9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B9DE915D-CE18-4AE1-80C7-A3F161B8808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3227" y="4667862"/>
            <a:ext cx="291491" cy="291491"/>
          </a:xfrm>
          <a:prstGeom prst="rect">
            <a:avLst/>
          </a:prstGeom>
        </p:spPr>
      </p:pic>
      <p:sp>
        <p:nvSpPr>
          <p:cNvPr id="10" name="Прямоугольник 10">
            <a:extLst>
              <a:ext uri="{FF2B5EF4-FFF2-40B4-BE49-F238E27FC236}">
                <a16:creationId xmlns:a16="http://schemas.microsoft.com/office/drawing/2014/main" id="{B344D9FF-4E57-4DF4-BABE-EB1E769B2CA7}"/>
              </a:ext>
            </a:extLst>
          </p:cNvPr>
          <p:cNvSpPr/>
          <p:nvPr/>
        </p:nvSpPr>
        <p:spPr>
          <a:xfrm>
            <a:off x="460151" y="621909"/>
            <a:ext cx="8469537" cy="330715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ts val="7000"/>
              </a:lnSpc>
              <a:buNone/>
            </a:pPr>
            <a:r>
              <a:rPr lang="en-US" sz="6600" spc="-1" dirty="0">
                <a:solidFill>
                  <a:srgbClr val="FFFFFF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TITLE</a:t>
            </a:r>
            <a:endParaRPr lang="en-US" sz="6600" strike="noStrike" spc="-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51325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Прямая соединительная линия 35">
            <a:extLst>
              <a:ext uri="{FF2B5EF4-FFF2-40B4-BE49-F238E27FC236}">
                <a16:creationId xmlns:a16="http://schemas.microsoft.com/office/drawing/2014/main" id="{51115666-F2EF-48CF-A537-2A5217E88E6D}"/>
              </a:ext>
            </a:extLst>
          </p:cNvPr>
          <p:cNvCxnSpPr>
            <a:cxnSpLocks/>
          </p:cNvCxnSpPr>
          <p:nvPr/>
        </p:nvCxnSpPr>
        <p:spPr>
          <a:xfrm flipV="1">
            <a:off x="674844" y="1224407"/>
            <a:ext cx="0" cy="3597624"/>
          </a:xfrm>
          <a:prstGeom prst="line">
            <a:avLst/>
          </a:prstGeom>
          <a:ln w="28575" cap="rnd">
            <a:solidFill>
              <a:srgbClr val="20527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Прямая соединительная линия 30">
            <a:extLst>
              <a:ext uri="{FF2B5EF4-FFF2-40B4-BE49-F238E27FC236}">
                <a16:creationId xmlns:a16="http://schemas.microsoft.com/office/drawing/2014/main" id="{EBE5C91F-577B-4DED-B13C-25221E9B7B96}"/>
              </a:ext>
            </a:extLst>
          </p:cNvPr>
          <p:cNvCxnSpPr>
            <a:cxnSpLocks/>
          </p:cNvCxnSpPr>
          <p:nvPr/>
        </p:nvCxnSpPr>
        <p:spPr>
          <a:xfrm>
            <a:off x="858676" y="1780528"/>
            <a:ext cx="493395" cy="0"/>
          </a:xfrm>
          <a:prstGeom prst="line">
            <a:avLst/>
          </a:prstGeom>
          <a:ln w="28575" cap="rnd">
            <a:solidFill>
              <a:srgbClr val="20527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Прямая соединительная линия 33">
            <a:extLst>
              <a:ext uri="{FF2B5EF4-FFF2-40B4-BE49-F238E27FC236}">
                <a16:creationId xmlns:a16="http://schemas.microsoft.com/office/drawing/2014/main" id="{22A8CBBD-58CD-4A00-B4A3-C6C1EA59DD61}"/>
              </a:ext>
            </a:extLst>
          </p:cNvPr>
          <p:cNvCxnSpPr>
            <a:cxnSpLocks/>
          </p:cNvCxnSpPr>
          <p:nvPr/>
        </p:nvCxnSpPr>
        <p:spPr>
          <a:xfrm>
            <a:off x="858676" y="2958402"/>
            <a:ext cx="493395" cy="0"/>
          </a:xfrm>
          <a:prstGeom prst="line">
            <a:avLst/>
          </a:prstGeom>
          <a:ln w="28575" cap="rnd">
            <a:solidFill>
              <a:srgbClr val="20527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Прямая соединительная линия 34">
            <a:extLst>
              <a:ext uri="{FF2B5EF4-FFF2-40B4-BE49-F238E27FC236}">
                <a16:creationId xmlns:a16="http://schemas.microsoft.com/office/drawing/2014/main" id="{6AD47BC8-F023-4F7B-B70E-7946D893F163}"/>
              </a:ext>
            </a:extLst>
          </p:cNvPr>
          <p:cNvCxnSpPr>
            <a:cxnSpLocks/>
          </p:cNvCxnSpPr>
          <p:nvPr/>
        </p:nvCxnSpPr>
        <p:spPr>
          <a:xfrm>
            <a:off x="858676" y="4156188"/>
            <a:ext cx="493395" cy="0"/>
          </a:xfrm>
          <a:prstGeom prst="line">
            <a:avLst/>
          </a:prstGeom>
          <a:ln w="28575" cap="rnd">
            <a:solidFill>
              <a:srgbClr val="20527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Shape 3">
            <a:extLst>
              <a:ext uri="{FF2B5EF4-FFF2-40B4-BE49-F238E27FC236}">
                <a16:creationId xmlns:a16="http://schemas.microsoft.com/office/drawing/2014/main" id="{6F43D10C-8451-4B88-AA05-48FDDC4727E8}"/>
              </a:ext>
            </a:extLst>
          </p:cNvPr>
          <p:cNvSpPr/>
          <p:nvPr/>
        </p:nvSpPr>
        <p:spPr>
          <a:xfrm>
            <a:off x="493000" y="1593835"/>
            <a:ext cx="365676" cy="360226"/>
          </a:xfrm>
          <a:prstGeom prst="roundRect">
            <a:avLst>
              <a:gd name="adj" fmla="val 18669"/>
            </a:avLst>
          </a:prstGeom>
          <a:solidFill>
            <a:srgbClr val="205279"/>
          </a:solidFill>
          <a:ln w="7620">
            <a:solidFill>
              <a:srgbClr val="1A4260"/>
            </a:solidFill>
            <a:prstDash val="solid"/>
          </a:ln>
        </p:spPr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87F7860-3D9E-47CF-82BB-BB815C018277}"/>
              </a:ext>
            </a:extLst>
          </p:cNvPr>
          <p:cNvSpPr txBox="1"/>
          <p:nvPr/>
        </p:nvSpPr>
        <p:spPr>
          <a:xfrm>
            <a:off x="493000" y="1602827"/>
            <a:ext cx="365676" cy="3693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ru-RU" sz="1800" b="0" strike="noStrike" spc="-1" dirty="0">
                <a:solidFill>
                  <a:schemeClr val="bg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1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167D7AF-1912-4030-BF52-4A523E802088}"/>
              </a:ext>
            </a:extLst>
          </p:cNvPr>
          <p:cNvSpPr txBox="1"/>
          <p:nvPr/>
        </p:nvSpPr>
        <p:spPr>
          <a:xfrm>
            <a:off x="384927" y="233219"/>
            <a:ext cx="5044320" cy="781212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r>
              <a:rPr lang="en-US" sz="2200" strike="noStrike" spc="-1" dirty="0">
                <a:solidFill>
                  <a:srgbClr val="35425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TITLE</a:t>
            </a:r>
            <a:endParaRPr lang="ru-RU" sz="2200" strike="noStrike" spc="-1" dirty="0">
              <a:solidFill>
                <a:srgbClr val="35425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ru-RU" sz="2200" strike="noStrike" spc="-1" dirty="0">
              <a:solidFill>
                <a:srgbClr val="354259"/>
              </a:solidFill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10">
            <a:extLst>
              <a:ext uri="{FF2B5EF4-FFF2-40B4-BE49-F238E27FC236}">
                <a16:creationId xmlns:a16="http://schemas.microsoft.com/office/drawing/2014/main" id="{53C1FCFE-BBE5-4D5C-82FD-1F73113E091C}"/>
              </a:ext>
            </a:extLst>
          </p:cNvPr>
          <p:cNvSpPr/>
          <p:nvPr/>
        </p:nvSpPr>
        <p:spPr>
          <a:xfrm>
            <a:off x="1495702" y="1271036"/>
            <a:ext cx="4271320" cy="55112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b="0" strike="noStrike" spc="-1" dirty="0">
                <a:solidFill>
                  <a:srgbClr val="7D85A3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SUBTITLE1</a:t>
            </a:r>
            <a:endParaRPr lang="en-US" sz="1400" b="0" strike="noStrike" spc="-1" dirty="0">
              <a:solidFill>
                <a:srgbClr val="7D85A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Прямоугольник со скругленными углами 3">
            <a:extLst>
              <a:ext uri="{FF2B5EF4-FFF2-40B4-BE49-F238E27FC236}">
                <a16:creationId xmlns:a16="http://schemas.microsoft.com/office/drawing/2014/main" id="{AE115C34-7D47-487C-B3D4-43A9C07C0B2A}"/>
              </a:ext>
            </a:extLst>
          </p:cNvPr>
          <p:cNvSpPr/>
          <p:nvPr/>
        </p:nvSpPr>
        <p:spPr>
          <a:xfrm>
            <a:off x="5884066" y="0"/>
            <a:ext cx="3259934" cy="5143500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8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PIC</a:t>
            </a:r>
            <a:endParaRPr lang="en-US" sz="1800" b="0" strike="noStrike" spc="-1" dirty="0">
              <a:latin typeface="Arial"/>
            </a:endParaRPr>
          </a:p>
        </p:txBody>
      </p:sp>
      <p:sp>
        <p:nvSpPr>
          <p:cNvPr id="19" name="Shape 3">
            <a:extLst>
              <a:ext uri="{FF2B5EF4-FFF2-40B4-BE49-F238E27FC236}">
                <a16:creationId xmlns:a16="http://schemas.microsoft.com/office/drawing/2014/main" id="{5058110F-1E15-4A5D-A58F-875D746D8916}"/>
              </a:ext>
            </a:extLst>
          </p:cNvPr>
          <p:cNvSpPr/>
          <p:nvPr/>
        </p:nvSpPr>
        <p:spPr>
          <a:xfrm>
            <a:off x="493000" y="2774935"/>
            <a:ext cx="365676" cy="360226"/>
          </a:xfrm>
          <a:prstGeom prst="roundRect">
            <a:avLst>
              <a:gd name="adj" fmla="val 18669"/>
            </a:avLst>
          </a:prstGeom>
          <a:solidFill>
            <a:srgbClr val="205279"/>
          </a:solidFill>
          <a:ln w="7620">
            <a:solidFill>
              <a:srgbClr val="1A4260"/>
            </a:solidFill>
            <a:prstDash val="solid"/>
          </a:ln>
        </p:spPr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9FA1C3A-934D-4AC8-8532-68199CBFB1FB}"/>
              </a:ext>
            </a:extLst>
          </p:cNvPr>
          <p:cNvSpPr txBox="1"/>
          <p:nvPr/>
        </p:nvSpPr>
        <p:spPr>
          <a:xfrm>
            <a:off x="493000" y="2783927"/>
            <a:ext cx="365676" cy="3693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ru-RU" spc="-1" dirty="0">
                <a:solidFill>
                  <a:schemeClr val="bg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2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22" name="Shape 3">
            <a:extLst>
              <a:ext uri="{FF2B5EF4-FFF2-40B4-BE49-F238E27FC236}">
                <a16:creationId xmlns:a16="http://schemas.microsoft.com/office/drawing/2014/main" id="{B878E060-1C54-4A31-B2BB-4F9C41B83FF1}"/>
              </a:ext>
            </a:extLst>
          </p:cNvPr>
          <p:cNvSpPr/>
          <p:nvPr/>
        </p:nvSpPr>
        <p:spPr>
          <a:xfrm>
            <a:off x="493000" y="3959845"/>
            <a:ext cx="365676" cy="360226"/>
          </a:xfrm>
          <a:prstGeom prst="roundRect">
            <a:avLst>
              <a:gd name="adj" fmla="val 18669"/>
            </a:avLst>
          </a:prstGeom>
          <a:solidFill>
            <a:srgbClr val="205279"/>
          </a:solidFill>
          <a:ln w="7620">
            <a:solidFill>
              <a:srgbClr val="1A4260"/>
            </a:solidFill>
            <a:prstDash val="solid"/>
          </a:ln>
        </p:spPr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6FDB09A-E542-43E8-8AC4-D01D38B13A23}"/>
              </a:ext>
            </a:extLst>
          </p:cNvPr>
          <p:cNvSpPr txBox="1"/>
          <p:nvPr/>
        </p:nvSpPr>
        <p:spPr>
          <a:xfrm>
            <a:off x="493000" y="3968837"/>
            <a:ext cx="365676" cy="3693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ru-RU" spc="-1" dirty="0">
                <a:solidFill>
                  <a:schemeClr val="bg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3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25" name="TextBox 10">
            <a:extLst>
              <a:ext uri="{FF2B5EF4-FFF2-40B4-BE49-F238E27FC236}">
                <a16:creationId xmlns:a16="http://schemas.microsoft.com/office/drawing/2014/main" id="{CC6D6461-CFD4-4F99-B3DD-15D02BAAF409}"/>
              </a:ext>
            </a:extLst>
          </p:cNvPr>
          <p:cNvSpPr/>
          <p:nvPr/>
        </p:nvSpPr>
        <p:spPr>
          <a:xfrm>
            <a:off x="1495702" y="1837203"/>
            <a:ext cx="4271320" cy="51528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rgbClr val="354259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b="0" strike="noStrike" spc="-1" dirty="0">
                <a:solidFill>
                  <a:srgbClr val="354259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1</a:t>
            </a:r>
            <a:endParaRPr lang="en-US" sz="1100" b="0" strike="noStrike" spc="-1" dirty="0">
              <a:solidFill>
                <a:srgbClr val="35425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TextBox 10">
            <a:extLst>
              <a:ext uri="{FF2B5EF4-FFF2-40B4-BE49-F238E27FC236}">
                <a16:creationId xmlns:a16="http://schemas.microsoft.com/office/drawing/2014/main" id="{46E229BC-F694-4EC4-AEFB-8FB477637B70}"/>
              </a:ext>
            </a:extLst>
          </p:cNvPr>
          <p:cNvSpPr/>
          <p:nvPr/>
        </p:nvSpPr>
        <p:spPr>
          <a:xfrm>
            <a:off x="1492091" y="2453831"/>
            <a:ext cx="4271320" cy="55112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b="0" strike="noStrike" spc="-1" dirty="0">
                <a:solidFill>
                  <a:srgbClr val="7D85A3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SUBTITLE2</a:t>
            </a:r>
            <a:endParaRPr lang="en-US" sz="1400" b="0" strike="noStrike" spc="-1" dirty="0">
              <a:solidFill>
                <a:srgbClr val="7D85A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TextBox 10">
            <a:extLst>
              <a:ext uri="{FF2B5EF4-FFF2-40B4-BE49-F238E27FC236}">
                <a16:creationId xmlns:a16="http://schemas.microsoft.com/office/drawing/2014/main" id="{AF1F0E3B-9A5C-4D79-9C2E-28F04FAA6403}"/>
              </a:ext>
            </a:extLst>
          </p:cNvPr>
          <p:cNvSpPr/>
          <p:nvPr/>
        </p:nvSpPr>
        <p:spPr>
          <a:xfrm>
            <a:off x="1492091" y="3016982"/>
            <a:ext cx="4271320" cy="51528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rgbClr val="354259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b="0" strike="noStrike" spc="-1" dirty="0">
                <a:solidFill>
                  <a:srgbClr val="354259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2</a:t>
            </a:r>
            <a:endParaRPr lang="en-US" sz="1100" b="0" strike="noStrike" spc="-1" dirty="0">
              <a:solidFill>
                <a:srgbClr val="35425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TextBox 10">
            <a:extLst>
              <a:ext uri="{FF2B5EF4-FFF2-40B4-BE49-F238E27FC236}">
                <a16:creationId xmlns:a16="http://schemas.microsoft.com/office/drawing/2014/main" id="{4066A553-FBF4-467D-94BF-C1F167B2C0BC}"/>
              </a:ext>
            </a:extLst>
          </p:cNvPr>
          <p:cNvSpPr/>
          <p:nvPr/>
        </p:nvSpPr>
        <p:spPr>
          <a:xfrm>
            <a:off x="1492091" y="3647978"/>
            <a:ext cx="4271320" cy="55112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b="0" strike="noStrike" spc="-1" dirty="0">
                <a:solidFill>
                  <a:srgbClr val="7D85A3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SUBTITLE3</a:t>
            </a:r>
            <a:endParaRPr lang="en-US" sz="1400" b="0" strike="noStrike" spc="-1" dirty="0">
              <a:solidFill>
                <a:srgbClr val="7D85A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TextBox 10">
            <a:extLst>
              <a:ext uri="{FF2B5EF4-FFF2-40B4-BE49-F238E27FC236}">
                <a16:creationId xmlns:a16="http://schemas.microsoft.com/office/drawing/2014/main" id="{D94AD368-16F8-4768-BA47-5F6FE631C245}"/>
              </a:ext>
            </a:extLst>
          </p:cNvPr>
          <p:cNvSpPr/>
          <p:nvPr/>
        </p:nvSpPr>
        <p:spPr>
          <a:xfrm>
            <a:off x="1492091" y="4211129"/>
            <a:ext cx="4271320" cy="51528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rgbClr val="354259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b="0" strike="noStrike" spc="-1" dirty="0">
                <a:solidFill>
                  <a:srgbClr val="354259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3</a:t>
            </a:r>
            <a:endParaRPr lang="en-US" sz="1100" b="0" strike="noStrike" spc="-1" dirty="0">
              <a:solidFill>
                <a:srgbClr val="35425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96489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20">
            <a:extLst>
              <a:ext uri="{FF2B5EF4-FFF2-40B4-BE49-F238E27FC236}">
                <a16:creationId xmlns:a16="http://schemas.microsoft.com/office/drawing/2014/main" id="{A9E08749-B336-405C-87F1-1309A67FA416}"/>
              </a:ext>
            </a:extLst>
          </p:cNvPr>
          <p:cNvSpPr txBox="1"/>
          <p:nvPr/>
        </p:nvSpPr>
        <p:spPr>
          <a:xfrm>
            <a:off x="384926" y="2090575"/>
            <a:ext cx="8466179" cy="481175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r>
              <a:rPr lang="en-US" sz="2200" strike="noStrike" spc="-1" dirty="0">
                <a:solidFill>
                  <a:srgbClr val="35425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TITLE</a:t>
            </a:r>
            <a:endParaRPr lang="ru-RU" sz="2200" strike="noStrike" spc="-1" dirty="0">
              <a:solidFill>
                <a:srgbClr val="35425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ru-RU" sz="2200" strike="noStrike" spc="-1" dirty="0">
              <a:solidFill>
                <a:srgbClr val="354259"/>
              </a:solidFill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Прямоугольник со скругленными углами 3">
            <a:extLst>
              <a:ext uri="{FF2B5EF4-FFF2-40B4-BE49-F238E27FC236}">
                <a16:creationId xmlns:a16="http://schemas.microsoft.com/office/drawing/2014/main" id="{EB736DD6-4525-413E-B2BF-49965C34AF98}"/>
              </a:ext>
            </a:extLst>
          </p:cNvPr>
          <p:cNvSpPr/>
          <p:nvPr/>
        </p:nvSpPr>
        <p:spPr>
          <a:xfrm>
            <a:off x="0" y="0"/>
            <a:ext cx="9144000" cy="1961988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8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PIC</a:t>
            </a:r>
            <a:endParaRPr lang="en-US" sz="1800" b="0" strike="noStrike" spc="-1" dirty="0">
              <a:latin typeface="Arial"/>
            </a:endParaRPr>
          </a:p>
        </p:txBody>
      </p:sp>
      <p:sp>
        <p:nvSpPr>
          <p:cNvPr id="25" name="TextBox 10">
            <a:extLst>
              <a:ext uri="{FF2B5EF4-FFF2-40B4-BE49-F238E27FC236}">
                <a16:creationId xmlns:a16="http://schemas.microsoft.com/office/drawing/2014/main" id="{13622F95-95DB-429E-B3A5-4CEC1853F86A}"/>
              </a:ext>
            </a:extLst>
          </p:cNvPr>
          <p:cNvSpPr/>
          <p:nvPr/>
        </p:nvSpPr>
        <p:spPr>
          <a:xfrm>
            <a:off x="384926" y="2571750"/>
            <a:ext cx="2665455" cy="71437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b="0" strike="noStrike" spc="-1" dirty="0">
                <a:solidFill>
                  <a:srgbClr val="7D85A3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SUBTITLE1</a:t>
            </a:r>
            <a:endParaRPr lang="en-US" sz="1400" b="0" strike="noStrike" spc="-1" dirty="0">
              <a:solidFill>
                <a:srgbClr val="7D85A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TextBox 10">
            <a:extLst>
              <a:ext uri="{FF2B5EF4-FFF2-40B4-BE49-F238E27FC236}">
                <a16:creationId xmlns:a16="http://schemas.microsoft.com/office/drawing/2014/main" id="{D798C6C3-C23A-4831-B0E0-F6CCEC21AF6B}"/>
              </a:ext>
            </a:extLst>
          </p:cNvPr>
          <p:cNvSpPr/>
          <p:nvPr/>
        </p:nvSpPr>
        <p:spPr>
          <a:xfrm>
            <a:off x="384926" y="3356357"/>
            <a:ext cx="2665455" cy="156568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rgbClr val="354259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b="0" strike="noStrike" spc="-1" dirty="0">
                <a:solidFill>
                  <a:srgbClr val="354259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1</a:t>
            </a:r>
            <a:endParaRPr lang="en-US" sz="1100" b="0" strike="noStrike" spc="-1" dirty="0">
              <a:solidFill>
                <a:srgbClr val="35425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TextBox 10">
            <a:extLst>
              <a:ext uri="{FF2B5EF4-FFF2-40B4-BE49-F238E27FC236}">
                <a16:creationId xmlns:a16="http://schemas.microsoft.com/office/drawing/2014/main" id="{BE4738CE-5F85-4E7D-A9E1-8B441CC5809A}"/>
              </a:ext>
            </a:extLst>
          </p:cNvPr>
          <p:cNvSpPr/>
          <p:nvPr/>
        </p:nvSpPr>
        <p:spPr>
          <a:xfrm>
            <a:off x="3239272" y="2571750"/>
            <a:ext cx="2665455" cy="71437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b="0" strike="noStrike" spc="-1" dirty="0">
                <a:solidFill>
                  <a:srgbClr val="7D85A3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SUBTITLE2</a:t>
            </a:r>
            <a:endParaRPr lang="en-US" sz="1400" b="0" strike="noStrike" spc="-1" dirty="0">
              <a:solidFill>
                <a:srgbClr val="7D85A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TextBox 10">
            <a:extLst>
              <a:ext uri="{FF2B5EF4-FFF2-40B4-BE49-F238E27FC236}">
                <a16:creationId xmlns:a16="http://schemas.microsoft.com/office/drawing/2014/main" id="{1A01D819-70AC-4076-A9B8-F8E51353F4BB}"/>
              </a:ext>
            </a:extLst>
          </p:cNvPr>
          <p:cNvSpPr/>
          <p:nvPr/>
        </p:nvSpPr>
        <p:spPr>
          <a:xfrm>
            <a:off x="3239272" y="3356357"/>
            <a:ext cx="2665455" cy="156568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rgbClr val="354259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b="0" strike="noStrike" spc="-1" dirty="0">
                <a:solidFill>
                  <a:srgbClr val="354259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2</a:t>
            </a:r>
            <a:endParaRPr lang="en-US" sz="1100" b="0" strike="noStrike" spc="-1" dirty="0">
              <a:solidFill>
                <a:srgbClr val="35425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TextBox 10">
            <a:extLst>
              <a:ext uri="{FF2B5EF4-FFF2-40B4-BE49-F238E27FC236}">
                <a16:creationId xmlns:a16="http://schemas.microsoft.com/office/drawing/2014/main" id="{C4036B07-0ED8-4CF1-B953-6B1B0BF86826}"/>
              </a:ext>
            </a:extLst>
          </p:cNvPr>
          <p:cNvSpPr/>
          <p:nvPr/>
        </p:nvSpPr>
        <p:spPr>
          <a:xfrm>
            <a:off x="6093619" y="2550318"/>
            <a:ext cx="2665455" cy="71437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b="0" strike="noStrike" spc="-1" dirty="0">
                <a:solidFill>
                  <a:srgbClr val="7D85A3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SUBTITLE3</a:t>
            </a:r>
            <a:endParaRPr lang="en-US" sz="1400" b="0" strike="noStrike" spc="-1" dirty="0">
              <a:solidFill>
                <a:srgbClr val="7D85A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TextBox 10">
            <a:extLst>
              <a:ext uri="{FF2B5EF4-FFF2-40B4-BE49-F238E27FC236}">
                <a16:creationId xmlns:a16="http://schemas.microsoft.com/office/drawing/2014/main" id="{F85B4B00-F89B-417F-963E-7C428805EFA7}"/>
              </a:ext>
            </a:extLst>
          </p:cNvPr>
          <p:cNvSpPr/>
          <p:nvPr/>
        </p:nvSpPr>
        <p:spPr>
          <a:xfrm>
            <a:off x="6093619" y="3334925"/>
            <a:ext cx="2665455" cy="156568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rgbClr val="354259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b="0" strike="noStrike" spc="-1" dirty="0">
                <a:solidFill>
                  <a:srgbClr val="354259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3</a:t>
            </a:r>
            <a:endParaRPr lang="en-US" sz="1100" b="0" strike="noStrike" spc="-1" dirty="0">
              <a:solidFill>
                <a:srgbClr val="35425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32058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8167D7AF-1912-4030-BF52-4A523E802088}"/>
              </a:ext>
            </a:extLst>
          </p:cNvPr>
          <p:cNvSpPr txBox="1"/>
          <p:nvPr/>
        </p:nvSpPr>
        <p:spPr>
          <a:xfrm>
            <a:off x="3699627" y="240363"/>
            <a:ext cx="5044320" cy="781212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r>
              <a:rPr lang="en-US" sz="2200" strike="noStrike" spc="-1" dirty="0">
                <a:solidFill>
                  <a:srgbClr val="35425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TITLE</a:t>
            </a:r>
            <a:endParaRPr lang="ru-RU" sz="2200" strike="noStrike" spc="-1" dirty="0">
              <a:solidFill>
                <a:srgbClr val="35425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ru-RU" sz="2200" strike="noStrike" spc="-1" dirty="0">
              <a:solidFill>
                <a:srgbClr val="354259"/>
              </a:solidFill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10">
            <a:extLst>
              <a:ext uri="{FF2B5EF4-FFF2-40B4-BE49-F238E27FC236}">
                <a16:creationId xmlns:a16="http://schemas.microsoft.com/office/drawing/2014/main" id="{53C1FCFE-BBE5-4D5C-82FD-1F73113E091C}"/>
              </a:ext>
            </a:extLst>
          </p:cNvPr>
          <p:cNvSpPr/>
          <p:nvPr/>
        </p:nvSpPr>
        <p:spPr>
          <a:xfrm>
            <a:off x="4607535" y="1021575"/>
            <a:ext cx="4271320" cy="55112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b="0" strike="noStrike" spc="-1" dirty="0">
                <a:solidFill>
                  <a:srgbClr val="7D85A3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SUBTITLE1</a:t>
            </a:r>
            <a:endParaRPr lang="en-US" sz="1400" b="0" strike="noStrike" spc="-1" dirty="0">
              <a:solidFill>
                <a:srgbClr val="7D85A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Прямоугольник со скругленными углами 3">
            <a:extLst>
              <a:ext uri="{FF2B5EF4-FFF2-40B4-BE49-F238E27FC236}">
                <a16:creationId xmlns:a16="http://schemas.microsoft.com/office/drawing/2014/main" id="{AE115C34-7D47-487C-B3D4-43A9C07C0B2A}"/>
              </a:ext>
            </a:extLst>
          </p:cNvPr>
          <p:cNvSpPr/>
          <p:nvPr/>
        </p:nvSpPr>
        <p:spPr>
          <a:xfrm>
            <a:off x="0" y="0"/>
            <a:ext cx="3397272" cy="5143500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8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PIC</a:t>
            </a:r>
            <a:endParaRPr lang="en-US" sz="1800" b="0" strike="noStrike" spc="-1" dirty="0">
              <a:latin typeface="Arial"/>
            </a:endParaRPr>
          </a:p>
        </p:txBody>
      </p:sp>
      <p:sp>
        <p:nvSpPr>
          <p:cNvPr id="25" name="TextBox 10">
            <a:extLst>
              <a:ext uri="{FF2B5EF4-FFF2-40B4-BE49-F238E27FC236}">
                <a16:creationId xmlns:a16="http://schemas.microsoft.com/office/drawing/2014/main" id="{CC6D6461-CFD4-4F99-B3DD-15D02BAAF409}"/>
              </a:ext>
            </a:extLst>
          </p:cNvPr>
          <p:cNvSpPr/>
          <p:nvPr/>
        </p:nvSpPr>
        <p:spPr>
          <a:xfrm>
            <a:off x="4607535" y="1587742"/>
            <a:ext cx="4271320" cy="51528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rgbClr val="354259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b="0" strike="noStrike" spc="-1" dirty="0">
                <a:solidFill>
                  <a:srgbClr val="354259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1</a:t>
            </a:r>
            <a:endParaRPr lang="en-US" sz="1100" b="0" strike="noStrike" spc="-1" dirty="0">
              <a:solidFill>
                <a:srgbClr val="35425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Стрелка: шеврон 1">
            <a:extLst>
              <a:ext uri="{FF2B5EF4-FFF2-40B4-BE49-F238E27FC236}">
                <a16:creationId xmlns:a16="http://schemas.microsoft.com/office/drawing/2014/main" id="{795AFA7B-FC3F-4AA4-9EBC-23526F519922}"/>
              </a:ext>
            </a:extLst>
          </p:cNvPr>
          <p:cNvSpPr/>
          <p:nvPr/>
        </p:nvSpPr>
        <p:spPr>
          <a:xfrm rot="5400000">
            <a:off x="3685700" y="1299324"/>
            <a:ext cx="834866" cy="637696"/>
          </a:xfrm>
          <a:prstGeom prst="chevron">
            <a:avLst>
              <a:gd name="adj" fmla="val 22024"/>
            </a:avLst>
          </a:prstGeom>
          <a:solidFill>
            <a:srgbClr val="205279"/>
          </a:solidFill>
          <a:ln>
            <a:solidFill>
              <a:srgbClr val="3542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495F2C5-C258-4E10-8696-DDCC7EC9F43D}"/>
              </a:ext>
            </a:extLst>
          </p:cNvPr>
          <p:cNvSpPr txBox="1"/>
          <p:nvPr/>
        </p:nvSpPr>
        <p:spPr>
          <a:xfrm>
            <a:off x="3919193" y="1476051"/>
            <a:ext cx="365676" cy="3693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ru-RU" sz="1800" b="0" strike="noStrike" spc="-1" dirty="0">
                <a:solidFill>
                  <a:schemeClr val="bg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1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3" name="TextBox 10">
            <a:extLst>
              <a:ext uri="{FF2B5EF4-FFF2-40B4-BE49-F238E27FC236}">
                <a16:creationId xmlns:a16="http://schemas.microsoft.com/office/drawing/2014/main" id="{9FF4253E-BE60-469D-B9AD-E372506FEC65}"/>
              </a:ext>
            </a:extLst>
          </p:cNvPr>
          <p:cNvSpPr/>
          <p:nvPr/>
        </p:nvSpPr>
        <p:spPr>
          <a:xfrm>
            <a:off x="4607535" y="2335792"/>
            <a:ext cx="4271320" cy="55112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b="0" strike="noStrike" spc="-1" dirty="0">
                <a:solidFill>
                  <a:srgbClr val="7D85A3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SUBTITLE2</a:t>
            </a:r>
            <a:endParaRPr lang="en-US" sz="1400" b="0" strike="noStrike" spc="-1" dirty="0">
              <a:solidFill>
                <a:srgbClr val="7D85A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TextBox 10">
            <a:extLst>
              <a:ext uri="{FF2B5EF4-FFF2-40B4-BE49-F238E27FC236}">
                <a16:creationId xmlns:a16="http://schemas.microsoft.com/office/drawing/2014/main" id="{9F340081-ED58-4130-B70A-69C9D5CA5A96}"/>
              </a:ext>
            </a:extLst>
          </p:cNvPr>
          <p:cNvSpPr/>
          <p:nvPr/>
        </p:nvSpPr>
        <p:spPr>
          <a:xfrm>
            <a:off x="4607535" y="2909102"/>
            <a:ext cx="4271320" cy="51528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rgbClr val="354259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b="0" strike="noStrike" spc="-1" dirty="0">
                <a:solidFill>
                  <a:srgbClr val="354259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2</a:t>
            </a:r>
            <a:endParaRPr lang="en-US" sz="1100" b="0" strike="noStrike" spc="-1" dirty="0">
              <a:solidFill>
                <a:srgbClr val="35425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" name="Стрелка: шеврон 37">
            <a:extLst>
              <a:ext uri="{FF2B5EF4-FFF2-40B4-BE49-F238E27FC236}">
                <a16:creationId xmlns:a16="http://schemas.microsoft.com/office/drawing/2014/main" id="{DCB25F2F-AA3A-4903-A07D-9C657D081731}"/>
              </a:ext>
            </a:extLst>
          </p:cNvPr>
          <p:cNvSpPr/>
          <p:nvPr/>
        </p:nvSpPr>
        <p:spPr>
          <a:xfrm rot="5400000">
            <a:off x="3685700" y="2613541"/>
            <a:ext cx="834866" cy="637696"/>
          </a:xfrm>
          <a:prstGeom prst="chevron">
            <a:avLst>
              <a:gd name="adj" fmla="val 22024"/>
            </a:avLst>
          </a:prstGeom>
          <a:solidFill>
            <a:srgbClr val="205279"/>
          </a:solidFill>
          <a:ln>
            <a:solidFill>
              <a:srgbClr val="3542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BCA22BD-59D6-4D3F-8C29-3C90A0A034D9}"/>
              </a:ext>
            </a:extLst>
          </p:cNvPr>
          <p:cNvSpPr txBox="1"/>
          <p:nvPr/>
        </p:nvSpPr>
        <p:spPr>
          <a:xfrm>
            <a:off x="3919193" y="2790268"/>
            <a:ext cx="365676" cy="3693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ru-RU" spc="-1" dirty="0">
                <a:solidFill>
                  <a:schemeClr val="bg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2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40" name="TextBox 10">
            <a:extLst>
              <a:ext uri="{FF2B5EF4-FFF2-40B4-BE49-F238E27FC236}">
                <a16:creationId xmlns:a16="http://schemas.microsoft.com/office/drawing/2014/main" id="{A473A297-E8E7-4BB2-9533-357F0A2B9A4B}"/>
              </a:ext>
            </a:extLst>
          </p:cNvPr>
          <p:cNvSpPr/>
          <p:nvPr/>
        </p:nvSpPr>
        <p:spPr>
          <a:xfrm>
            <a:off x="4607535" y="3657153"/>
            <a:ext cx="4271320" cy="55112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b="0" strike="noStrike" spc="-1" dirty="0">
                <a:solidFill>
                  <a:srgbClr val="7D85A3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SUBTITLE3</a:t>
            </a:r>
            <a:endParaRPr lang="en-US" sz="1400" b="0" strike="noStrike" spc="-1" dirty="0">
              <a:solidFill>
                <a:srgbClr val="7D85A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" name="TextBox 10">
            <a:extLst>
              <a:ext uri="{FF2B5EF4-FFF2-40B4-BE49-F238E27FC236}">
                <a16:creationId xmlns:a16="http://schemas.microsoft.com/office/drawing/2014/main" id="{C09CA3F3-8FEC-4933-A894-CCE559B93892}"/>
              </a:ext>
            </a:extLst>
          </p:cNvPr>
          <p:cNvSpPr/>
          <p:nvPr/>
        </p:nvSpPr>
        <p:spPr>
          <a:xfrm>
            <a:off x="4607535" y="4230463"/>
            <a:ext cx="4271320" cy="51528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rgbClr val="354259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b="0" strike="noStrike" spc="-1" dirty="0">
                <a:solidFill>
                  <a:srgbClr val="354259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3</a:t>
            </a:r>
            <a:endParaRPr lang="en-US" sz="1100" b="0" strike="noStrike" spc="-1" dirty="0">
              <a:solidFill>
                <a:srgbClr val="35425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2" name="Стрелка: шеврон 41">
            <a:extLst>
              <a:ext uri="{FF2B5EF4-FFF2-40B4-BE49-F238E27FC236}">
                <a16:creationId xmlns:a16="http://schemas.microsoft.com/office/drawing/2014/main" id="{8D0DCE13-BD2F-4313-B954-8AA86FDC318A}"/>
              </a:ext>
            </a:extLst>
          </p:cNvPr>
          <p:cNvSpPr/>
          <p:nvPr/>
        </p:nvSpPr>
        <p:spPr>
          <a:xfrm rot="5400000">
            <a:off x="3685700" y="3934902"/>
            <a:ext cx="834866" cy="637696"/>
          </a:xfrm>
          <a:prstGeom prst="chevron">
            <a:avLst>
              <a:gd name="adj" fmla="val 22024"/>
            </a:avLst>
          </a:prstGeom>
          <a:solidFill>
            <a:srgbClr val="205279"/>
          </a:solidFill>
          <a:ln>
            <a:solidFill>
              <a:srgbClr val="3542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81EB7E3-F301-4E1D-8DF2-C8673B00A9F5}"/>
              </a:ext>
            </a:extLst>
          </p:cNvPr>
          <p:cNvSpPr txBox="1"/>
          <p:nvPr/>
        </p:nvSpPr>
        <p:spPr>
          <a:xfrm>
            <a:off x="3919193" y="4111629"/>
            <a:ext cx="365676" cy="3693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ru-RU" spc="-1" dirty="0">
                <a:solidFill>
                  <a:schemeClr val="bg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3</a:t>
            </a:r>
            <a:endParaRPr lang="ru-RU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911632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8167D7AF-1912-4030-BF52-4A523E802088}"/>
              </a:ext>
            </a:extLst>
          </p:cNvPr>
          <p:cNvSpPr txBox="1"/>
          <p:nvPr/>
        </p:nvSpPr>
        <p:spPr>
          <a:xfrm>
            <a:off x="384927" y="240363"/>
            <a:ext cx="5044320" cy="781212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r>
              <a:rPr lang="en-US" sz="2200" strike="noStrike" spc="-1" dirty="0">
                <a:solidFill>
                  <a:srgbClr val="35425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TITLE</a:t>
            </a:r>
            <a:endParaRPr lang="ru-RU" sz="2200" strike="noStrike" spc="-1" dirty="0">
              <a:solidFill>
                <a:srgbClr val="35425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ru-RU" sz="2200" strike="noStrike" spc="-1" dirty="0">
              <a:solidFill>
                <a:srgbClr val="354259"/>
              </a:solidFill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Прямоугольник со скругленными углами 3">
            <a:extLst>
              <a:ext uri="{FF2B5EF4-FFF2-40B4-BE49-F238E27FC236}">
                <a16:creationId xmlns:a16="http://schemas.microsoft.com/office/drawing/2014/main" id="{AE115C34-7D47-487C-B3D4-43A9C07C0B2A}"/>
              </a:ext>
            </a:extLst>
          </p:cNvPr>
          <p:cNvSpPr/>
          <p:nvPr/>
        </p:nvSpPr>
        <p:spPr>
          <a:xfrm>
            <a:off x="5884066" y="0"/>
            <a:ext cx="3259934" cy="5143500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8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PIC</a:t>
            </a:r>
            <a:endParaRPr lang="en-US" sz="1800" b="0" strike="noStrike" spc="-1" dirty="0">
              <a:latin typeface="Arial"/>
            </a:endParaRPr>
          </a:p>
        </p:txBody>
      </p:sp>
      <p:sp>
        <p:nvSpPr>
          <p:cNvPr id="21" name="Shape 2">
            <a:extLst>
              <a:ext uri="{FF2B5EF4-FFF2-40B4-BE49-F238E27FC236}">
                <a16:creationId xmlns:a16="http://schemas.microsoft.com/office/drawing/2014/main" id="{0337312A-E67E-4694-950B-73624D5E7CD9}"/>
              </a:ext>
            </a:extLst>
          </p:cNvPr>
          <p:cNvSpPr/>
          <p:nvPr/>
        </p:nvSpPr>
        <p:spPr>
          <a:xfrm>
            <a:off x="384928" y="1081561"/>
            <a:ext cx="5044320" cy="1219679"/>
          </a:xfrm>
          <a:prstGeom prst="rect">
            <a:avLst/>
          </a:prstGeom>
          <a:solidFill>
            <a:srgbClr val="FFFFFF">
              <a:alpha val="4000"/>
            </a:srgbClr>
          </a:solidFill>
          <a:ln>
            <a:solidFill>
              <a:srgbClr val="205279"/>
            </a:solidFill>
          </a:ln>
        </p:spPr>
      </p:sp>
      <p:sp>
        <p:nvSpPr>
          <p:cNvPr id="24" name="Shape 5">
            <a:extLst>
              <a:ext uri="{FF2B5EF4-FFF2-40B4-BE49-F238E27FC236}">
                <a16:creationId xmlns:a16="http://schemas.microsoft.com/office/drawing/2014/main" id="{F024D0A4-4CA3-4373-B042-902C5FA141CD}"/>
              </a:ext>
            </a:extLst>
          </p:cNvPr>
          <p:cNvSpPr/>
          <p:nvPr/>
        </p:nvSpPr>
        <p:spPr>
          <a:xfrm>
            <a:off x="384928" y="2301241"/>
            <a:ext cx="5044320" cy="1219680"/>
          </a:xfrm>
          <a:prstGeom prst="rect">
            <a:avLst/>
          </a:prstGeom>
          <a:solidFill>
            <a:srgbClr val="000000">
              <a:alpha val="4000"/>
            </a:srgbClr>
          </a:solidFill>
          <a:ln>
            <a:solidFill>
              <a:srgbClr val="205279"/>
            </a:solidFill>
          </a:ln>
        </p:spPr>
      </p:sp>
      <p:sp>
        <p:nvSpPr>
          <p:cNvPr id="32" name="Shape 2">
            <a:extLst>
              <a:ext uri="{FF2B5EF4-FFF2-40B4-BE49-F238E27FC236}">
                <a16:creationId xmlns:a16="http://schemas.microsoft.com/office/drawing/2014/main" id="{7D0DD873-03B4-461C-BC16-6736C7076738}"/>
              </a:ext>
            </a:extLst>
          </p:cNvPr>
          <p:cNvSpPr/>
          <p:nvPr/>
        </p:nvSpPr>
        <p:spPr>
          <a:xfrm>
            <a:off x="384927" y="3520921"/>
            <a:ext cx="5044320" cy="1219679"/>
          </a:xfrm>
          <a:prstGeom prst="rect">
            <a:avLst/>
          </a:prstGeom>
          <a:solidFill>
            <a:srgbClr val="FFFFFF">
              <a:alpha val="4000"/>
            </a:srgbClr>
          </a:solidFill>
          <a:ln>
            <a:solidFill>
              <a:srgbClr val="205279"/>
            </a:solidFill>
          </a:ln>
        </p:spPr>
      </p:sp>
      <p:sp>
        <p:nvSpPr>
          <p:cNvPr id="9" name="TextBox 10">
            <a:extLst>
              <a:ext uri="{FF2B5EF4-FFF2-40B4-BE49-F238E27FC236}">
                <a16:creationId xmlns:a16="http://schemas.microsoft.com/office/drawing/2014/main" id="{53C1FCFE-BBE5-4D5C-82FD-1F73113E091C}"/>
              </a:ext>
            </a:extLst>
          </p:cNvPr>
          <p:cNvSpPr/>
          <p:nvPr/>
        </p:nvSpPr>
        <p:spPr>
          <a:xfrm>
            <a:off x="543202" y="1120684"/>
            <a:ext cx="4722218" cy="55112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b="0" strike="noStrike" spc="-1" dirty="0">
                <a:solidFill>
                  <a:srgbClr val="7D85A3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SUBTITLE1</a:t>
            </a:r>
            <a:endParaRPr lang="en-US" sz="1400" b="0" strike="noStrike" spc="-1" dirty="0">
              <a:solidFill>
                <a:srgbClr val="7D85A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TextBox 10">
            <a:extLst>
              <a:ext uri="{FF2B5EF4-FFF2-40B4-BE49-F238E27FC236}">
                <a16:creationId xmlns:a16="http://schemas.microsoft.com/office/drawing/2014/main" id="{CC6D6461-CFD4-4F99-B3DD-15D02BAAF409}"/>
              </a:ext>
            </a:extLst>
          </p:cNvPr>
          <p:cNvSpPr/>
          <p:nvPr/>
        </p:nvSpPr>
        <p:spPr>
          <a:xfrm>
            <a:off x="543202" y="1686851"/>
            <a:ext cx="4722218" cy="51528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rgbClr val="354259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b="0" strike="noStrike" spc="-1" dirty="0">
                <a:solidFill>
                  <a:srgbClr val="354259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1</a:t>
            </a:r>
            <a:endParaRPr lang="en-US" sz="1100" b="0" strike="noStrike" spc="-1" dirty="0">
              <a:solidFill>
                <a:srgbClr val="35425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TextBox 10">
            <a:extLst>
              <a:ext uri="{FF2B5EF4-FFF2-40B4-BE49-F238E27FC236}">
                <a16:creationId xmlns:a16="http://schemas.microsoft.com/office/drawing/2014/main" id="{8E1F58E7-4ADC-4584-B5EE-DCAC2F1FF5D5}"/>
              </a:ext>
            </a:extLst>
          </p:cNvPr>
          <p:cNvSpPr/>
          <p:nvPr/>
        </p:nvSpPr>
        <p:spPr>
          <a:xfrm>
            <a:off x="543202" y="2340364"/>
            <a:ext cx="4722218" cy="55112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b="0" strike="noStrike" spc="-1" dirty="0">
                <a:solidFill>
                  <a:srgbClr val="7D85A3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SUBTITLE2</a:t>
            </a:r>
            <a:endParaRPr lang="en-US" sz="1400" b="0" strike="noStrike" spc="-1" dirty="0">
              <a:solidFill>
                <a:srgbClr val="7D85A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TextBox 10">
            <a:extLst>
              <a:ext uri="{FF2B5EF4-FFF2-40B4-BE49-F238E27FC236}">
                <a16:creationId xmlns:a16="http://schemas.microsoft.com/office/drawing/2014/main" id="{BEE4C82A-70DE-42D0-BD03-E2EAF357CA2E}"/>
              </a:ext>
            </a:extLst>
          </p:cNvPr>
          <p:cNvSpPr/>
          <p:nvPr/>
        </p:nvSpPr>
        <p:spPr>
          <a:xfrm>
            <a:off x="543202" y="2906531"/>
            <a:ext cx="4722218" cy="51528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rgbClr val="354259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b="0" strike="noStrike" spc="-1" dirty="0">
                <a:solidFill>
                  <a:srgbClr val="354259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2</a:t>
            </a:r>
            <a:endParaRPr lang="en-US" sz="1100" b="0" strike="noStrike" spc="-1" dirty="0">
              <a:solidFill>
                <a:srgbClr val="35425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" name="TextBox 10">
            <a:extLst>
              <a:ext uri="{FF2B5EF4-FFF2-40B4-BE49-F238E27FC236}">
                <a16:creationId xmlns:a16="http://schemas.microsoft.com/office/drawing/2014/main" id="{EF1F8D66-6033-40E7-8DEB-2D2B73BD3EA7}"/>
              </a:ext>
            </a:extLst>
          </p:cNvPr>
          <p:cNvSpPr/>
          <p:nvPr/>
        </p:nvSpPr>
        <p:spPr>
          <a:xfrm>
            <a:off x="543202" y="3560044"/>
            <a:ext cx="4722218" cy="55112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b="0" strike="noStrike" spc="-1" dirty="0">
                <a:solidFill>
                  <a:srgbClr val="7D85A3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SUBTITLE3</a:t>
            </a:r>
            <a:endParaRPr lang="en-US" sz="1400" b="0" strike="noStrike" spc="-1" dirty="0">
              <a:solidFill>
                <a:srgbClr val="7D85A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" name="TextBox 10">
            <a:extLst>
              <a:ext uri="{FF2B5EF4-FFF2-40B4-BE49-F238E27FC236}">
                <a16:creationId xmlns:a16="http://schemas.microsoft.com/office/drawing/2014/main" id="{FBF892C0-1559-4735-A6B6-8185ADC0F11C}"/>
              </a:ext>
            </a:extLst>
          </p:cNvPr>
          <p:cNvSpPr/>
          <p:nvPr/>
        </p:nvSpPr>
        <p:spPr>
          <a:xfrm>
            <a:off x="543202" y="4126211"/>
            <a:ext cx="4722218" cy="51528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rgbClr val="354259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b="0" strike="noStrike" spc="-1" dirty="0">
                <a:solidFill>
                  <a:srgbClr val="354259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3</a:t>
            </a:r>
            <a:endParaRPr lang="en-US" sz="1100" b="0" strike="noStrike" spc="-1" dirty="0">
              <a:solidFill>
                <a:srgbClr val="35425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23213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Овал 8">
            <a:extLst>
              <a:ext uri="{FF2B5EF4-FFF2-40B4-BE49-F238E27FC236}">
                <a16:creationId xmlns:a16="http://schemas.microsoft.com/office/drawing/2014/main" id="{6F95366B-E730-4E63-9824-CC54AE323F52}"/>
              </a:ext>
            </a:extLst>
          </p:cNvPr>
          <p:cNvSpPr/>
          <p:nvPr/>
        </p:nvSpPr>
        <p:spPr>
          <a:xfrm>
            <a:off x="-378620" y="-190829"/>
            <a:ext cx="3817145" cy="5525155"/>
          </a:xfrm>
          <a:prstGeom prst="ellipse">
            <a:avLst/>
          </a:prstGeom>
          <a:noFill/>
          <a:ln w="28575">
            <a:solidFill>
              <a:srgbClr val="20527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Овал 1">
            <a:extLst>
              <a:ext uri="{FF2B5EF4-FFF2-40B4-BE49-F238E27FC236}">
                <a16:creationId xmlns:a16="http://schemas.microsoft.com/office/drawing/2014/main" id="{2E94F188-88E4-475F-9A05-AEAFF2B67129}"/>
              </a:ext>
            </a:extLst>
          </p:cNvPr>
          <p:cNvSpPr/>
          <p:nvPr/>
        </p:nvSpPr>
        <p:spPr>
          <a:xfrm>
            <a:off x="-1621629" y="-107157"/>
            <a:ext cx="4421981" cy="5357813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PIC</a:t>
            </a:r>
            <a:endParaRPr lang="ru-RU" dirty="0"/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C3BC1D63-B1E1-4BD8-8FE2-1CC71934EB46}"/>
              </a:ext>
            </a:extLst>
          </p:cNvPr>
          <p:cNvGrpSpPr/>
          <p:nvPr/>
        </p:nvGrpSpPr>
        <p:grpSpPr>
          <a:xfrm>
            <a:off x="3198278" y="2573108"/>
            <a:ext cx="480494" cy="473335"/>
            <a:chOff x="3255687" y="2467754"/>
            <a:chExt cx="365676" cy="360226"/>
          </a:xfrm>
        </p:grpSpPr>
        <p:sp>
          <p:nvSpPr>
            <p:cNvPr id="13" name="Shape 3">
              <a:extLst>
                <a:ext uri="{FF2B5EF4-FFF2-40B4-BE49-F238E27FC236}">
                  <a16:creationId xmlns:a16="http://schemas.microsoft.com/office/drawing/2014/main" id="{28BE0730-2BAF-4F51-8897-6AABAB4BAC64}"/>
                </a:ext>
              </a:extLst>
            </p:cNvPr>
            <p:cNvSpPr/>
            <p:nvPr/>
          </p:nvSpPr>
          <p:spPr>
            <a:xfrm>
              <a:off x="3255687" y="2467754"/>
              <a:ext cx="365676" cy="360226"/>
            </a:xfrm>
            <a:prstGeom prst="roundRect">
              <a:avLst>
                <a:gd name="adj" fmla="val 50000"/>
              </a:avLst>
            </a:prstGeom>
            <a:solidFill>
              <a:srgbClr val="205279"/>
            </a:solidFill>
            <a:ln w="7620">
              <a:solidFill>
                <a:srgbClr val="1A4260"/>
              </a:solidFill>
              <a:prstDash val="solid"/>
            </a:ln>
          </p:spPr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8AA1F6BA-CC9E-4ADA-A18B-CB79C5E06829}"/>
                </a:ext>
              </a:extLst>
            </p:cNvPr>
            <p:cNvSpPr txBox="1"/>
            <p:nvPr/>
          </p:nvSpPr>
          <p:spPr>
            <a:xfrm>
              <a:off x="3255687" y="2508159"/>
              <a:ext cx="365676" cy="28107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sz="1800" b="0" strike="noStrike" spc="-1" dirty="0">
                  <a:solidFill>
                    <a:schemeClr val="bg1"/>
                  </a:solidFill>
                  <a:latin typeface="Arial" panose="020B0604020202020204" pitchFamily="34" charset="0"/>
                  <a:ea typeface="DejaVu Sans"/>
                  <a:cs typeface="Arial" panose="020B0604020202020204" pitchFamily="34" charset="0"/>
                </a:rPr>
                <a:t>2</a:t>
              </a:r>
              <a:endParaRPr lang="ru-RU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5" name="Группа 14">
            <a:extLst>
              <a:ext uri="{FF2B5EF4-FFF2-40B4-BE49-F238E27FC236}">
                <a16:creationId xmlns:a16="http://schemas.microsoft.com/office/drawing/2014/main" id="{7912B697-AB1E-4AF2-B7D7-D367BC352F7B}"/>
              </a:ext>
            </a:extLst>
          </p:cNvPr>
          <p:cNvGrpSpPr/>
          <p:nvPr/>
        </p:nvGrpSpPr>
        <p:grpSpPr>
          <a:xfrm>
            <a:off x="3018991" y="1193426"/>
            <a:ext cx="480494" cy="473335"/>
            <a:chOff x="3255687" y="2467754"/>
            <a:chExt cx="365676" cy="360226"/>
          </a:xfrm>
        </p:grpSpPr>
        <p:sp>
          <p:nvSpPr>
            <p:cNvPr id="16" name="Shape 3">
              <a:extLst>
                <a:ext uri="{FF2B5EF4-FFF2-40B4-BE49-F238E27FC236}">
                  <a16:creationId xmlns:a16="http://schemas.microsoft.com/office/drawing/2014/main" id="{0CF8AA45-19A5-48C2-9303-C2F273564EF0}"/>
                </a:ext>
              </a:extLst>
            </p:cNvPr>
            <p:cNvSpPr/>
            <p:nvPr/>
          </p:nvSpPr>
          <p:spPr>
            <a:xfrm>
              <a:off x="3255687" y="2467754"/>
              <a:ext cx="365676" cy="360226"/>
            </a:xfrm>
            <a:prstGeom prst="roundRect">
              <a:avLst>
                <a:gd name="adj" fmla="val 50000"/>
              </a:avLst>
            </a:prstGeom>
            <a:solidFill>
              <a:srgbClr val="205279"/>
            </a:solidFill>
            <a:ln w="7620">
              <a:solidFill>
                <a:srgbClr val="1A4260"/>
              </a:solidFill>
              <a:prstDash val="solid"/>
            </a:ln>
          </p:spPr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B7CC697C-9469-4974-A409-71F8AD80DE75}"/>
                </a:ext>
              </a:extLst>
            </p:cNvPr>
            <p:cNvSpPr txBox="1"/>
            <p:nvPr/>
          </p:nvSpPr>
          <p:spPr>
            <a:xfrm>
              <a:off x="3255687" y="2508159"/>
              <a:ext cx="365676" cy="28107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spc="-1" dirty="0">
                  <a:solidFill>
                    <a:schemeClr val="bg1"/>
                  </a:solidFill>
                  <a:latin typeface="Arial" panose="020B0604020202020204" pitchFamily="34" charset="0"/>
                  <a:ea typeface="DejaVu Sans"/>
                  <a:cs typeface="Arial" panose="020B0604020202020204" pitchFamily="34" charset="0"/>
                </a:rPr>
                <a:t>1</a:t>
              </a:r>
              <a:endParaRPr lang="ru-RU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8" name="Группа 17">
            <a:extLst>
              <a:ext uri="{FF2B5EF4-FFF2-40B4-BE49-F238E27FC236}">
                <a16:creationId xmlns:a16="http://schemas.microsoft.com/office/drawing/2014/main" id="{C62DDCDA-D1DC-4356-9359-B0836265069F}"/>
              </a:ext>
            </a:extLst>
          </p:cNvPr>
          <p:cNvGrpSpPr/>
          <p:nvPr/>
        </p:nvGrpSpPr>
        <p:grpSpPr>
          <a:xfrm>
            <a:off x="2850615" y="3905994"/>
            <a:ext cx="480494" cy="473335"/>
            <a:chOff x="3255687" y="2467754"/>
            <a:chExt cx="365676" cy="360226"/>
          </a:xfrm>
        </p:grpSpPr>
        <p:sp>
          <p:nvSpPr>
            <p:cNvPr id="19" name="Shape 3">
              <a:extLst>
                <a:ext uri="{FF2B5EF4-FFF2-40B4-BE49-F238E27FC236}">
                  <a16:creationId xmlns:a16="http://schemas.microsoft.com/office/drawing/2014/main" id="{73A822CE-247E-4852-83D6-061D37B788B8}"/>
                </a:ext>
              </a:extLst>
            </p:cNvPr>
            <p:cNvSpPr/>
            <p:nvPr/>
          </p:nvSpPr>
          <p:spPr>
            <a:xfrm>
              <a:off x="3255687" y="2467754"/>
              <a:ext cx="365676" cy="360226"/>
            </a:xfrm>
            <a:prstGeom prst="roundRect">
              <a:avLst>
                <a:gd name="adj" fmla="val 50000"/>
              </a:avLst>
            </a:prstGeom>
            <a:solidFill>
              <a:srgbClr val="205279"/>
            </a:solidFill>
            <a:ln w="7620">
              <a:solidFill>
                <a:srgbClr val="1A4260"/>
              </a:solidFill>
              <a:prstDash val="solid"/>
            </a:ln>
          </p:spPr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2C87560C-031D-4BA9-8519-2AE8814E3061}"/>
                </a:ext>
              </a:extLst>
            </p:cNvPr>
            <p:cNvSpPr txBox="1"/>
            <p:nvPr/>
          </p:nvSpPr>
          <p:spPr>
            <a:xfrm>
              <a:off x="3255687" y="2508159"/>
              <a:ext cx="365676" cy="28107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sz="1800" b="0" strike="noStrike" spc="-1" dirty="0">
                  <a:solidFill>
                    <a:schemeClr val="bg1"/>
                  </a:solidFill>
                  <a:latin typeface="Arial" panose="020B0604020202020204" pitchFamily="34" charset="0"/>
                  <a:ea typeface="DejaVu Sans"/>
                  <a:cs typeface="Arial" panose="020B0604020202020204" pitchFamily="34" charset="0"/>
                </a:rPr>
                <a:t>3</a:t>
              </a:r>
              <a:endParaRPr lang="ru-RU" dirty="0">
                <a:solidFill>
                  <a:schemeClr val="bg1"/>
                </a:solidFill>
              </a:endParaRPr>
            </a:p>
          </p:txBody>
        </p:sp>
      </p:grpSp>
      <p:sp>
        <p:nvSpPr>
          <p:cNvPr id="21" name="TextBox 10">
            <a:extLst>
              <a:ext uri="{FF2B5EF4-FFF2-40B4-BE49-F238E27FC236}">
                <a16:creationId xmlns:a16="http://schemas.microsoft.com/office/drawing/2014/main" id="{68E2E376-D032-4BD3-90C9-279BE1B40D73}"/>
              </a:ext>
            </a:extLst>
          </p:cNvPr>
          <p:cNvSpPr/>
          <p:nvPr/>
        </p:nvSpPr>
        <p:spPr>
          <a:xfrm>
            <a:off x="3569816" y="886042"/>
            <a:ext cx="5044319" cy="55112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b="0" strike="noStrike" spc="-1" dirty="0">
                <a:solidFill>
                  <a:srgbClr val="7D85A3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SUBTITLE1</a:t>
            </a:r>
            <a:endParaRPr lang="en-US" sz="1400" b="0" strike="noStrike" spc="-1" dirty="0">
              <a:solidFill>
                <a:srgbClr val="7D85A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extBox 10">
            <a:extLst>
              <a:ext uri="{FF2B5EF4-FFF2-40B4-BE49-F238E27FC236}">
                <a16:creationId xmlns:a16="http://schemas.microsoft.com/office/drawing/2014/main" id="{80943B24-A6BF-4B69-BE24-5A6D9B1DC763}"/>
              </a:ext>
            </a:extLst>
          </p:cNvPr>
          <p:cNvSpPr/>
          <p:nvPr/>
        </p:nvSpPr>
        <p:spPr>
          <a:xfrm>
            <a:off x="3569817" y="1452209"/>
            <a:ext cx="5044318" cy="51528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rgbClr val="354259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spc="-1" dirty="0">
                <a:solidFill>
                  <a:srgbClr val="354259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1</a:t>
            </a:r>
            <a:endParaRPr lang="en-US" sz="1100" b="0" strike="noStrike" spc="-1" dirty="0">
              <a:solidFill>
                <a:srgbClr val="35425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304F7F8-9579-426B-A873-0D924A9CF9CF}"/>
              </a:ext>
            </a:extLst>
          </p:cNvPr>
          <p:cNvSpPr txBox="1"/>
          <p:nvPr/>
        </p:nvSpPr>
        <p:spPr>
          <a:xfrm>
            <a:off x="3569817" y="164163"/>
            <a:ext cx="5044320" cy="781212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r>
              <a:rPr lang="en-US" sz="2200" strike="noStrike" spc="-1" dirty="0">
                <a:solidFill>
                  <a:srgbClr val="35425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TITLE</a:t>
            </a:r>
            <a:endParaRPr lang="ru-RU" sz="2200" strike="noStrike" spc="-1" dirty="0">
              <a:solidFill>
                <a:srgbClr val="35425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ru-RU" sz="2200" strike="noStrike" spc="-1" dirty="0">
              <a:solidFill>
                <a:srgbClr val="354259"/>
              </a:solidFill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Box 10">
            <a:extLst>
              <a:ext uri="{FF2B5EF4-FFF2-40B4-BE49-F238E27FC236}">
                <a16:creationId xmlns:a16="http://schemas.microsoft.com/office/drawing/2014/main" id="{40CBE254-5091-4973-B689-E43C37EDC50E}"/>
              </a:ext>
            </a:extLst>
          </p:cNvPr>
          <p:cNvSpPr/>
          <p:nvPr/>
        </p:nvSpPr>
        <p:spPr>
          <a:xfrm>
            <a:off x="3870743" y="2260735"/>
            <a:ext cx="4743392" cy="55112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b="0" strike="noStrike" spc="-1" dirty="0">
                <a:solidFill>
                  <a:srgbClr val="7D85A3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SUBTITLE2</a:t>
            </a:r>
            <a:endParaRPr lang="en-US" sz="1400" b="0" strike="noStrike" spc="-1" dirty="0">
              <a:solidFill>
                <a:srgbClr val="7D85A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TextBox 10">
            <a:extLst>
              <a:ext uri="{FF2B5EF4-FFF2-40B4-BE49-F238E27FC236}">
                <a16:creationId xmlns:a16="http://schemas.microsoft.com/office/drawing/2014/main" id="{09D0F478-A236-436D-BEF0-699EF4288A63}"/>
              </a:ext>
            </a:extLst>
          </p:cNvPr>
          <p:cNvSpPr/>
          <p:nvPr/>
        </p:nvSpPr>
        <p:spPr>
          <a:xfrm>
            <a:off x="3870742" y="2826902"/>
            <a:ext cx="4743391" cy="51528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rgbClr val="354259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b="0" strike="noStrike" spc="-1" dirty="0">
                <a:solidFill>
                  <a:srgbClr val="354259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2</a:t>
            </a:r>
            <a:endParaRPr lang="en-US" sz="1100" b="0" strike="noStrike" spc="-1" dirty="0">
              <a:solidFill>
                <a:srgbClr val="35425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TextBox 10">
            <a:extLst>
              <a:ext uri="{FF2B5EF4-FFF2-40B4-BE49-F238E27FC236}">
                <a16:creationId xmlns:a16="http://schemas.microsoft.com/office/drawing/2014/main" id="{0D242769-DE1A-45B9-A92A-875389CCA575}"/>
              </a:ext>
            </a:extLst>
          </p:cNvPr>
          <p:cNvSpPr/>
          <p:nvPr/>
        </p:nvSpPr>
        <p:spPr>
          <a:xfrm>
            <a:off x="3569817" y="3599248"/>
            <a:ext cx="5044316" cy="55112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b="0" strike="noStrike" spc="-1" dirty="0">
                <a:solidFill>
                  <a:srgbClr val="7D85A3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SUBTITLE3</a:t>
            </a:r>
            <a:endParaRPr lang="en-US" sz="1400" b="0" strike="noStrike" spc="-1" dirty="0">
              <a:solidFill>
                <a:srgbClr val="7D85A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TextBox 10">
            <a:extLst>
              <a:ext uri="{FF2B5EF4-FFF2-40B4-BE49-F238E27FC236}">
                <a16:creationId xmlns:a16="http://schemas.microsoft.com/office/drawing/2014/main" id="{57764BE4-27C0-48CF-A059-F458E9953F73}"/>
              </a:ext>
            </a:extLst>
          </p:cNvPr>
          <p:cNvSpPr/>
          <p:nvPr/>
        </p:nvSpPr>
        <p:spPr>
          <a:xfrm>
            <a:off x="3569816" y="4165415"/>
            <a:ext cx="5044315" cy="51528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rgbClr val="354259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b="0" strike="noStrike" spc="-1" dirty="0">
                <a:solidFill>
                  <a:srgbClr val="354259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3</a:t>
            </a:r>
            <a:endParaRPr lang="en-US" sz="1100" b="0" strike="noStrike" spc="-1" dirty="0">
              <a:solidFill>
                <a:srgbClr val="35425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06994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20">
            <a:extLst>
              <a:ext uri="{FF2B5EF4-FFF2-40B4-BE49-F238E27FC236}">
                <a16:creationId xmlns:a16="http://schemas.microsoft.com/office/drawing/2014/main" id="{A9E08749-B336-405C-87F1-1309A67FA416}"/>
              </a:ext>
            </a:extLst>
          </p:cNvPr>
          <p:cNvSpPr txBox="1"/>
          <p:nvPr/>
        </p:nvSpPr>
        <p:spPr>
          <a:xfrm>
            <a:off x="384926" y="407344"/>
            <a:ext cx="8466179" cy="827885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r>
              <a:rPr lang="en-US" sz="2200" strike="noStrike" spc="-1" dirty="0">
                <a:solidFill>
                  <a:srgbClr val="35425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TITLE</a:t>
            </a:r>
            <a:endParaRPr lang="ru-RU" sz="2200" strike="noStrike" spc="-1" dirty="0">
              <a:solidFill>
                <a:srgbClr val="35425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TextBox 10">
            <a:extLst>
              <a:ext uri="{FF2B5EF4-FFF2-40B4-BE49-F238E27FC236}">
                <a16:creationId xmlns:a16="http://schemas.microsoft.com/office/drawing/2014/main" id="{13622F95-95DB-429E-B3A5-4CEC1853F86A}"/>
              </a:ext>
            </a:extLst>
          </p:cNvPr>
          <p:cNvSpPr/>
          <p:nvPr/>
        </p:nvSpPr>
        <p:spPr>
          <a:xfrm>
            <a:off x="384926" y="1637886"/>
            <a:ext cx="2665455" cy="71437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b="0" strike="noStrike" spc="-1" dirty="0">
                <a:solidFill>
                  <a:srgbClr val="7D85A3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SUBTITLE1</a:t>
            </a:r>
            <a:endParaRPr lang="en-US" sz="1400" b="0" strike="noStrike" spc="-1" dirty="0">
              <a:solidFill>
                <a:srgbClr val="7D85A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TextBox 10">
            <a:extLst>
              <a:ext uri="{FF2B5EF4-FFF2-40B4-BE49-F238E27FC236}">
                <a16:creationId xmlns:a16="http://schemas.microsoft.com/office/drawing/2014/main" id="{D798C6C3-C23A-4831-B0E0-F6CCEC21AF6B}"/>
              </a:ext>
            </a:extLst>
          </p:cNvPr>
          <p:cNvSpPr/>
          <p:nvPr/>
        </p:nvSpPr>
        <p:spPr>
          <a:xfrm>
            <a:off x="384926" y="2422493"/>
            <a:ext cx="2665455" cy="156568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rgbClr val="354259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b="0" strike="noStrike" spc="-1" dirty="0">
                <a:solidFill>
                  <a:srgbClr val="354259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1</a:t>
            </a:r>
            <a:endParaRPr lang="en-US" sz="1100" b="0" strike="noStrike" spc="-1" dirty="0">
              <a:solidFill>
                <a:srgbClr val="35425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TextBox 10">
            <a:extLst>
              <a:ext uri="{FF2B5EF4-FFF2-40B4-BE49-F238E27FC236}">
                <a16:creationId xmlns:a16="http://schemas.microsoft.com/office/drawing/2014/main" id="{BE4738CE-5F85-4E7D-A9E1-8B441CC5809A}"/>
              </a:ext>
            </a:extLst>
          </p:cNvPr>
          <p:cNvSpPr/>
          <p:nvPr/>
        </p:nvSpPr>
        <p:spPr>
          <a:xfrm>
            <a:off x="3239272" y="1637886"/>
            <a:ext cx="2665455" cy="71437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b="0" strike="noStrike" spc="-1" dirty="0">
                <a:solidFill>
                  <a:srgbClr val="7D85A3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SUBTITLE2</a:t>
            </a:r>
            <a:endParaRPr lang="en-US" sz="1400" b="0" strike="noStrike" spc="-1" dirty="0">
              <a:solidFill>
                <a:srgbClr val="7D85A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TextBox 10">
            <a:extLst>
              <a:ext uri="{FF2B5EF4-FFF2-40B4-BE49-F238E27FC236}">
                <a16:creationId xmlns:a16="http://schemas.microsoft.com/office/drawing/2014/main" id="{1A01D819-70AC-4076-A9B8-F8E51353F4BB}"/>
              </a:ext>
            </a:extLst>
          </p:cNvPr>
          <p:cNvSpPr/>
          <p:nvPr/>
        </p:nvSpPr>
        <p:spPr>
          <a:xfrm>
            <a:off x="3239272" y="2422493"/>
            <a:ext cx="2665455" cy="156568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rgbClr val="354259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b="0" strike="noStrike" spc="-1" dirty="0">
                <a:solidFill>
                  <a:srgbClr val="354259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2</a:t>
            </a:r>
            <a:endParaRPr lang="en-US" sz="1100" b="0" strike="noStrike" spc="-1" dirty="0">
              <a:solidFill>
                <a:srgbClr val="35425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TextBox 10">
            <a:extLst>
              <a:ext uri="{FF2B5EF4-FFF2-40B4-BE49-F238E27FC236}">
                <a16:creationId xmlns:a16="http://schemas.microsoft.com/office/drawing/2014/main" id="{C4036B07-0ED8-4CF1-B953-6B1B0BF86826}"/>
              </a:ext>
            </a:extLst>
          </p:cNvPr>
          <p:cNvSpPr/>
          <p:nvPr/>
        </p:nvSpPr>
        <p:spPr>
          <a:xfrm>
            <a:off x="6093619" y="1616454"/>
            <a:ext cx="2665455" cy="71437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b="0" strike="noStrike" spc="-1" dirty="0">
                <a:solidFill>
                  <a:srgbClr val="7D85A3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SUBTITLE3</a:t>
            </a:r>
            <a:endParaRPr lang="en-US" sz="1400" b="0" strike="noStrike" spc="-1" dirty="0">
              <a:solidFill>
                <a:srgbClr val="7D85A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TextBox 10">
            <a:extLst>
              <a:ext uri="{FF2B5EF4-FFF2-40B4-BE49-F238E27FC236}">
                <a16:creationId xmlns:a16="http://schemas.microsoft.com/office/drawing/2014/main" id="{F85B4B00-F89B-417F-963E-7C428805EFA7}"/>
              </a:ext>
            </a:extLst>
          </p:cNvPr>
          <p:cNvSpPr/>
          <p:nvPr/>
        </p:nvSpPr>
        <p:spPr>
          <a:xfrm>
            <a:off x="6093619" y="2401061"/>
            <a:ext cx="2665455" cy="156568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rgbClr val="354259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b="0" strike="noStrike" spc="-1" dirty="0">
                <a:solidFill>
                  <a:srgbClr val="354259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3</a:t>
            </a:r>
            <a:endParaRPr lang="en-US" sz="1100" b="0" strike="noStrike" spc="-1" dirty="0">
              <a:solidFill>
                <a:srgbClr val="35425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Стрелка: вниз 2">
            <a:extLst>
              <a:ext uri="{FF2B5EF4-FFF2-40B4-BE49-F238E27FC236}">
                <a16:creationId xmlns:a16="http://schemas.microsoft.com/office/drawing/2014/main" id="{EAA11DC7-B144-4657-957E-772028D9C2EB}"/>
              </a:ext>
            </a:extLst>
          </p:cNvPr>
          <p:cNvSpPr/>
          <p:nvPr/>
        </p:nvSpPr>
        <p:spPr>
          <a:xfrm rot="16200000">
            <a:off x="4255770" y="194085"/>
            <a:ext cx="617220" cy="8153400"/>
          </a:xfrm>
          <a:prstGeom prst="downArrow">
            <a:avLst>
              <a:gd name="adj1" fmla="val 30247"/>
              <a:gd name="adj2" fmla="val 80864"/>
            </a:avLst>
          </a:prstGeom>
          <a:solidFill>
            <a:srgbClr val="20527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678436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8167D7AF-1912-4030-BF52-4A523E802088}"/>
              </a:ext>
            </a:extLst>
          </p:cNvPr>
          <p:cNvSpPr txBox="1"/>
          <p:nvPr/>
        </p:nvSpPr>
        <p:spPr>
          <a:xfrm>
            <a:off x="3699627" y="240363"/>
            <a:ext cx="5044320" cy="781212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r>
              <a:rPr lang="en-US" sz="2200" strike="noStrike" spc="-1" dirty="0">
                <a:solidFill>
                  <a:srgbClr val="35425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TITLE</a:t>
            </a:r>
            <a:endParaRPr lang="ru-RU" sz="2200" strike="noStrike" spc="-1" dirty="0">
              <a:solidFill>
                <a:srgbClr val="35425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ru-RU" sz="2200" strike="noStrike" spc="-1" dirty="0">
              <a:solidFill>
                <a:srgbClr val="354259"/>
              </a:solidFill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Прямоугольник со скругленными углами 3">
            <a:extLst>
              <a:ext uri="{FF2B5EF4-FFF2-40B4-BE49-F238E27FC236}">
                <a16:creationId xmlns:a16="http://schemas.microsoft.com/office/drawing/2014/main" id="{AE115C34-7D47-487C-B3D4-43A9C07C0B2A}"/>
              </a:ext>
            </a:extLst>
          </p:cNvPr>
          <p:cNvSpPr/>
          <p:nvPr/>
        </p:nvSpPr>
        <p:spPr>
          <a:xfrm>
            <a:off x="0" y="0"/>
            <a:ext cx="3397272" cy="5143500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8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PIC</a:t>
            </a:r>
            <a:endParaRPr lang="en-US" sz="1800" b="0" strike="noStrike" spc="-1" dirty="0">
              <a:latin typeface="Arial"/>
            </a:endParaRPr>
          </a:p>
        </p:txBody>
      </p:sp>
      <p:sp>
        <p:nvSpPr>
          <p:cNvPr id="18" name="TextBox 10">
            <a:extLst>
              <a:ext uri="{FF2B5EF4-FFF2-40B4-BE49-F238E27FC236}">
                <a16:creationId xmlns:a16="http://schemas.microsoft.com/office/drawing/2014/main" id="{907845BD-1CA4-4255-9387-95F6C60ABB50}"/>
              </a:ext>
            </a:extLst>
          </p:cNvPr>
          <p:cNvSpPr/>
          <p:nvPr/>
        </p:nvSpPr>
        <p:spPr>
          <a:xfrm>
            <a:off x="3699627" y="1130385"/>
            <a:ext cx="2533533" cy="71437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b="0" strike="noStrike" spc="-1" dirty="0">
                <a:solidFill>
                  <a:srgbClr val="7D85A3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SUBTITLE1</a:t>
            </a:r>
            <a:endParaRPr lang="en-US" sz="1400" b="0" strike="noStrike" spc="-1" dirty="0">
              <a:solidFill>
                <a:srgbClr val="7D85A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Box 10">
            <a:extLst>
              <a:ext uri="{FF2B5EF4-FFF2-40B4-BE49-F238E27FC236}">
                <a16:creationId xmlns:a16="http://schemas.microsoft.com/office/drawing/2014/main" id="{26690492-D90A-4A40-A75F-1B26E0C13569}"/>
              </a:ext>
            </a:extLst>
          </p:cNvPr>
          <p:cNvSpPr/>
          <p:nvPr/>
        </p:nvSpPr>
        <p:spPr>
          <a:xfrm>
            <a:off x="3699627" y="1914992"/>
            <a:ext cx="2533533" cy="127016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rgbClr val="354259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b="0" strike="noStrike" spc="-1" dirty="0">
                <a:solidFill>
                  <a:srgbClr val="354259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1</a:t>
            </a:r>
            <a:endParaRPr lang="en-US" sz="1100" b="0" strike="noStrike" spc="-1" dirty="0">
              <a:solidFill>
                <a:srgbClr val="35425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extBox 10">
            <a:extLst>
              <a:ext uri="{FF2B5EF4-FFF2-40B4-BE49-F238E27FC236}">
                <a16:creationId xmlns:a16="http://schemas.microsoft.com/office/drawing/2014/main" id="{D9A8C5E1-80CB-4876-91EF-060A6B546FC7}"/>
              </a:ext>
            </a:extLst>
          </p:cNvPr>
          <p:cNvSpPr/>
          <p:nvPr/>
        </p:nvSpPr>
        <p:spPr>
          <a:xfrm>
            <a:off x="6403182" y="1130385"/>
            <a:ext cx="2533533" cy="71437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b="0" strike="noStrike" spc="-1" dirty="0">
                <a:solidFill>
                  <a:srgbClr val="7D85A3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SUBTITLE2</a:t>
            </a:r>
            <a:endParaRPr lang="en-US" sz="1400" b="0" strike="noStrike" spc="-1" dirty="0">
              <a:solidFill>
                <a:srgbClr val="7D85A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extBox 10">
            <a:extLst>
              <a:ext uri="{FF2B5EF4-FFF2-40B4-BE49-F238E27FC236}">
                <a16:creationId xmlns:a16="http://schemas.microsoft.com/office/drawing/2014/main" id="{02ECB716-3A62-4B4B-BB86-1A1F9B13DC04}"/>
              </a:ext>
            </a:extLst>
          </p:cNvPr>
          <p:cNvSpPr/>
          <p:nvPr/>
        </p:nvSpPr>
        <p:spPr>
          <a:xfrm>
            <a:off x="6403182" y="1914993"/>
            <a:ext cx="2533533" cy="127016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rgbClr val="354259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b="0" strike="noStrike" spc="-1" dirty="0">
                <a:solidFill>
                  <a:srgbClr val="354259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2</a:t>
            </a:r>
            <a:endParaRPr lang="en-US" sz="1100" b="0" strike="noStrike" spc="-1" dirty="0">
              <a:solidFill>
                <a:srgbClr val="35425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Box 10">
            <a:extLst>
              <a:ext uri="{FF2B5EF4-FFF2-40B4-BE49-F238E27FC236}">
                <a16:creationId xmlns:a16="http://schemas.microsoft.com/office/drawing/2014/main" id="{2FF83F15-3EA9-4AC2-B7B2-783B3AB2E882}"/>
              </a:ext>
            </a:extLst>
          </p:cNvPr>
          <p:cNvSpPr/>
          <p:nvPr/>
        </p:nvSpPr>
        <p:spPr>
          <a:xfrm>
            <a:off x="3699627" y="3383280"/>
            <a:ext cx="5237088" cy="32942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b="0" strike="noStrike" spc="-1">
                <a:solidFill>
                  <a:srgbClr val="7D85A3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SUBTITLE3</a:t>
            </a:r>
            <a:endParaRPr lang="en-US" sz="1400" b="0" strike="noStrike" spc="-1" dirty="0">
              <a:solidFill>
                <a:srgbClr val="7D85A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TextBox 10">
            <a:extLst>
              <a:ext uri="{FF2B5EF4-FFF2-40B4-BE49-F238E27FC236}">
                <a16:creationId xmlns:a16="http://schemas.microsoft.com/office/drawing/2014/main" id="{F9551F03-2C16-43E3-AD0C-A3B6B3392502}"/>
              </a:ext>
            </a:extLst>
          </p:cNvPr>
          <p:cNvSpPr/>
          <p:nvPr/>
        </p:nvSpPr>
        <p:spPr>
          <a:xfrm>
            <a:off x="3699626" y="3734892"/>
            <a:ext cx="5147193" cy="71437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rgbClr val="354259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b="0" strike="noStrike" spc="-1" dirty="0">
                <a:solidFill>
                  <a:srgbClr val="354259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3</a:t>
            </a:r>
            <a:endParaRPr lang="en-US" sz="1100" b="0" strike="noStrike" spc="-1" dirty="0">
              <a:solidFill>
                <a:srgbClr val="35425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90219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20">
            <a:extLst>
              <a:ext uri="{FF2B5EF4-FFF2-40B4-BE49-F238E27FC236}">
                <a16:creationId xmlns:a16="http://schemas.microsoft.com/office/drawing/2014/main" id="{A9E08749-B336-405C-87F1-1309A67FA416}"/>
              </a:ext>
            </a:extLst>
          </p:cNvPr>
          <p:cNvSpPr txBox="1"/>
          <p:nvPr/>
        </p:nvSpPr>
        <p:spPr>
          <a:xfrm>
            <a:off x="384926" y="2090575"/>
            <a:ext cx="8466179" cy="481175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r>
              <a:rPr lang="en-US" sz="2200" strike="noStrike" spc="-1" dirty="0">
                <a:solidFill>
                  <a:srgbClr val="35425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TITLE</a:t>
            </a:r>
            <a:endParaRPr lang="ru-RU" sz="2200" strike="noStrike" spc="-1" dirty="0">
              <a:solidFill>
                <a:srgbClr val="35425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ru-RU" sz="2200" strike="noStrike" spc="-1" dirty="0">
              <a:solidFill>
                <a:srgbClr val="354259"/>
              </a:solidFill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TextBox 10">
            <a:extLst>
              <a:ext uri="{FF2B5EF4-FFF2-40B4-BE49-F238E27FC236}">
                <a16:creationId xmlns:a16="http://schemas.microsoft.com/office/drawing/2014/main" id="{13622F95-95DB-429E-B3A5-4CEC1853F86A}"/>
              </a:ext>
            </a:extLst>
          </p:cNvPr>
          <p:cNvSpPr/>
          <p:nvPr/>
        </p:nvSpPr>
        <p:spPr>
          <a:xfrm>
            <a:off x="859082" y="2571750"/>
            <a:ext cx="2355606" cy="71437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b="0" strike="noStrike" spc="-1" dirty="0">
                <a:solidFill>
                  <a:srgbClr val="7D85A3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</a:t>
            </a:r>
            <a:r>
              <a:rPr lang="ru-RU" sz="1400" spc="-1" dirty="0">
                <a:solidFill>
                  <a:srgbClr val="7D85A3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1</a:t>
            </a:r>
            <a:endParaRPr lang="en-US" sz="1400" b="0" strike="noStrike" spc="-1" dirty="0">
              <a:solidFill>
                <a:srgbClr val="7D85A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TextBox 10">
            <a:extLst>
              <a:ext uri="{FF2B5EF4-FFF2-40B4-BE49-F238E27FC236}">
                <a16:creationId xmlns:a16="http://schemas.microsoft.com/office/drawing/2014/main" id="{D798C6C3-C23A-4831-B0E0-F6CCEC21AF6B}"/>
              </a:ext>
            </a:extLst>
          </p:cNvPr>
          <p:cNvSpPr/>
          <p:nvPr/>
        </p:nvSpPr>
        <p:spPr>
          <a:xfrm>
            <a:off x="859081" y="3356357"/>
            <a:ext cx="2355605" cy="156568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US" sz="1100" b="0" strike="noStrike" spc="-1" dirty="0">
                <a:solidFill>
                  <a:srgbClr val="354259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spc="-1" dirty="0">
                <a:solidFill>
                  <a:srgbClr val="354259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1</a:t>
            </a:r>
            <a:endParaRPr lang="en-US" sz="1100" b="0" strike="noStrike" spc="-1" dirty="0">
              <a:solidFill>
                <a:srgbClr val="35425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Shape 3">
            <a:extLst>
              <a:ext uri="{FF2B5EF4-FFF2-40B4-BE49-F238E27FC236}">
                <a16:creationId xmlns:a16="http://schemas.microsoft.com/office/drawing/2014/main" id="{F914BA69-20E9-474B-AE84-4F1911C83D2D}"/>
              </a:ext>
            </a:extLst>
          </p:cNvPr>
          <p:cNvSpPr/>
          <p:nvPr/>
        </p:nvSpPr>
        <p:spPr>
          <a:xfrm>
            <a:off x="479117" y="2886368"/>
            <a:ext cx="365676" cy="360226"/>
          </a:xfrm>
          <a:prstGeom prst="roundRect">
            <a:avLst>
              <a:gd name="adj" fmla="val 18669"/>
            </a:avLst>
          </a:prstGeom>
          <a:solidFill>
            <a:srgbClr val="205279"/>
          </a:solidFill>
          <a:ln w="7620">
            <a:solidFill>
              <a:srgbClr val="1A4260"/>
            </a:solidFill>
            <a:prstDash val="solid"/>
          </a:ln>
        </p:spPr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2B8D934-7743-454B-93CC-20EFEF2AC699}"/>
              </a:ext>
            </a:extLst>
          </p:cNvPr>
          <p:cNvSpPr txBox="1"/>
          <p:nvPr/>
        </p:nvSpPr>
        <p:spPr>
          <a:xfrm>
            <a:off x="479117" y="2895360"/>
            <a:ext cx="365676" cy="3693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ru-RU" sz="1800" b="0" strike="noStrike" spc="-1" dirty="0">
                <a:solidFill>
                  <a:schemeClr val="bg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1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13" name="TextBox 10">
            <a:extLst>
              <a:ext uri="{FF2B5EF4-FFF2-40B4-BE49-F238E27FC236}">
                <a16:creationId xmlns:a16="http://schemas.microsoft.com/office/drawing/2014/main" id="{9A2086F1-2AD7-4FE7-A587-FFD50C11AF0D}"/>
              </a:ext>
            </a:extLst>
          </p:cNvPr>
          <p:cNvSpPr/>
          <p:nvPr/>
        </p:nvSpPr>
        <p:spPr>
          <a:xfrm>
            <a:off x="3820950" y="2571750"/>
            <a:ext cx="2355606" cy="71437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b="0" strike="noStrike" spc="-1" dirty="0">
                <a:solidFill>
                  <a:srgbClr val="7D85A3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</a:t>
            </a:r>
            <a:r>
              <a:rPr lang="ru-RU" sz="1400" b="0" strike="noStrike" spc="-1" dirty="0">
                <a:solidFill>
                  <a:srgbClr val="7D85A3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2</a:t>
            </a:r>
            <a:endParaRPr lang="en-US" sz="1400" b="0" strike="noStrike" spc="-1" dirty="0">
              <a:solidFill>
                <a:srgbClr val="7D85A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Box 10">
            <a:extLst>
              <a:ext uri="{FF2B5EF4-FFF2-40B4-BE49-F238E27FC236}">
                <a16:creationId xmlns:a16="http://schemas.microsoft.com/office/drawing/2014/main" id="{99CA5C8E-3F4D-407F-938F-CDB1AD48834D}"/>
              </a:ext>
            </a:extLst>
          </p:cNvPr>
          <p:cNvSpPr/>
          <p:nvPr/>
        </p:nvSpPr>
        <p:spPr>
          <a:xfrm>
            <a:off x="3820950" y="3356357"/>
            <a:ext cx="2355606" cy="156568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rgbClr val="354259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b="0" strike="noStrike" spc="-1" dirty="0">
                <a:solidFill>
                  <a:srgbClr val="354259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2</a:t>
            </a:r>
            <a:endParaRPr lang="en-US" sz="1100" b="0" strike="noStrike" spc="-1" dirty="0">
              <a:solidFill>
                <a:srgbClr val="35425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Shape 3">
            <a:extLst>
              <a:ext uri="{FF2B5EF4-FFF2-40B4-BE49-F238E27FC236}">
                <a16:creationId xmlns:a16="http://schemas.microsoft.com/office/drawing/2014/main" id="{8A4F7442-77C8-4F7E-B1FE-4A54DDA9006C}"/>
              </a:ext>
            </a:extLst>
          </p:cNvPr>
          <p:cNvSpPr/>
          <p:nvPr/>
        </p:nvSpPr>
        <p:spPr>
          <a:xfrm>
            <a:off x="3440985" y="2886368"/>
            <a:ext cx="365676" cy="360226"/>
          </a:xfrm>
          <a:prstGeom prst="roundRect">
            <a:avLst>
              <a:gd name="adj" fmla="val 18669"/>
            </a:avLst>
          </a:prstGeom>
          <a:solidFill>
            <a:srgbClr val="205279"/>
          </a:solidFill>
          <a:ln w="7620">
            <a:solidFill>
              <a:srgbClr val="1A4260"/>
            </a:solidFill>
            <a:prstDash val="solid"/>
          </a:ln>
        </p:spPr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2E63B7B-6B11-4504-ABF4-F3098E53BFE6}"/>
              </a:ext>
            </a:extLst>
          </p:cNvPr>
          <p:cNvSpPr txBox="1"/>
          <p:nvPr/>
        </p:nvSpPr>
        <p:spPr>
          <a:xfrm>
            <a:off x="3440985" y="2895360"/>
            <a:ext cx="365676" cy="3693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ru-RU" spc="-1" dirty="0">
                <a:solidFill>
                  <a:schemeClr val="bg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2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17" name="TextBox 10">
            <a:extLst>
              <a:ext uri="{FF2B5EF4-FFF2-40B4-BE49-F238E27FC236}">
                <a16:creationId xmlns:a16="http://schemas.microsoft.com/office/drawing/2014/main" id="{C67E2E20-EB57-40FD-8D37-45097694DEA7}"/>
              </a:ext>
            </a:extLst>
          </p:cNvPr>
          <p:cNvSpPr/>
          <p:nvPr/>
        </p:nvSpPr>
        <p:spPr>
          <a:xfrm>
            <a:off x="6782818" y="2571750"/>
            <a:ext cx="2294583" cy="71437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b="0" strike="noStrike" spc="-1" dirty="0">
                <a:solidFill>
                  <a:srgbClr val="7D85A3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</a:t>
            </a:r>
            <a:r>
              <a:rPr lang="ru-RU" sz="1400" b="0" strike="noStrike" spc="-1" dirty="0">
                <a:solidFill>
                  <a:srgbClr val="7D85A3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3</a:t>
            </a:r>
            <a:endParaRPr lang="en-US" sz="1400" b="0" strike="noStrike" spc="-1" dirty="0">
              <a:solidFill>
                <a:srgbClr val="7D85A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Box 10">
            <a:extLst>
              <a:ext uri="{FF2B5EF4-FFF2-40B4-BE49-F238E27FC236}">
                <a16:creationId xmlns:a16="http://schemas.microsoft.com/office/drawing/2014/main" id="{45EC583A-9632-4DE0-A91E-E0712C4CE643}"/>
              </a:ext>
            </a:extLst>
          </p:cNvPr>
          <p:cNvSpPr/>
          <p:nvPr/>
        </p:nvSpPr>
        <p:spPr>
          <a:xfrm>
            <a:off x="6782818" y="3356357"/>
            <a:ext cx="2294583" cy="156568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rgbClr val="354259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b="0" strike="noStrike" spc="-1" dirty="0">
                <a:solidFill>
                  <a:srgbClr val="354259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3</a:t>
            </a:r>
            <a:endParaRPr lang="en-US" sz="1100" b="0" strike="noStrike" spc="-1" dirty="0">
              <a:solidFill>
                <a:srgbClr val="35425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Shape 3">
            <a:extLst>
              <a:ext uri="{FF2B5EF4-FFF2-40B4-BE49-F238E27FC236}">
                <a16:creationId xmlns:a16="http://schemas.microsoft.com/office/drawing/2014/main" id="{E390DB8F-74EE-4970-BCB5-E4B2CF21A36E}"/>
              </a:ext>
            </a:extLst>
          </p:cNvPr>
          <p:cNvSpPr/>
          <p:nvPr/>
        </p:nvSpPr>
        <p:spPr>
          <a:xfrm>
            <a:off x="6402854" y="2886368"/>
            <a:ext cx="365676" cy="360226"/>
          </a:xfrm>
          <a:prstGeom prst="roundRect">
            <a:avLst>
              <a:gd name="adj" fmla="val 18669"/>
            </a:avLst>
          </a:prstGeom>
          <a:solidFill>
            <a:srgbClr val="205279"/>
          </a:solidFill>
          <a:ln w="7620">
            <a:solidFill>
              <a:srgbClr val="1A4260"/>
            </a:solidFill>
            <a:prstDash val="solid"/>
          </a:ln>
        </p:spPr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1CE3D32-1EEA-43A4-816D-4EBADE60CE4A}"/>
              </a:ext>
            </a:extLst>
          </p:cNvPr>
          <p:cNvSpPr txBox="1"/>
          <p:nvPr/>
        </p:nvSpPr>
        <p:spPr>
          <a:xfrm>
            <a:off x="6402854" y="2895360"/>
            <a:ext cx="365676" cy="3693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ru-RU" spc="-1" dirty="0">
                <a:solidFill>
                  <a:schemeClr val="bg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3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23" name="Прямоугольник со скругленными углами 3">
            <a:extLst>
              <a:ext uri="{FF2B5EF4-FFF2-40B4-BE49-F238E27FC236}">
                <a16:creationId xmlns:a16="http://schemas.microsoft.com/office/drawing/2014/main" id="{6E4C1D8D-EB14-49E5-98D4-E4BEC9D6E5C9}"/>
              </a:ext>
            </a:extLst>
          </p:cNvPr>
          <p:cNvSpPr/>
          <p:nvPr/>
        </p:nvSpPr>
        <p:spPr>
          <a:xfrm>
            <a:off x="0" y="0"/>
            <a:ext cx="9144000" cy="1961988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8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PIC</a:t>
            </a:r>
            <a:endParaRPr lang="en-US" sz="1800" b="0" strike="noStrike" spc="-1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57485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8167D7AF-1912-4030-BF52-4A523E802088}"/>
              </a:ext>
            </a:extLst>
          </p:cNvPr>
          <p:cNvSpPr txBox="1"/>
          <p:nvPr/>
        </p:nvSpPr>
        <p:spPr>
          <a:xfrm>
            <a:off x="384927" y="240363"/>
            <a:ext cx="5044320" cy="781212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r>
              <a:rPr lang="en-US" sz="2200" strike="noStrike" spc="-1" dirty="0">
                <a:solidFill>
                  <a:srgbClr val="35425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TITLE</a:t>
            </a:r>
            <a:endParaRPr lang="ru-RU" sz="2200" strike="noStrike" spc="-1" dirty="0">
              <a:solidFill>
                <a:srgbClr val="35425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ru-RU" sz="2200" strike="noStrike" spc="-1" dirty="0">
              <a:solidFill>
                <a:srgbClr val="354259"/>
              </a:solidFill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10">
            <a:extLst>
              <a:ext uri="{FF2B5EF4-FFF2-40B4-BE49-F238E27FC236}">
                <a16:creationId xmlns:a16="http://schemas.microsoft.com/office/drawing/2014/main" id="{53C1FCFE-BBE5-4D5C-82FD-1F73113E091C}"/>
              </a:ext>
            </a:extLst>
          </p:cNvPr>
          <p:cNvSpPr/>
          <p:nvPr/>
        </p:nvSpPr>
        <p:spPr>
          <a:xfrm>
            <a:off x="384927" y="1120684"/>
            <a:ext cx="4958598" cy="55112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b="0" strike="noStrike" spc="-1" dirty="0">
                <a:solidFill>
                  <a:srgbClr val="7D85A3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SUBTITLE1</a:t>
            </a:r>
            <a:endParaRPr lang="en-US" sz="1400" b="0" strike="noStrike" spc="-1" dirty="0">
              <a:solidFill>
                <a:srgbClr val="7D85A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TextBox 10">
            <a:extLst>
              <a:ext uri="{FF2B5EF4-FFF2-40B4-BE49-F238E27FC236}">
                <a16:creationId xmlns:a16="http://schemas.microsoft.com/office/drawing/2014/main" id="{CC6D6461-CFD4-4F99-B3DD-15D02BAAF409}"/>
              </a:ext>
            </a:extLst>
          </p:cNvPr>
          <p:cNvSpPr/>
          <p:nvPr/>
        </p:nvSpPr>
        <p:spPr>
          <a:xfrm>
            <a:off x="384927" y="1686851"/>
            <a:ext cx="4958598" cy="51528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rgbClr val="354259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b="0" strike="noStrike" spc="-1" dirty="0">
                <a:solidFill>
                  <a:srgbClr val="354259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1</a:t>
            </a:r>
            <a:endParaRPr lang="en-US" sz="1100" b="0" strike="noStrike" spc="-1" dirty="0">
              <a:solidFill>
                <a:srgbClr val="35425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TextBox 10">
            <a:extLst>
              <a:ext uri="{FF2B5EF4-FFF2-40B4-BE49-F238E27FC236}">
                <a16:creationId xmlns:a16="http://schemas.microsoft.com/office/drawing/2014/main" id="{8E1F58E7-4ADC-4584-B5EE-DCAC2F1FF5D5}"/>
              </a:ext>
            </a:extLst>
          </p:cNvPr>
          <p:cNvSpPr/>
          <p:nvPr/>
        </p:nvSpPr>
        <p:spPr>
          <a:xfrm>
            <a:off x="384927" y="2340364"/>
            <a:ext cx="4958598" cy="55112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b="0" strike="noStrike" spc="-1" dirty="0">
                <a:solidFill>
                  <a:srgbClr val="7D85A3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SUBTITLE2</a:t>
            </a:r>
            <a:endParaRPr lang="en-US" sz="1400" b="0" strike="noStrike" spc="-1" dirty="0">
              <a:solidFill>
                <a:srgbClr val="7D85A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TextBox 10">
            <a:extLst>
              <a:ext uri="{FF2B5EF4-FFF2-40B4-BE49-F238E27FC236}">
                <a16:creationId xmlns:a16="http://schemas.microsoft.com/office/drawing/2014/main" id="{BEE4C82A-70DE-42D0-BD03-E2EAF357CA2E}"/>
              </a:ext>
            </a:extLst>
          </p:cNvPr>
          <p:cNvSpPr/>
          <p:nvPr/>
        </p:nvSpPr>
        <p:spPr>
          <a:xfrm>
            <a:off x="384927" y="2906531"/>
            <a:ext cx="4958598" cy="51528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rgbClr val="354259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b="0" strike="noStrike" spc="-1" dirty="0">
                <a:solidFill>
                  <a:srgbClr val="354259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2</a:t>
            </a:r>
            <a:endParaRPr lang="en-US" sz="1100" b="0" strike="noStrike" spc="-1" dirty="0">
              <a:solidFill>
                <a:srgbClr val="35425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" name="TextBox 10">
            <a:extLst>
              <a:ext uri="{FF2B5EF4-FFF2-40B4-BE49-F238E27FC236}">
                <a16:creationId xmlns:a16="http://schemas.microsoft.com/office/drawing/2014/main" id="{EF1F8D66-6033-40E7-8DEB-2D2B73BD3EA7}"/>
              </a:ext>
            </a:extLst>
          </p:cNvPr>
          <p:cNvSpPr/>
          <p:nvPr/>
        </p:nvSpPr>
        <p:spPr>
          <a:xfrm>
            <a:off x="384927" y="3560044"/>
            <a:ext cx="4958598" cy="55112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b="0" strike="noStrike" spc="-1" dirty="0">
                <a:solidFill>
                  <a:srgbClr val="7D85A3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SUBTITLE3</a:t>
            </a:r>
            <a:endParaRPr lang="en-US" sz="1400" b="0" strike="noStrike" spc="-1" dirty="0">
              <a:solidFill>
                <a:srgbClr val="7D85A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" name="TextBox 10">
            <a:extLst>
              <a:ext uri="{FF2B5EF4-FFF2-40B4-BE49-F238E27FC236}">
                <a16:creationId xmlns:a16="http://schemas.microsoft.com/office/drawing/2014/main" id="{FBF892C0-1559-4735-A6B6-8185ADC0F11C}"/>
              </a:ext>
            </a:extLst>
          </p:cNvPr>
          <p:cNvSpPr/>
          <p:nvPr/>
        </p:nvSpPr>
        <p:spPr>
          <a:xfrm>
            <a:off x="384927" y="4126211"/>
            <a:ext cx="4958598" cy="51528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rgbClr val="354259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b="0" strike="noStrike" spc="-1" dirty="0">
                <a:solidFill>
                  <a:srgbClr val="354259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3</a:t>
            </a:r>
            <a:endParaRPr lang="en-US" sz="1100" b="0" strike="noStrike" spc="-1" dirty="0">
              <a:solidFill>
                <a:srgbClr val="35425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Прямоугольник со скругленными углами 3">
            <a:extLst>
              <a:ext uri="{FF2B5EF4-FFF2-40B4-BE49-F238E27FC236}">
                <a16:creationId xmlns:a16="http://schemas.microsoft.com/office/drawing/2014/main" id="{D30DC5C7-3D96-4482-B44C-7299DB1D95D0}"/>
              </a:ext>
            </a:extLst>
          </p:cNvPr>
          <p:cNvSpPr/>
          <p:nvPr/>
        </p:nvSpPr>
        <p:spPr>
          <a:xfrm>
            <a:off x="5746728" y="0"/>
            <a:ext cx="3397272" cy="5143500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8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PIC</a:t>
            </a:r>
            <a:endParaRPr lang="en-US" sz="1800" b="0" strike="noStrike" spc="-1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0157046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BC913B9B-63E8-4A2B-8F71-640EC5654019}"/>
              </a:ext>
            </a:extLst>
          </p:cNvPr>
          <p:cNvSpPr/>
          <p:nvPr/>
        </p:nvSpPr>
        <p:spPr>
          <a:xfrm>
            <a:off x="3604854" y="3178969"/>
            <a:ext cx="5237088" cy="1321594"/>
          </a:xfrm>
          <a:prstGeom prst="roundRect">
            <a:avLst>
              <a:gd name="adj" fmla="val 6945"/>
            </a:avLst>
          </a:prstGeom>
          <a:solidFill>
            <a:srgbClr val="E9E9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2CE0FAD2-C6AC-466F-B202-8261192A1EAD}"/>
              </a:ext>
            </a:extLst>
          </p:cNvPr>
          <p:cNvSpPr/>
          <p:nvPr/>
        </p:nvSpPr>
        <p:spPr>
          <a:xfrm>
            <a:off x="6311744" y="935831"/>
            <a:ext cx="2533533" cy="2057400"/>
          </a:xfrm>
          <a:prstGeom prst="roundRect">
            <a:avLst>
              <a:gd name="adj" fmla="val 6945"/>
            </a:avLst>
          </a:prstGeom>
          <a:solidFill>
            <a:srgbClr val="E9E9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Прямоугольник: скругленные углы 2">
            <a:extLst>
              <a:ext uri="{FF2B5EF4-FFF2-40B4-BE49-F238E27FC236}">
                <a16:creationId xmlns:a16="http://schemas.microsoft.com/office/drawing/2014/main" id="{AB195CF9-D8FE-43B1-AD8A-52624B62F4BA}"/>
              </a:ext>
            </a:extLst>
          </p:cNvPr>
          <p:cNvSpPr/>
          <p:nvPr/>
        </p:nvSpPr>
        <p:spPr>
          <a:xfrm>
            <a:off x="3607594" y="921544"/>
            <a:ext cx="2533533" cy="2057400"/>
          </a:xfrm>
          <a:prstGeom prst="roundRect">
            <a:avLst>
              <a:gd name="adj" fmla="val 6945"/>
            </a:avLst>
          </a:prstGeom>
          <a:solidFill>
            <a:srgbClr val="E9E9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167D7AF-1912-4030-BF52-4A523E802088}"/>
              </a:ext>
            </a:extLst>
          </p:cNvPr>
          <p:cNvSpPr txBox="1"/>
          <p:nvPr/>
        </p:nvSpPr>
        <p:spPr>
          <a:xfrm>
            <a:off x="3699627" y="240363"/>
            <a:ext cx="5044320" cy="781212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r>
              <a:rPr lang="en-US" sz="2200" strike="noStrike" spc="-1" dirty="0">
                <a:solidFill>
                  <a:srgbClr val="35425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TITLE</a:t>
            </a:r>
            <a:endParaRPr lang="ru-RU" sz="2200" strike="noStrike" spc="-1" dirty="0">
              <a:solidFill>
                <a:srgbClr val="35425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ru-RU" sz="2200" strike="noStrike" spc="-1" dirty="0">
              <a:solidFill>
                <a:srgbClr val="354259"/>
              </a:solidFill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Прямоугольник со скругленными углами 3">
            <a:extLst>
              <a:ext uri="{FF2B5EF4-FFF2-40B4-BE49-F238E27FC236}">
                <a16:creationId xmlns:a16="http://schemas.microsoft.com/office/drawing/2014/main" id="{AE115C34-7D47-487C-B3D4-43A9C07C0B2A}"/>
              </a:ext>
            </a:extLst>
          </p:cNvPr>
          <p:cNvSpPr/>
          <p:nvPr/>
        </p:nvSpPr>
        <p:spPr>
          <a:xfrm>
            <a:off x="0" y="0"/>
            <a:ext cx="3397272" cy="5143500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8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PIC</a:t>
            </a:r>
            <a:endParaRPr lang="en-US" sz="1800" b="0" strike="noStrike" spc="-1" dirty="0">
              <a:latin typeface="Arial"/>
            </a:endParaRPr>
          </a:p>
        </p:txBody>
      </p:sp>
      <p:sp>
        <p:nvSpPr>
          <p:cNvPr id="18" name="TextBox 10">
            <a:extLst>
              <a:ext uri="{FF2B5EF4-FFF2-40B4-BE49-F238E27FC236}">
                <a16:creationId xmlns:a16="http://schemas.microsoft.com/office/drawing/2014/main" id="{907845BD-1CA4-4255-9387-95F6C60ABB50}"/>
              </a:ext>
            </a:extLst>
          </p:cNvPr>
          <p:cNvSpPr/>
          <p:nvPr/>
        </p:nvSpPr>
        <p:spPr>
          <a:xfrm>
            <a:off x="3699628" y="966075"/>
            <a:ext cx="2343986" cy="71437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b="0" strike="noStrike" spc="-1" dirty="0">
                <a:solidFill>
                  <a:srgbClr val="7D85A3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</a:t>
            </a:r>
            <a:r>
              <a:rPr lang="ru-RU" sz="1400" b="0" strike="noStrike" spc="-1" dirty="0">
                <a:solidFill>
                  <a:srgbClr val="7D85A3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1</a:t>
            </a:r>
            <a:endParaRPr lang="en-US" sz="1400" b="0" strike="noStrike" spc="-1" dirty="0">
              <a:solidFill>
                <a:srgbClr val="7D85A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Box 10">
            <a:extLst>
              <a:ext uri="{FF2B5EF4-FFF2-40B4-BE49-F238E27FC236}">
                <a16:creationId xmlns:a16="http://schemas.microsoft.com/office/drawing/2014/main" id="{26690492-D90A-4A40-A75F-1B26E0C13569}"/>
              </a:ext>
            </a:extLst>
          </p:cNvPr>
          <p:cNvSpPr/>
          <p:nvPr/>
        </p:nvSpPr>
        <p:spPr>
          <a:xfrm>
            <a:off x="3699628" y="1750682"/>
            <a:ext cx="2343986" cy="114253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rgbClr val="354259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spc="-1" dirty="0">
                <a:solidFill>
                  <a:srgbClr val="354259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1</a:t>
            </a:r>
            <a:endParaRPr lang="en-US" sz="1100" b="0" strike="noStrike" spc="-1" dirty="0">
              <a:solidFill>
                <a:srgbClr val="35425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extBox 10">
            <a:extLst>
              <a:ext uri="{FF2B5EF4-FFF2-40B4-BE49-F238E27FC236}">
                <a16:creationId xmlns:a16="http://schemas.microsoft.com/office/drawing/2014/main" id="{D9A8C5E1-80CB-4876-91EF-060A6B546FC7}"/>
              </a:ext>
            </a:extLst>
          </p:cNvPr>
          <p:cNvSpPr/>
          <p:nvPr/>
        </p:nvSpPr>
        <p:spPr>
          <a:xfrm>
            <a:off x="6403182" y="966075"/>
            <a:ext cx="2340765" cy="71437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b="0" strike="noStrike" spc="-1" dirty="0">
                <a:solidFill>
                  <a:srgbClr val="7D85A3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SUBTITLE2</a:t>
            </a:r>
            <a:endParaRPr lang="en-US" sz="1400" b="0" strike="noStrike" spc="-1" dirty="0">
              <a:solidFill>
                <a:srgbClr val="7D85A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extBox 10">
            <a:extLst>
              <a:ext uri="{FF2B5EF4-FFF2-40B4-BE49-F238E27FC236}">
                <a16:creationId xmlns:a16="http://schemas.microsoft.com/office/drawing/2014/main" id="{02ECB716-3A62-4B4B-BB86-1A1F9B13DC04}"/>
              </a:ext>
            </a:extLst>
          </p:cNvPr>
          <p:cNvSpPr/>
          <p:nvPr/>
        </p:nvSpPr>
        <p:spPr>
          <a:xfrm>
            <a:off x="6403182" y="1750683"/>
            <a:ext cx="2340765" cy="114253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rgbClr val="354259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b="0" strike="noStrike" spc="-1" dirty="0">
                <a:solidFill>
                  <a:srgbClr val="354259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2</a:t>
            </a:r>
            <a:endParaRPr lang="en-US" sz="1100" b="0" strike="noStrike" spc="-1" dirty="0">
              <a:solidFill>
                <a:srgbClr val="35425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Box 10">
            <a:extLst>
              <a:ext uri="{FF2B5EF4-FFF2-40B4-BE49-F238E27FC236}">
                <a16:creationId xmlns:a16="http://schemas.microsoft.com/office/drawing/2014/main" id="{2FF83F15-3EA9-4AC2-B7B2-783B3AB2E882}"/>
              </a:ext>
            </a:extLst>
          </p:cNvPr>
          <p:cNvSpPr/>
          <p:nvPr/>
        </p:nvSpPr>
        <p:spPr>
          <a:xfrm>
            <a:off x="3699627" y="3268976"/>
            <a:ext cx="5237088" cy="32942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b="0" strike="noStrike" spc="-1" dirty="0">
                <a:solidFill>
                  <a:srgbClr val="7D85A3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SUBTITLE3</a:t>
            </a:r>
            <a:endParaRPr lang="en-US" sz="1400" b="0" strike="noStrike" spc="-1" dirty="0">
              <a:solidFill>
                <a:srgbClr val="7D85A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TextBox 10">
            <a:extLst>
              <a:ext uri="{FF2B5EF4-FFF2-40B4-BE49-F238E27FC236}">
                <a16:creationId xmlns:a16="http://schemas.microsoft.com/office/drawing/2014/main" id="{F9551F03-2C16-43E3-AD0C-A3B6B3392502}"/>
              </a:ext>
            </a:extLst>
          </p:cNvPr>
          <p:cNvSpPr/>
          <p:nvPr/>
        </p:nvSpPr>
        <p:spPr>
          <a:xfrm>
            <a:off x="3699626" y="3620588"/>
            <a:ext cx="5147193" cy="71437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rgbClr val="354259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b="0" strike="noStrike" spc="-1" dirty="0">
                <a:solidFill>
                  <a:srgbClr val="354259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3</a:t>
            </a:r>
            <a:endParaRPr lang="en-US" sz="1100" b="0" strike="noStrike" spc="-1" dirty="0">
              <a:solidFill>
                <a:srgbClr val="35425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19763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734EF1-5FE1-CE8C-388C-01D3C9BC10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со скругленными углами 3">
            <a:extLst>
              <a:ext uri="{FF2B5EF4-FFF2-40B4-BE49-F238E27FC236}">
                <a16:creationId xmlns:a16="http://schemas.microsoft.com/office/drawing/2014/main" id="{CA2E916D-5B5B-4777-5E4D-7F6B997839A4}"/>
              </a:ext>
            </a:extLst>
          </p:cNvPr>
          <p:cNvSpPr/>
          <p:nvPr/>
        </p:nvSpPr>
        <p:spPr>
          <a:xfrm>
            <a:off x="0" y="-478632"/>
            <a:ext cx="9144000" cy="1766411"/>
          </a:xfrm>
          <a:prstGeom prst="roundRect">
            <a:avLst>
              <a:gd name="adj" fmla="val 12297"/>
            </a:avLst>
          </a:prstGeom>
          <a:solidFill>
            <a:srgbClr val="20527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endParaRPr lang="en-US" sz="1800" strike="noStrike" spc="-1" dirty="0">
              <a:latin typeface="Arial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DF0029D-D03A-54F6-70FE-5563A0BB4676}"/>
              </a:ext>
            </a:extLst>
          </p:cNvPr>
          <p:cNvSpPr txBox="1"/>
          <p:nvPr/>
        </p:nvSpPr>
        <p:spPr>
          <a:xfrm>
            <a:off x="384927" y="233219"/>
            <a:ext cx="5044320" cy="781212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r>
              <a:rPr lang="en-US" sz="2200" strike="noStrike" spc="-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TITLE</a:t>
            </a:r>
            <a:endParaRPr lang="ru-RU" sz="2200" strike="noStrike" spc="-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ru-RU" sz="2200" strike="noStrike" spc="-1" dirty="0">
              <a:solidFill>
                <a:schemeClr val="bg1"/>
              </a:solidFill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10">
            <a:extLst>
              <a:ext uri="{FF2B5EF4-FFF2-40B4-BE49-F238E27FC236}">
                <a16:creationId xmlns:a16="http://schemas.microsoft.com/office/drawing/2014/main" id="{EDAF142B-5721-6240-04E1-106E1FFEA32D}"/>
              </a:ext>
            </a:extLst>
          </p:cNvPr>
          <p:cNvSpPr/>
          <p:nvPr/>
        </p:nvSpPr>
        <p:spPr>
          <a:xfrm>
            <a:off x="384926" y="1726282"/>
            <a:ext cx="2665455" cy="71437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400" b="0" strike="noStrike" spc="-1" dirty="0">
                <a:solidFill>
                  <a:srgbClr val="7D85A3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SUBTITLE1</a:t>
            </a:r>
            <a:endParaRPr lang="en-US" sz="1400" b="0" strike="noStrike" spc="-1" dirty="0">
              <a:solidFill>
                <a:srgbClr val="7D85A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10">
            <a:extLst>
              <a:ext uri="{FF2B5EF4-FFF2-40B4-BE49-F238E27FC236}">
                <a16:creationId xmlns:a16="http://schemas.microsoft.com/office/drawing/2014/main" id="{FA1DF4FB-B4D6-B6FF-0516-0A81D9DE54F0}"/>
              </a:ext>
            </a:extLst>
          </p:cNvPr>
          <p:cNvSpPr/>
          <p:nvPr/>
        </p:nvSpPr>
        <p:spPr>
          <a:xfrm>
            <a:off x="384926" y="2610905"/>
            <a:ext cx="2665455" cy="156568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rgbClr val="354259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b="0" strike="noStrike" spc="-1" dirty="0">
                <a:solidFill>
                  <a:srgbClr val="354259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1</a:t>
            </a:r>
            <a:endParaRPr lang="en-US" sz="1100" b="0" strike="noStrike" spc="-1" dirty="0">
              <a:solidFill>
                <a:srgbClr val="35425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10">
            <a:extLst>
              <a:ext uri="{FF2B5EF4-FFF2-40B4-BE49-F238E27FC236}">
                <a16:creationId xmlns:a16="http://schemas.microsoft.com/office/drawing/2014/main" id="{3E808511-FA49-AA10-EA3F-F7E7445FE360}"/>
              </a:ext>
            </a:extLst>
          </p:cNvPr>
          <p:cNvSpPr/>
          <p:nvPr/>
        </p:nvSpPr>
        <p:spPr>
          <a:xfrm>
            <a:off x="3239272" y="1726282"/>
            <a:ext cx="2665455" cy="71437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400" b="0" strike="noStrike" spc="-1" dirty="0">
                <a:solidFill>
                  <a:srgbClr val="7D85A3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SUBTITLE2</a:t>
            </a:r>
            <a:endParaRPr lang="en-US" sz="1400" b="0" strike="noStrike" spc="-1" dirty="0">
              <a:solidFill>
                <a:srgbClr val="7D85A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10">
            <a:extLst>
              <a:ext uri="{FF2B5EF4-FFF2-40B4-BE49-F238E27FC236}">
                <a16:creationId xmlns:a16="http://schemas.microsoft.com/office/drawing/2014/main" id="{65FA2305-D045-BAE2-492E-70AAB48E39C6}"/>
              </a:ext>
            </a:extLst>
          </p:cNvPr>
          <p:cNvSpPr/>
          <p:nvPr/>
        </p:nvSpPr>
        <p:spPr>
          <a:xfrm>
            <a:off x="3239272" y="2610905"/>
            <a:ext cx="2665455" cy="156568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rgbClr val="354259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b="0" strike="noStrike" spc="-1" dirty="0">
                <a:solidFill>
                  <a:srgbClr val="354259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2</a:t>
            </a:r>
            <a:endParaRPr lang="en-US" sz="1100" b="0" strike="noStrike" spc="-1" dirty="0">
              <a:solidFill>
                <a:srgbClr val="35425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32838A70-428B-D1C2-D83F-6922D863D913}"/>
              </a:ext>
            </a:extLst>
          </p:cNvPr>
          <p:cNvSpPr/>
          <p:nvPr/>
        </p:nvSpPr>
        <p:spPr>
          <a:xfrm>
            <a:off x="6093619" y="1726282"/>
            <a:ext cx="2665455" cy="71437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400" b="0" strike="noStrike" spc="-1" dirty="0">
                <a:solidFill>
                  <a:srgbClr val="7D85A3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SUBTITLE3</a:t>
            </a:r>
            <a:endParaRPr lang="en-US" sz="1400" b="0" strike="noStrike" spc="-1" dirty="0">
              <a:solidFill>
                <a:srgbClr val="7D85A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Box 10">
            <a:extLst>
              <a:ext uri="{FF2B5EF4-FFF2-40B4-BE49-F238E27FC236}">
                <a16:creationId xmlns:a16="http://schemas.microsoft.com/office/drawing/2014/main" id="{387361E5-42DF-E44E-36F8-361A3B0AD0DF}"/>
              </a:ext>
            </a:extLst>
          </p:cNvPr>
          <p:cNvSpPr/>
          <p:nvPr/>
        </p:nvSpPr>
        <p:spPr>
          <a:xfrm>
            <a:off x="6093619" y="2610905"/>
            <a:ext cx="2665455" cy="156568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rgbClr val="354259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b="0" strike="noStrike" spc="-1" dirty="0">
                <a:solidFill>
                  <a:srgbClr val="354259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3</a:t>
            </a:r>
            <a:endParaRPr lang="en-US" sz="1100" b="0" strike="noStrike" spc="-1" dirty="0">
              <a:solidFill>
                <a:srgbClr val="35425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3" name="Прямая соединительная линия 12">
            <a:extLst>
              <a:ext uri="{FF2B5EF4-FFF2-40B4-BE49-F238E27FC236}">
                <a16:creationId xmlns:a16="http://schemas.microsoft.com/office/drawing/2014/main" id="{E4D12468-EC22-7B5E-0525-73C674104D73}"/>
              </a:ext>
            </a:extLst>
          </p:cNvPr>
          <p:cNvCxnSpPr>
            <a:cxnSpLocks/>
          </p:cNvCxnSpPr>
          <p:nvPr/>
        </p:nvCxnSpPr>
        <p:spPr>
          <a:xfrm>
            <a:off x="3149441" y="1791052"/>
            <a:ext cx="0" cy="2385540"/>
          </a:xfrm>
          <a:prstGeom prst="line">
            <a:avLst/>
          </a:prstGeom>
          <a:ln w="9525">
            <a:solidFill>
              <a:srgbClr val="20527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Прямая соединительная линия 13">
            <a:extLst>
              <a:ext uri="{FF2B5EF4-FFF2-40B4-BE49-F238E27FC236}">
                <a16:creationId xmlns:a16="http://schemas.microsoft.com/office/drawing/2014/main" id="{581DD692-79C3-5C09-D02B-A75D96124F21}"/>
              </a:ext>
            </a:extLst>
          </p:cNvPr>
          <p:cNvCxnSpPr>
            <a:cxnSpLocks/>
          </p:cNvCxnSpPr>
          <p:nvPr/>
        </p:nvCxnSpPr>
        <p:spPr>
          <a:xfrm>
            <a:off x="6014561" y="1791052"/>
            <a:ext cx="0" cy="2385540"/>
          </a:xfrm>
          <a:prstGeom prst="line">
            <a:avLst/>
          </a:prstGeom>
          <a:ln w="9525">
            <a:solidFill>
              <a:srgbClr val="20527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Прямая соединительная линия 14">
            <a:extLst>
              <a:ext uri="{FF2B5EF4-FFF2-40B4-BE49-F238E27FC236}">
                <a16:creationId xmlns:a16="http://schemas.microsoft.com/office/drawing/2014/main" id="{A4CC2FB1-FD05-333E-5DB1-8602C2D4C11A}"/>
              </a:ext>
            </a:extLst>
          </p:cNvPr>
          <p:cNvCxnSpPr>
            <a:cxnSpLocks/>
          </p:cNvCxnSpPr>
          <p:nvPr/>
        </p:nvCxnSpPr>
        <p:spPr>
          <a:xfrm flipH="1">
            <a:off x="485771" y="2525780"/>
            <a:ext cx="8365334" cy="0"/>
          </a:xfrm>
          <a:prstGeom prst="line">
            <a:avLst/>
          </a:prstGeom>
          <a:ln w="9525">
            <a:solidFill>
              <a:srgbClr val="20527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674847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BC913B9B-63E8-4A2B-8F71-640EC5654019}"/>
              </a:ext>
            </a:extLst>
          </p:cNvPr>
          <p:cNvSpPr/>
          <p:nvPr/>
        </p:nvSpPr>
        <p:spPr>
          <a:xfrm>
            <a:off x="384926" y="3271856"/>
            <a:ext cx="5237088" cy="1321594"/>
          </a:xfrm>
          <a:prstGeom prst="roundRect">
            <a:avLst>
              <a:gd name="adj" fmla="val 12711"/>
            </a:avLst>
          </a:prstGeom>
          <a:noFill/>
          <a:ln w="19050">
            <a:solidFill>
              <a:srgbClr val="E9E9E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2CE0FAD2-C6AC-466F-B202-8261192A1EAD}"/>
              </a:ext>
            </a:extLst>
          </p:cNvPr>
          <p:cNvSpPr/>
          <p:nvPr/>
        </p:nvSpPr>
        <p:spPr>
          <a:xfrm>
            <a:off x="3091816" y="1028718"/>
            <a:ext cx="2533533" cy="2057400"/>
          </a:xfrm>
          <a:prstGeom prst="roundRect">
            <a:avLst>
              <a:gd name="adj" fmla="val 10279"/>
            </a:avLst>
          </a:prstGeom>
          <a:noFill/>
          <a:ln w="19050">
            <a:solidFill>
              <a:srgbClr val="E9E9E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Прямоугольник: скругленные углы 2">
            <a:extLst>
              <a:ext uri="{FF2B5EF4-FFF2-40B4-BE49-F238E27FC236}">
                <a16:creationId xmlns:a16="http://schemas.microsoft.com/office/drawing/2014/main" id="{AB195CF9-D8FE-43B1-AD8A-52624B62F4BA}"/>
              </a:ext>
            </a:extLst>
          </p:cNvPr>
          <p:cNvSpPr/>
          <p:nvPr/>
        </p:nvSpPr>
        <p:spPr>
          <a:xfrm>
            <a:off x="387666" y="1014431"/>
            <a:ext cx="2533533" cy="2057400"/>
          </a:xfrm>
          <a:prstGeom prst="roundRect">
            <a:avLst>
              <a:gd name="adj" fmla="val 10649"/>
            </a:avLst>
          </a:prstGeom>
          <a:noFill/>
          <a:ln w="19050">
            <a:solidFill>
              <a:srgbClr val="E9E9E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TextBox 10">
            <a:extLst>
              <a:ext uri="{FF2B5EF4-FFF2-40B4-BE49-F238E27FC236}">
                <a16:creationId xmlns:a16="http://schemas.microsoft.com/office/drawing/2014/main" id="{907845BD-1CA4-4255-9387-95F6C60ABB50}"/>
              </a:ext>
            </a:extLst>
          </p:cNvPr>
          <p:cNvSpPr/>
          <p:nvPr/>
        </p:nvSpPr>
        <p:spPr>
          <a:xfrm>
            <a:off x="479700" y="1058962"/>
            <a:ext cx="2343986" cy="71437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b="0" strike="noStrike" spc="-1" dirty="0">
                <a:solidFill>
                  <a:srgbClr val="7D85A3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</a:t>
            </a:r>
            <a:r>
              <a:rPr lang="ru-RU" sz="1400" b="0" strike="noStrike" spc="-1" dirty="0">
                <a:solidFill>
                  <a:srgbClr val="7D85A3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1</a:t>
            </a:r>
            <a:endParaRPr lang="en-US" sz="1400" b="0" strike="noStrike" spc="-1" dirty="0">
              <a:solidFill>
                <a:srgbClr val="7D85A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Box 10">
            <a:extLst>
              <a:ext uri="{FF2B5EF4-FFF2-40B4-BE49-F238E27FC236}">
                <a16:creationId xmlns:a16="http://schemas.microsoft.com/office/drawing/2014/main" id="{26690492-D90A-4A40-A75F-1B26E0C13569}"/>
              </a:ext>
            </a:extLst>
          </p:cNvPr>
          <p:cNvSpPr/>
          <p:nvPr/>
        </p:nvSpPr>
        <p:spPr>
          <a:xfrm>
            <a:off x="479700" y="1843569"/>
            <a:ext cx="2343986" cy="114253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rgbClr val="354259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spc="-1" dirty="0">
                <a:solidFill>
                  <a:srgbClr val="354259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1</a:t>
            </a:r>
            <a:endParaRPr lang="en-US" sz="1100" b="0" strike="noStrike" spc="-1" dirty="0">
              <a:solidFill>
                <a:srgbClr val="35425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extBox 10">
            <a:extLst>
              <a:ext uri="{FF2B5EF4-FFF2-40B4-BE49-F238E27FC236}">
                <a16:creationId xmlns:a16="http://schemas.microsoft.com/office/drawing/2014/main" id="{D9A8C5E1-80CB-4876-91EF-060A6B546FC7}"/>
              </a:ext>
            </a:extLst>
          </p:cNvPr>
          <p:cNvSpPr/>
          <p:nvPr/>
        </p:nvSpPr>
        <p:spPr>
          <a:xfrm>
            <a:off x="3183254" y="1058962"/>
            <a:ext cx="2340765" cy="71437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b="0" strike="noStrike" spc="-1" dirty="0">
                <a:solidFill>
                  <a:srgbClr val="7D85A3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SUBTITLE2</a:t>
            </a:r>
            <a:endParaRPr lang="en-US" sz="1400" b="0" strike="noStrike" spc="-1" dirty="0">
              <a:solidFill>
                <a:srgbClr val="7D85A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extBox 10">
            <a:extLst>
              <a:ext uri="{FF2B5EF4-FFF2-40B4-BE49-F238E27FC236}">
                <a16:creationId xmlns:a16="http://schemas.microsoft.com/office/drawing/2014/main" id="{02ECB716-3A62-4B4B-BB86-1A1F9B13DC04}"/>
              </a:ext>
            </a:extLst>
          </p:cNvPr>
          <p:cNvSpPr/>
          <p:nvPr/>
        </p:nvSpPr>
        <p:spPr>
          <a:xfrm>
            <a:off x="3183254" y="1843570"/>
            <a:ext cx="2340765" cy="114253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rgbClr val="354259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b="0" strike="noStrike" spc="-1" dirty="0">
                <a:solidFill>
                  <a:srgbClr val="354259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2</a:t>
            </a:r>
            <a:endParaRPr lang="en-US" sz="1100" b="0" strike="noStrike" spc="-1" dirty="0">
              <a:solidFill>
                <a:srgbClr val="35425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Box 10">
            <a:extLst>
              <a:ext uri="{FF2B5EF4-FFF2-40B4-BE49-F238E27FC236}">
                <a16:creationId xmlns:a16="http://schemas.microsoft.com/office/drawing/2014/main" id="{2FF83F15-3EA9-4AC2-B7B2-783B3AB2E882}"/>
              </a:ext>
            </a:extLst>
          </p:cNvPr>
          <p:cNvSpPr/>
          <p:nvPr/>
        </p:nvSpPr>
        <p:spPr>
          <a:xfrm>
            <a:off x="479699" y="3361863"/>
            <a:ext cx="5237088" cy="32942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b="0" strike="noStrike" spc="-1" dirty="0">
                <a:solidFill>
                  <a:srgbClr val="7D85A3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SUBTITLE3</a:t>
            </a:r>
            <a:endParaRPr lang="en-US" sz="1400" b="0" strike="noStrike" spc="-1" dirty="0">
              <a:solidFill>
                <a:srgbClr val="7D85A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TextBox 10">
            <a:extLst>
              <a:ext uri="{FF2B5EF4-FFF2-40B4-BE49-F238E27FC236}">
                <a16:creationId xmlns:a16="http://schemas.microsoft.com/office/drawing/2014/main" id="{F9551F03-2C16-43E3-AD0C-A3B6B3392502}"/>
              </a:ext>
            </a:extLst>
          </p:cNvPr>
          <p:cNvSpPr/>
          <p:nvPr/>
        </p:nvSpPr>
        <p:spPr>
          <a:xfrm>
            <a:off x="479698" y="3713475"/>
            <a:ext cx="5147193" cy="71437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rgbClr val="354259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b="0" strike="noStrike" spc="-1" dirty="0">
                <a:solidFill>
                  <a:srgbClr val="354259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3</a:t>
            </a:r>
            <a:endParaRPr lang="en-US" sz="1100" b="0" strike="noStrike" spc="-1" dirty="0">
              <a:solidFill>
                <a:srgbClr val="35425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Прямоугольник со скругленными углами 3">
            <a:extLst>
              <a:ext uri="{FF2B5EF4-FFF2-40B4-BE49-F238E27FC236}">
                <a16:creationId xmlns:a16="http://schemas.microsoft.com/office/drawing/2014/main" id="{787AEA5E-F7FC-4AD3-B156-4F5AA0732A9E}"/>
              </a:ext>
            </a:extLst>
          </p:cNvPr>
          <p:cNvSpPr/>
          <p:nvPr/>
        </p:nvSpPr>
        <p:spPr>
          <a:xfrm>
            <a:off x="5808224" y="0"/>
            <a:ext cx="3335775" cy="5143499"/>
          </a:xfrm>
          <a:prstGeom prst="roundRect">
            <a:avLst>
              <a:gd name="adj" fmla="val 0"/>
            </a:avLst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80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PIC</a:t>
            </a:r>
            <a:endParaRPr lang="en-US" sz="1800" strike="noStrike" spc="-1" dirty="0">
              <a:latin typeface="Arial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AB11D98-9B25-498E-961B-121E013E2FD8}"/>
              </a:ext>
            </a:extLst>
          </p:cNvPr>
          <p:cNvSpPr txBox="1"/>
          <p:nvPr/>
        </p:nvSpPr>
        <p:spPr>
          <a:xfrm>
            <a:off x="8519836" y="4831697"/>
            <a:ext cx="48520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ru-RU" sz="900" spc="-1" dirty="0">
                <a:solidFill>
                  <a:srgbClr val="3E443E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11</a:t>
            </a:r>
            <a:endParaRPr lang="ru-RU" sz="9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1CE864C-3524-DAAB-ED4D-02E692F83DDC}"/>
              </a:ext>
            </a:extLst>
          </p:cNvPr>
          <p:cNvSpPr txBox="1"/>
          <p:nvPr/>
        </p:nvSpPr>
        <p:spPr>
          <a:xfrm>
            <a:off x="384927" y="240363"/>
            <a:ext cx="5044320" cy="781212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r>
              <a:rPr lang="en-US" sz="2200" strike="noStrike" spc="-1" dirty="0">
                <a:solidFill>
                  <a:srgbClr val="35425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TITLE</a:t>
            </a:r>
            <a:endParaRPr lang="ru-RU" sz="2200" strike="noStrike" spc="-1" dirty="0">
              <a:solidFill>
                <a:srgbClr val="35425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ru-RU" sz="2200" strike="noStrike" spc="-1" dirty="0">
              <a:solidFill>
                <a:srgbClr val="354259"/>
              </a:solidFill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31484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5">
            <a:extLst>
              <a:ext uri="{FF2B5EF4-FFF2-40B4-BE49-F238E27FC236}">
                <a16:creationId xmlns:a16="http://schemas.microsoft.com/office/drawing/2014/main" id="{3C353143-50F3-427A-BC01-C2AB6F736272}"/>
              </a:ext>
            </a:extLst>
          </p:cNvPr>
          <p:cNvSpPr>
            <a:spLocks noChangeAspect="1"/>
          </p:cNvSpPr>
          <p:nvPr/>
        </p:nvSpPr>
        <p:spPr>
          <a:xfrm>
            <a:off x="1640942" y="4589006"/>
            <a:ext cx="2999374" cy="27003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ts val="1650"/>
              </a:lnSpc>
            </a:pPr>
            <a:r>
              <a:rPr lang="ru-RU" sz="9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</a:rPr>
              <a:t>Презентация создана в </a:t>
            </a:r>
            <a:r>
              <a:rPr lang="en-US" sz="9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</a:rPr>
              <a:t>Fibonacci</a:t>
            </a:r>
            <a:endParaRPr lang="en-US" altLang="ru-RU" sz="900" dirty="0">
              <a:solidFill>
                <a:schemeClr val="bg1">
                  <a:lumMod val="9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Изображение 40">
            <a:extLst>
              <a:ext uri="{FF2B5EF4-FFF2-40B4-BE49-F238E27FC236}">
                <a16:creationId xmlns:a16="http://schemas.microsoft.com/office/drawing/2014/main" id="{A3F995F7-0131-46F7-9A69-066667A70BE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9127" r="9127"/>
          <a:stretch>
            <a:fillRect/>
          </a:stretch>
        </p:blipFill>
        <p:spPr>
          <a:xfrm>
            <a:off x="867407" y="3587117"/>
            <a:ext cx="257279" cy="257279"/>
          </a:xfrm>
          <a:prstGeom prst="ellipse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7827E19F-39EA-4A68-9C5B-614076E2C9BA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30400" b="29000"/>
          <a:stretch/>
        </p:blipFill>
        <p:spPr>
          <a:xfrm>
            <a:off x="351153" y="3790388"/>
            <a:ext cx="1289789" cy="1134126"/>
          </a:xfrm>
          <a:prstGeom prst="rect">
            <a:avLst/>
          </a:prstGeom>
        </p:spPr>
      </p:pic>
      <p:sp>
        <p:nvSpPr>
          <p:cNvPr id="7" name="Прямоугольник 10">
            <a:extLst>
              <a:ext uri="{FF2B5EF4-FFF2-40B4-BE49-F238E27FC236}">
                <a16:creationId xmlns:a16="http://schemas.microsoft.com/office/drawing/2014/main" id="{9502F465-FC2A-4312-B04E-49B5D04C0D56}"/>
              </a:ext>
            </a:extLst>
          </p:cNvPr>
          <p:cNvSpPr/>
          <p:nvPr/>
        </p:nvSpPr>
        <p:spPr>
          <a:xfrm>
            <a:off x="460151" y="621909"/>
            <a:ext cx="8469537" cy="330715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ts val="7000"/>
              </a:lnSpc>
              <a:buNone/>
            </a:pPr>
            <a:r>
              <a:rPr lang="en-US" sz="6600" spc="-1" dirty="0">
                <a:solidFill>
                  <a:srgbClr val="FFFFFF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TITLE</a:t>
            </a:r>
            <a:endParaRPr lang="en-US" sz="6600" strike="noStrike" spc="-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618484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1816</TotalTime>
  <Words>161</Words>
  <Application>Microsoft Macintosh PowerPoint</Application>
  <PresentationFormat>Экран (16:9)</PresentationFormat>
  <Paragraphs>114</Paragraphs>
  <Slides>14</Slides>
  <Notes>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19" baseType="lpstr">
      <vt:lpstr>Arial</vt:lpstr>
      <vt:lpstr>Arial Black</vt:lpstr>
      <vt:lpstr>Calibri</vt:lpstr>
      <vt:lpstr>Calibri Light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Алика Шпагина</dc:creator>
  <cp:lastModifiedBy>Алика Шпагина</cp:lastModifiedBy>
  <cp:revision>42</cp:revision>
  <dcterms:created xsi:type="dcterms:W3CDTF">2024-04-17T19:56:02Z</dcterms:created>
  <dcterms:modified xsi:type="dcterms:W3CDTF">2026-07-16T08:34:35Z</dcterms:modified>
</cp:coreProperties>
</file>