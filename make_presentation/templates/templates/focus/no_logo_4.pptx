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Для перемещения страницы щёлкните мышью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2000" spc="-1" strike="noStrike"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1400" spc="-1" strike="noStrike">
                <a:latin typeface="Times New Roman"/>
              </a:rPr>
              <a:t>&lt;верхний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BF175DB-5A61-4C23-A315-17852D65BCA8}" type="slidenum">
              <a:rPr b="0" lang="ru-RU" sz="1400" spc="-1" strike="noStrike">
                <a:latin typeface="Times New Roman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A49CA8D-7933-4356-8E64-1B83F76BCF91}" type="slidenum">
              <a:rPr b="0" lang="ru-RU" sz="1200" spc="-1" strike="noStrike">
                <a:latin typeface="Times New Roman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FEC4D4-85D6-4A39-B4B1-EEDBA7D987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556772-AD7B-4CAE-AE80-D63CAC5EED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66EC69-4627-4BD2-9D6C-D3FE9FA3DC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D9F390-ADA1-442E-9A0C-843DA104EB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4EA803-8706-469B-A739-26C80080229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640" cy="82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49F7F3-091C-475D-8400-3875A88BC9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B622D6-899E-4B19-814A-06A25254E9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792FCA-4933-4D1C-933D-C75B694E985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628EC7-C99C-4952-84B3-E1177F959D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BC98C5-FD72-4FCC-92C0-998CA91476B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91299D-B418-4E71-93F0-E7C03099B27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1FCC6E-C147-49AD-81F6-1DB192E63C3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b="0" lang="en-US" sz="4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Calibri"/>
              </a:rPr>
              <a:t>&lt;дата/время&gt;</a:t>
            </a:r>
            <a:endParaRPr b="0" lang="ru-RU" sz="9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1B6B000-D106-44F9-96BD-E22C93720C8A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&lt;номер&gt;</a:t>
            </a:fld>
            <a:endParaRPr b="0" lang="ru-RU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10"/>
          <p:cNvSpPr/>
          <p:nvPr/>
        </p:nvSpPr>
        <p:spPr>
          <a:xfrm>
            <a:off x="460080" y="622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66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ru-RU" sz="6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ая соединительная линия 35"/>
          <p:cNvSpPr/>
          <p:nvPr/>
        </p:nvSpPr>
        <p:spPr>
          <a:xfrm flipV="1">
            <a:off x="674640" y="1224360"/>
            <a:ext cx="360" cy="359748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Прямая соединительная линия 30"/>
          <p:cNvSpPr/>
          <p:nvPr/>
        </p:nvSpPr>
        <p:spPr>
          <a:xfrm>
            <a:off x="858600" y="178020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" name="Прямая соединительная линия 33"/>
          <p:cNvSpPr/>
          <p:nvPr/>
        </p:nvSpPr>
        <p:spPr>
          <a:xfrm>
            <a:off x="858600" y="295812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" name="Прямая соединительная линия 34"/>
          <p:cNvSpPr/>
          <p:nvPr/>
        </p:nvSpPr>
        <p:spPr>
          <a:xfrm>
            <a:off x="858600" y="415584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" name="Shape 3"/>
          <p:cNvSpPr/>
          <p:nvPr/>
        </p:nvSpPr>
        <p:spPr>
          <a:xfrm>
            <a:off x="492840" y="1593720"/>
            <a:ext cx="365400" cy="36000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Box 17"/>
          <p:cNvSpPr/>
          <p:nvPr/>
        </p:nvSpPr>
        <p:spPr>
          <a:xfrm>
            <a:off x="492840" y="160272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4" name="TextBox 6"/>
          <p:cNvSpPr/>
          <p:nvPr/>
        </p:nvSpPr>
        <p:spPr>
          <a:xfrm>
            <a:off x="384840" y="233280"/>
            <a:ext cx="504396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1495800" y="127116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56" name="Прямоугольник со скругленными углами 3"/>
          <p:cNvSpPr/>
          <p:nvPr/>
        </p:nvSpPr>
        <p:spPr>
          <a:xfrm>
            <a:off x="5884200" y="0"/>
            <a:ext cx="3259440" cy="51433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492840" y="2774880"/>
            <a:ext cx="365400" cy="36000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Box 19"/>
          <p:cNvSpPr/>
          <p:nvPr/>
        </p:nvSpPr>
        <p:spPr>
          <a:xfrm>
            <a:off x="492840" y="278388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492840" y="3960000"/>
            <a:ext cx="365400" cy="36000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Box 22"/>
          <p:cNvSpPr/>
          <p:nvPr/>
        </p:nvSpPr>
        <p:spPr>
          <a:xfrm>
            <a:off x="492840" y="396900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1495800" y="183708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2" name="TextBox 10"/>
          <p:cNvSpPr/>
          <p:nvPr/>
        </p:nvSpPr>
        <p:spPr>
          <a:xfrm>
            <a:off x="1492200" y="245376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3" name="TextBox 10"/>
          <p:cNvSpPr/>
          <p:nvPr/>
        </p:nvSpPr>
        <p:spPr>
          <a:xfrm>
            <a:off x="1492200" y="301716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1492200" y="364788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1492200" y="421128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20"/>
          <p:cNvSpPr/>
          <p:nvPr/>
        </p:nvSpPr>
        <p:spPr>
          <a:xfrm>
            <a:off x="384840" y="209052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67" name="Прямоугольник со скругленными углами 3"/>
          <p:cNvSpPr/>
          <p:nvPr/>
        </p:nvSpPr>
        <p:spPr>
          <a:xfrm>
            <a:off x="0" y="0"/>
            <a:ext cx="9143640" cy="19616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38484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38484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323928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323928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2" name="TextBox 10"/>
          <p:cNvSpPr/>
          <p:nvPr/>
        </p:nvSpPr>
        <p:spPr>
          <a:xfrm>
            <a:off x="6093720" y="25502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6093720" y="333504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Прямоугольник 10"/>
          <p:cNvSpPr/>
          <p:nvPr/>
        </p:nvSpPr>
        <p:spPr>
          <a:xfrm>
            <a:off x="460080" y="622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66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ru-RU" sz="6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1799</TotalTime>
  <Application>LibreOffice/7.3.7.2$Linux_X86_64 LibreOffice_project/30$Build-2</Application>
  <AppVersion>15.0000</AppVersion>
  <Words>36</Words>
  <Paragraphs>24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ru-RU</dc:language>
  <cp:lastModifiedBy/>
  <dcterms:modified xsi:type="dcterms:W3CDTF">2025-02-20T13:35:03Z</dcterms:modified>
  <cp:revision>38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Экран (16:9)</vt:lpwstr>
  </property>
  <property fmtid="{D5CDD505-2E9C-101B-9397-08002B2CF9AE}" pid="4" name="Slides">
    <vt:i4>4</vt:i4>
  </property>
</Properties>
</file>