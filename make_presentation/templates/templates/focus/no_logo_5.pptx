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BC666FF-D2E1-4A9F-B049-B38548D2B756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1C9C45-114A-4749-8EB9-35C68BFFBB23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8433A-173F-411F-8FA4-216DF71E4B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BD9613-0239-46DA-9FAA-6252922BFC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B8EE5-3D14-4D85-BC94-8291F7306D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D750A-2C83-4648-A5C5-DA4206649C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FC2D4D-8003-4788-8E25-CDD8DE3FFC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60D8A-E50A-426B-8309-2D58117E9B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E22CF7-FD32-45B8-8EB9-4360109DF8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8933C-572B-48EB-8FE1-8E0A973A2E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9FCAA4-9ABA-48D0-AC7C-DCB4F91DE3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E86C5-A6E0-4F31-8374-5B3E4461B3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80D5E3-2E17-498E-BDDE-959B81FBDC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51A2B-0FD0-4EAE-9D52-3C2D1D2E3F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68BB87-AA47-4738-94E3-15B0DAE638E8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7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4607640" y="1021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4607640" y="158760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8" name="Стрелка: шеврон 1"/>
          <p:cNvSpPr/>
          <p:nvPr/>
        </p:nvSpPr>
        <p:spPr>
          <a:xfrm rot="5400000">
            <a:off x="3686040" y="129924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31"/>
          <p:cNvSpPr/>
          <p:nvPr/>
        </p:nvSpPr>
        <p:spPr>
          <a:xfrm>
            <a:off x="3919320" y="1476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335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607640" y="2909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2" name="Стрелка: шеврон 37"/>
          <p:cNvSpPr/>
          <p:nvPr/>
        </p:nvSpPr>
        <p:spPr>
          <a:xfrm rot="5400000">
            <a:off x="3686040" y="26136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TextBox 38"/>
          <p:cNvSpPr/>
          <p:nvPr/>
        </p:nvSpPr>
        <p:spPr>
          <a:xfrm>
            <a:off x="3919320" y="27903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365724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607640" y="42303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6" name="Стрелка: шеврон 41"/>
          <p:cNvSpPr/>
          <p:nvPr/>
        </p:nvSpPr>
        <p:spPr>
          <a:xfrm rot="5400000">
            <a:off x="3686040" y="39348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42"/>
          <p:cNvSpPr/>
          <p:nvPr/>
        </p:nvSpPr>
        <p:spPr>
          <a:xfrm>
            <a:off x="3919320" y="41115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Application>LibreOffice/7.3.7.2$Linux_X86_64 LibreOffice_project/30$Build-2</Application>
  <AppVersion>15.0000</AppVersion>
  <Words>50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2025-02-20T13:35:42Z</dcterms:modified>
  <cp:revision>37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5</vt:i4>
  </property>
</Properties>
</file>