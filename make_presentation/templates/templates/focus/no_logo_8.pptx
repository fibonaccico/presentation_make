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7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4F8904E-1F1E-4FA3-B00C-8413B08115F8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1B8E03-C49E-4710-8280-89C9EEFC5568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12B4E86-C947-41A2-A86B-A28366CA8776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F59484-93AE-4FA8-8481-4D88894834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D907F3-A389-4BB9-BDE6-79DD2AA36C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38B77E-CC77-4EBE-A04F-F4E7CD62E1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6055CE-E8CE-4B83-B058-5EB0DA2332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F339F8-5EC5-4DAD-9FBB-D6E104F7F0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F62C95-8736-4FDC-ABAB-755DE048D7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885BF0-4BD2-4F59-BE2C-D3792B4364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7C4264-C890-465D-A214-E3F2A17EDF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30C715-8AC0-4079-9F74-EBEFF1C588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E0C794-3375-467B-BF91-F3C1893C02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B2ABEE-50A8-449B-BDC5-8320436B614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0F0EBF-7CBB-41F0-B1EF-0CC6A61AB5F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 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982B47-CDE7-4C64-98E2-26E1527A90A0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8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 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10"/>
          <p:cNvSpPr/>
          <p:nvPr/>
        </p:nvSpPr>
        <p:spPr>
          <a:xfrm>
            <a:off x="460080" y="622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ая соединительная линия 35"/>
          <p:cNvSpPr/>
          <p:nvPr/>
        </p:nvSpPr>
        <p:spPr>
          <a:xfrm flipV="1">
            <a:off x="674640" y="1224360"/>
            <a:ext cx="360" cy="359748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Прямая соединительная линия 30"/>
          <p:cNvSpPr/>
          <p:nvPr/>
        </p:nvSpPr>
        <p:spPr>
          <a:xfrm>
            <a:off x="858600" y="178020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Прямая соединительная линия 33"/>
          <p:cNvSpPr/>
          <p:nvPr/>
        </p:nvSpPr>
        <p:spPr>
          <a:xfrm>
            <a:off x="858600" y="295812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Прямая соединительная линия 34"/>
          <p:cNvSpPr/>
          <p:nvPr/>
        </p:nvSpPr>
        <p:spPr>
          <a:xfrm>
            <a:off x="858600" y="415584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Shape 3"/>
          <p:cNvSpPr/>
          <p:nvPr/>
        </p:nvSpPr>
        <p:spPr>
          <a:xfrm>
            <a:off x="492840" y="159372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Box 17"/>
          <p:cNvSpPr/>
          <p:nvPr/>
        </p:nvSpPr>
        <p:spPr>
          <a:xfrm>
            <a:off x="492840" y="160272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1495800" y="127116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5" name="Прямоугольник со скругленными углами 3"/>
          <p:cNvSpPr/>
          <p:nvPr/>
        </p:nvSpPr>
        <p:spPr>
          <a:xfrm>
            <a:off x="5884200" y="0"/>
            <a:ext cx="325908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492840" y="27748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Box 19"/>
          <p:cNvSpPr/>
          <p:nvPr/>
        </p:nvSpPr>
        <p:spPr>
          <a:xfrm>
            <a:off x="492840" y="278388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492840" y="396000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Box 22"/>
          <p:cNvSpPr/>
          <p:nvPr/>
        </p:nvSpPr>
        <p:spPr>
          <a:xfrm>
            <a:off x="492840" y="39690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1495800" y="183708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1492200" y="245376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1492200" y="301716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1492200" y="364788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1492200" y="421128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313200" y="228600"/>
            <a:ext cx="5136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Прямоугольник со скругленными углами 3"/>
          <p:cNvSpPr/>
          <p:nvPr/>
        </p:nvSpPr>
        <p:spPr>
          <a:xfrm>
            <a:off x="0" y="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38484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8484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323928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23928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6093720" y="25502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6093720" y="333504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349200" y="2057400"/>
            <a:ext cx="8565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0"/>
          <p:cNvSpPr/>
          <p:nvPr/>
        </p:nvSpPr>
        <p:spPr>
          <a:xfrm>
            <a:off x="4607640" y="102168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5" name="Прямоугольник со скругленными углами 3"/>
          <p:cNvSpPr/>
          <p:nvPr/>
        </p:nvSpPr>
        <p:spPr>
          <a:xfrm>
            <a:off x="0" y="0"/>
            <a:ext cx="339660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4607640" y="158760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7" name="Стрелка: шеврон 1"/>
          <p:cNvSpPr/>
          <p:nvPr/>
        </p:nvSpPr>
        <p:spPr>
          <a:xfrm rot="5400000">
            <a:off x="3686400" y="1299240"/>
            <a:ext cx="834120" cy="63684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TextBox 31"/>
          <p:cNvSpPr/>
          <p:nvPr/>
        </p:nvSpPr>
        <p:spPr>
          <a:xfrm>
            <a:off x="3919320" y="14760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4607640" y="233568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4607640" y="290916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1" name="Стрелка: шеврон 37"/>
          <p:cNvSpPr/>
          <p:nvPr/>
        </p:nvSpPr>
        <p:spPr>
          <a:xfrm rot="5400000">
            <a:off x="3686400" y="2613600"/>
            <a:ext cx="834120" cy="63684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2" name="TextBox 38"/>
          <p:cNvSpPr/>
          <p:nvPr/>
        </p:nvSpPr>
        <p:spPr>
          <a:xfrm>
            <a:off x="3919320" y="279036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4607640" y="365724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4607640" y="423036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5" name="Стрелка: шеврон 41"/>
          <p:cNvSpPr/>
          <p:nvPr/>
        </p:nvSpPr>
        <p:spPr>
          <a:xfrm rot="5400000">
            <a:off x="3686400" y="3934800"/>
            <a:ext cx="834120" cy="63684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TextBox 42"/>
          <p:cNvSpPr/>
          <p:nvPr/>
        </p:nvSpPr>
        <p:spPr>
          <a:xfrm>
            <a:off x="3919320" y="411156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670200" y="228600"/>
            <a:ext cx="5244840" cy="7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Прямоугольник со скругленными углами 3"/>
          <p:cNvSpPr/>
          <p:nvPr/>
        </p:nvSpPr>
        <p:spPr>
          <a:xfrm>
            <a:off x="5884200" y="0"/>
            <a:ext cx="325908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384840" y="1081440"/>
            <a:ext cx="5043600" cy="12189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5"/>
          <p:cNvSpPr/>
          <p:nvPr/>
        </p:nvSpPr>
        <p:spPr>
          <a:xfrm>
            <a:off x="384840" y="2301120"/>
            <a:ext cx="5043600" cy="121896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Shape 2"/>
          <p:cNvSpPr/>
          <p:nvPr/>
        </p:nvSpPr>
        <p:spPr>
          <a:xfrm>
            <a:off x="384840" y="3520800"/>
            <a:ext cx="5043600" cy="12189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Box 10"/>
          <p:cNvSpPr/>
          <p:nvPr/>
        </p:nvSpPr>
        <p:spPr>
          <a:xfrm>
            <a:off x="543240" y="1120680"/>
            <a:ext cx="472140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43240" y="1686960"/>
            <a:ext cx="472140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43240" y="2340360"/>
            <a:ext cx="472140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43240" y="2906640"/>
            <a:ext cx="472140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43240" y="3560040"/>
            <a:ext cx="472140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43240" y="4126320"/>
            <a:ext cx="472140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64600" y="246960"/>
            <a:ext cx="54500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Овал 8"/>
          <p:cNvSpPr/>
          <p:nvPr/>
        </p:nvSpPr>
        <p:spPr>
          <a:xfrm>
            <a:off x="-378720" y="-190800"/>
            <a:ext cx="3816360" cy="5524560"/>
          </a:xfrm>
          <a:prstGeom prst="ellipse">
            <a:avLst/>
          </a:prstGeom>
          <a:noFill/>
          <a:ln w="28575">
            <a:solidFill>
              <a:srgbClr val="2052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Овал 1"/>
          <p:cNvSpPr/>
          <p:nvPr/>
        </p:nvSpPr>
        <p:spPr>
          <a:xfrm>
            <a:off x="-1621800" y="-107280"/>
            <a:ext cx="4421160" cy="5357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grpSp>
        <p:nvGrpSpPr>
          <p:cNvPr id="101" name="Группа 3"/>
          <p:cNvGrpSpPr/>
          <p:nvPr/>
        </p:nvGrpSpPr>
        <p:grpSpPr>
          <a:xfrm>
            <a:off x="3198240" y="2573280"/>
            <a:ext cx="479880" cy="472680"/>
            <a:chOff x="3198240" y="2573280"/>
            <a:chExt cx="479880" cy="472680"/>
          </a:xfrm>
        </p:grpSpPr>
        <p:sp>
          <p:nvSpPr>
            <p:cNvPr id="102" name="Shape 3"/>
            <p:cNvSpPr/>
            <p:nvPr/>
          </p:nvSpPr>
          <p:spPr>
            <a:xfrm>
              <a:off x="3198240" y="2573280"/>
              <a:ext cx="479880" cy="47268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TextBox 13"/>
            <p:cNvSpPr/>
            <p:nvPr/>
          </p:nvSpPr>
          <p:spPr>
            <a:xfrm>
              <a:off x="3198240" y="2626200"/>
              <a:ext cx="4798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2</a:t>
              </a:r>
              <a:endParaRPr b="0" lang="ru-RU" sz="1800" spc="-1" strike="noStrike">
                <a:latin typeface="Arial"/>
              </a:endParaRPr>
            </a:p>
          </p:txBody>
        </p:sp>
      </p:grpSp>
      <p:grpSp>
        <p:nvGrpSpPr>
          <p:cNvPr id="104" name="Группа 14"/>
          <p:cNvGrpSpPr/>
          <p:nvPr/>
        </p:nvGrpSpPr>
        <p:grpSpPr>
          <a:xfrm>
            <a:off x="3018960" y="1193400"/>
            <a:ext cx="479880" cy="472680"/>
            <a:chOff x="3018960" y="1193400"/>
            <a:chExt cx="479880" cy="472680"/>
          </a:xfrm>
        </p:grpSpPr>
        <p:sp>
          <p:nvSpPr>
            <p:cNvPr id="105" name="Shape 3"/>
            <p:cNvSpPr/>
            <p:nvPr/>
          </p:nvSpPr>
          <p:spPr>
            <a:xfrm>
              <a:off x="3018960" y="1193400"/>
              <a:ext cx="479880" cy="47268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TextBox 16"/>
            <p:cNvSpPr/>
            <p:nvPr/>
          </p:nvSpPr>
          <p:spPr>
            <a:xfrm>
              <a:off x="3018960" y="1246680"/>
              <a:ext cx="4798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1</a:t>
              </a:r>
              <a:endParaRPr b="0" lang="ru-RU" sz="1800" spc="-1" strike="noStrike">
                <a:latin typeface="Arial"/>
              </a:endParaRPr>
            </a:p>
          </p:txBody>
        </p:sp>
      </p:grpSp>
      <p:grpSp>
        <p:nvGrpSpPr>
          <p:cNvPr id="107" name="Группа 17"/>
          <p:cNvGrpSpPr/>
          <p:nvPr/>
        </p:nvGrpSpPr>
        <p:grpSpPr>
          <a:xfrm>
            <a:off x="2850480" y="3906000"/>
            <a:ext cx="479880" cy="472680"/>
            <a:chOff x="2850480" y="3906000"/>
            <a:chExt cx="479880" cy="472680"/>
          </a:xfrm>
        </p:grpSpPr>
        <p:sp>
          <p:nvSpPr>
            <p:cNvPr id="108" name="Shape 3"/>
            <p:cNvSpPr/>
            <p:nvPr/>
          </p:nvSpPr>
          <p:spPr>
            <a:xfrm>
              <a:off x="2850480" y="3906000"/>
              <a:ext cx="479880" cy="47268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TextBox 19"/>
            <p:cNvSpPr/>
            <p:nvPr/>
          </p:nvSpPr>
          <p:spPr>
            <a:xfrm>
              <a:off x="2850480" y="3958920"/>
              <a:ext cx="4798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3</a:t>
              </a:r>
              <a:endParaRPr b="0" lang="ru-RU" sz="1800" spc="-1" strike="noStrike">
                <a:latin typeface="Arial"/>
              </a:endParaRPr>
            </a:p>
          </p:txBody>
        </p:sp>
      </p:grpSp>
      <p:sp>
        <p:nvSpPr>
          <p:cNvPr id="110" name="TextBox 10"/>
          <p:cNvSpPr/>
          <p:nvPr/>
        </p:nvSpPr>
        <p:spPr>
          <a:xfrm>
            <a:off x="3569760" y="885960"/>
            <a:ext cx="504360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3569760" y="1452240"/>
            <a:ext cx="504360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2" name="TextBox 10"/>
          <p:cNvSpPr/>
          <p:nvPr/>
        </p:nvSpPr>
        <p:spPr>
          <a:xfrm>
            <a:off x="3870720" y="2260800"/>
            <a:ext cx="47426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3870720" y="2827080"/>
            <a:ext cx="474264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3569760" y="3599280"/>
            <a:ext cx="504360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3569760" y="4165560"/>
            <a:ext cx="504360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3546000" y="228600"/>
            <a:ext cx="524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20"/>
          <p:cNvSpPr/>
          <p:nvPr/>
        </p:nvSpPr>
        <p:spPr>
          <a:xfrm>
            <a:off x="384840" y="407520"/>
            <a:ext cx="8465400" cy="82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  <a:ea typeface="DejaVu Sans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384840" y="16380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9" name="TextBox 10"/>
          <p:cNvSpPr/>
          <p:nvPr/>
        </p:nvSpPr>
        <p:spPr>
          <a:xfrm>
            <a:off x="384840" y="242244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3239280" y="16380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3239280" y="242244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6093720" y="16164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6093720" y="240120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4" name="Стрелка: вниз 2"/>
          <p:cNvSpPr/>
          <p:nvPr/>
        </p:nvSpPr>
        <p:spPr>
          <a:xfrm rot="16200000">
            <a:off x="4255560" y="194760"/>
            <a:ext cx="616680" cy="8152560"/>
          </a:xfrm>
          <a:prstGeom prst="downArrow">
            <a:avLst>
              <a:gd name="adj1" fmla="val 30247"/>
              <a:gd name="adj2" fmla="val 80864"/>
            </a:avLst>
          </a:prstGeom>
          <a:solidFill>
            <a:srgbClr val="205279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Прямоугольник 10"/>
          <p:cNvSpPr/>
          <p:nvPr/>
        </p:nvSpPr>
        <p:spPr>
          <a:xfrm>
            <a:off x="460080" y="622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1803</TotalTime>
  <Application>LibreOffice/7.3.7.2$Linux_X86_64 LibreOffice_project/30$Build-2</Application>
  <AppVersion>15.0000</AppVersion>
  <Words>86</Words>
  <Paragraphs>62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2025-02-20T13:38:13Z</dcterms:modified>
  <cp:revision>35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Экран (16:9)</vt:lpwstr>
  </property>
  <property fmtid="{D5CDD505-2E9C-101B-9397-08002B2CF9AE}" pid="4" name="Slides">
    <vt:i4>8</vt:i4>
  </property>
</Properties>
</file>