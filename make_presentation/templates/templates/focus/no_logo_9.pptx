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6706DCA-795C-46C2-88D5-23C082A74359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5A6277-0023-43D2-94FD-3FBE8575F9BA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2FE6BC-A622-48EF-BC45-2284F22A2718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9FD8AC-CF67-4A81-8F4C-20F3FBBEE5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7861F-B100-4333-A7F6-3997D61C23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F7AC4F-0783-4136-B1C7-60AE31534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E73ADA-FC5F-437D-ABFC-13A5090830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A33C3-FA06-42DD-926B-9562EB0B86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B04A0-3A4A-4BF3-92A7-5970B22F2E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D7474-6602-46A7-97C2-06E61BDCD0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D3FC5C-8ED5-40D7-9999-AE32B400B3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E2A64-FBCA-4A52-A24D-5CE26766BE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F2095-F07D-4CF3-BD54-3C411C53A6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21728-A2A3-460E-8D92-5CD08C8D5C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1DC53D-73F1-4589-A377-87B8CA57D2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9B562F-084C-473A-AB84-F24A5B0D8237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7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4607640" y="1021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4607640" y="158760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8" name="Стрелка: шеврон 1"/>
          <p:cNvSpPr/>
          <p:nvPr/>
        </p:nvSpPr>
        <p:spPr>
          <a:xfrm rot="5400000">
            <a:off x="3686040" y="129924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31"/>
          <p:cNvSpPr/>
          <p:nvPr/>
        </p:nvSpPr>
        <p:spPr>
          <a:xfrm>
            <a:off x="3919320" y="1476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3356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607640" y="2909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2" name="Стрелка: шеврон 37"/>
          <p:cNvSpPr/>
          <p:nvPr/>
        </p:nvSpPr>
        <p:spPr>
          <a:xfrm rot="5400000">
            <a:off x="3686040" y="26136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TextBox 38"/>
          <p:cNvSpPr/>
          <p:nvPr/>
        </p:nvSpPr>
        <p:spPr>
          <a:xfrm>
            <a:off x="3919320" y="27903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365724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607640" y="42303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6" name="Стрелка: шеврон 41"/>
          <p:cNvSpPr/>
          <p:nvPr/>
        </p:nvSpPr>
        <p:spPr>
          <a:xfrm rot="5400000">
            <a:off x="3686040" y="3934800"/>
            <a:ext cx="834480" cy="63720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42"/>
          <p:cNvSpPr/>
          <p:nvPr/>
        </p:nvSpPr>
        <p:spPr>
          <a:xfrm>
            <a:off x="3919320" y="411156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6"/>
          <p:cNvSpPr/>
          <p:nvPr/>
        </p:nvSpPr>
        <p:spPr>
          <a:xfrm>
            <a:off x="38484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89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84840" y="108144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5"/>
          <p:cNvSpPr/>
          <p:nvPr/>
        </p:nvSpPr>
        <p:spPr>
          <a:xfrm>
            <a:off x="384840" y="2301120"/>
            <a:ext cx="5043960" cy="121932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2"/>
          <p:cNvSpPr/>
          <p:nvPr/>
        </p:nvSpPr>
        <p:spPr>
          <a:xfrm>
            <a:off x="384840" y="3520800"/>
            <a:ext cx="5043960" cy="121932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10"/>
          <p:cNvSpPr/>
          <p:nvPr/>
        </p:nvSpPr>
        <p:spPr>
          <a:xfrm>
            <a:off x="543240" y="112068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168696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34036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290664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3560040"/>
            <a:ext cx="4721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543240" y="4126320"/>
            <a:ext cx="47217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6720" cy="552492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1520" cy="53575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80240" cy="473040"/>
            <a:chOff x="3198240" y="2573280"/>
            <a:chExt cx="480240" cy="47304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80240" cy="473040"/>
            <a:chOff x="3018960" y="1193400"/>
            <a:chExt cx="480240" cy="47304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80240" cy="473040"/>
            <a:chOff x="2850480" y="3906000"/>
            <a:chExt cx="480240" cy="47304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80240" cy="47304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802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3569760" y="16416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260800"/>
            <a:ext cx="4743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70720" y="2827080"/>
            <a:ext cx="474300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3599280"/>
            <a:ext cx="50439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569760" y="4165560"/>
            <a:ext cx="50439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0"/>
          <p:cNvSpPr/>
          <p:nvPr/>
        </p:nvSpPr>
        <p:spPr>
          <a:xfrm>
            <a:off x="384840" y="407520"/>
            <a:ext cx="846576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8484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8484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239280" y="16380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239280" y="24224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6093720" y="161640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6093720" y="240120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4" name="Стрелка: вниз 2"/>
          <p:cNvSpPr/>
          <p:nvPr/>
        </p:nvSpPr>
        <p:spPr>
          <a:xfrm rot="16200000">
            <a:off x="4255560" y="194400"/>
            <a:ext cx="617040" cy="815292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6"/>
          <p:cNvSpPr/>
          <p:nvPr/>
        </p:nvSpPr>
        <p:spPr>
          <a:xfrm>
            <a:off x="3699720" y="2404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126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6997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36997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03320" y="1130400"/>
            <a:ext cx="25333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403320" y="1914840"/>
            <a:ext cx="253332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3699720" y="3383280"/>
            <a:ext cx="523656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3699720" y="3735000"/>
            <a:ext cx="51469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Application>LibreOffice/7.3.7.2$Linux_X86_64 LibreOffice_project/30$Build-2</Application>
  <AppVersion>15.0000</AppVersion>
  <Words>97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2025-02-20T13:38:54Z</dcterms:modified>
  <cp:revision>39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9</vt:i4>
  </property>
</Properties>
</file>