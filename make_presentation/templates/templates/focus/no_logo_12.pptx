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7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перемещения страницы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11F0F5A-9A29-4E55-83FC-2063C113EC3A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2F9A76-0FD8-4C36-8E42-609A2271D07E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AC94A9F-4B07-4FE5-83C1-61C2CFF8AEDE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5AC2FA9-8C42-4B83-A2CB-14267A756D3F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024C64-C89A-4208-8501-C4BEB6D08C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E6CBCA0-81BC-45C6-9914-6F28EF86B0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30A8373-F2BB-4D85-ADD8-D14F947B08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48D2A8-CDEF-4505-B9CB-CA9DEF6D02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D466E4-B632-42C5-A23D-F5A7C6ECBB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9A8ABC-4285-4AF3-BB54-57AD48C210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B495D6-F29C-4C02-A60D-9B191F4E05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642E7E-F28A-498D-8B48-66621F6991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B457D7-1F0B-45DE-B8D5-59179AC155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91C237-162A-4943-9547-E9A3F5CD24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B3579A-C811-4DE8-9F1B-B83FB862741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936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4228D2-AFAD-494E-BA4D-58F8CEAB44A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59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88C40D-BB18-4F75-9446-06E77D816D6C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5960" cy="27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457200" y="685800"/>
            <a:ext cx="8228880" cy="34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d9d9d9"/>
                </a:solidFill>
                <a:latin typeface="Arial"/>
                <a:ea typeface="DejaVu Sans"/>
              </a:rPr>
              <a:t>TITLE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ая соединительная линия 35"/>
          <p:cNvSpPr/>
          <p:nvPr/>
        </p:nvSpPr>
        <p:spPr>
          <a:xfrm flipV="1">
            <a:off x="674640" y="1224360"/>
            <a:ext cx="360" cy="359748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Прямая соединительная линия 30"/>
          <p:cNvSpPr/>
          <p:nvPr/>
        </p:nvSpPr>
        <p:spPr>
          <a:xfrm>
            <a:off x="858600" y="178020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Прямая соединительная линия 33"/>
          <p:cNvSpPr/>
          <p:nvPr/>
        </p:nvSpPr>
        <p:spPr>
          <a:xfrm>
            <a:off x="858600" y="295812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Прямая соединительная линия 34"/>
          <p:cNvSpPr/>
          <p:nvPr/>
        </p:nvSpPr>
        <p:spPr>
          <a:xfrm>
            <a:off x="858600" y="415584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Shape 3"/>
          <p:cNvSpPr/>
          <p:nvPr/>
        </p:nvSpPr>
        <p:spPr>
          <a:xfrm>
            <a:off x="492840" y="1593720"/>
            <a:ext cx="364320" cy="35892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Box 17"/>
          <p:cNvSpPr/>
          <p:nvPr/>
        </p:nvSpPr>
        <p:spPr>
          <a:xfrm>
            <a:off x="492840" y="1602720"/>
            <a:ext cx="36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1495800" y="1271160"/>
            <a:ext cx="426996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5" name="Прямоугольник со скругленными углами 3"/>
          <p:cNvSpPr/>
          <p:nvPr/>
        </p:nvSpPr>
        <p:spPr>
          <a:xfrm>
            <a:off x="5884200" y="0"/>
            <a:ext cx="3258360" cy="51422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492840" y="2774880"/>
            <a:ext cx="364320" cy="35892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Box 19"/>
          <p:cNvSpPr/>
          <p:nvPr/>
        </p:nvSpPr>
        <p:spPr>
          <a:xfrm>
            <a:off x="492840" y="2783880"/>
            <a:ext cx="36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492840" y="3960000"/>
            <a:ext cx="364320" cy="35892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Box 22"/>
          <p:cNvSpPr/>
          <p:nvPr/>
        </p:nvSpPr>
        <p:spPr>
          <a:xfrm>
            <a:off x="492840" y="3969000"/>
            <a:ext cx="36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1495800" y="1837080"/>
            <a:ext cx="426996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1492200" y="2453760"/>
            <a:ext cx="426996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1492200" y="3017160"/>
            <a:ext cx="426996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1492200" y="3647880"/>
            <a:ext cx="426996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1492200" y="4211280"/>
            <a:ext cx="426996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349200" y="228600"/>
            <a:ext cx="5136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  <a:ea typeface="DejaVu Sans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Прямоугольник со скругленными углами 3"/>
          <p:cNvSpPr/>
          <p:nvPr/>
        </p:nvSpPr>
        <p:spPr>
          <a:xfrm>
            <a:off x="0" y="0"/>
            <a:ext cx="9142560" cy="19605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384840" y="2571840"/>
            <a:ext cx="2664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84840" y="3356280"/>
            <a:ext cx="2664000" cy="15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3239280" y="2571840"/>
            <a:ext cx="2664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239280" y="3356280"/>
            <a:ext cx="2664000" cy="15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6093720" y="2550240"/>
            <a:ext cx="2664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2" name="TextBox 10"/>
          <p:cNvSpPr/>
          <p:nvPr/>
        </p:nvSpPr>
        <p:spPr>
          <a:xfrm>
            <a:off x="6093720" y="3335040"/>
            <a:ext cx="2664000" cy="15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313200" y="2129400"/>
            <a:ext cx="837252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  <a:ea typeface="DejaVu Sans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0"/>
          <p:cNvSpPr/>
          <p:nvPr/>
        </p:nvSpPr>
        <p:spPr>
          <a:xfrm>
            <a:off x="4607640" y="1021680"/>
            <a:ext cx="426996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5" name="Прямоугольник со скругленными углами 3"/>
          <p:cNvSpPr/>
          <p:nvPr/>
        </p:nvSpPr>
        <p:spPr>
          <a:xfrm>
            <a:off x="0" y="0"/>
            <a:ext cx="3395880" cy="51422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4607640" y="1587600"/>
            <a:ext cx="426996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7" name="Стрелка: шеврон 1"/>
          <p:cNvSpPr/>
          <p:nvPr/>
        </p:nvSpPr>
        <p:spPr>
          <a:xfrm rot="5400000">
            <a:off x="3687120" y="1299240"/>
            <a:ext cx="833400" cy="63612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" name="TextBox 31"/>
          <p:cNvSpPr/>
          <p:nvPr/>
        </p:nvSpPr>
        <p:spPr>
          <a:xfrm>
            <a:off x="3919320" y="1476000"/>
            <a:ext cx="36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4607640" y="2335680"/>
            <a:ext cx="426996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4607640" y="2909160"/>
            <a:ext cx="426996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1" name="Стрелка: шеврон 37"/>
          <p:cNvSpPr/>
          <p:nvPr/>
        </p:nvSpPr>
        <p:spPr>
          <a:xfrm rot="5400000">
            <a:off x="3687120" y="2613600"/>
            <a:ext cx="833400" cy="63612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2" name="TextBox 38"/>
          <p:cNvSpPr/>
          <p:nvPr/>
        </p:nvSpPr>
        <p:spPr>
          <a:xfrm>
            <a:off x="3919320" y="2790360"/>
            <a:ext cx="36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4607640" y="3657240"/>
            <a:ext cx="426996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4607640" y="4230360"/>
            <a:ext cx="426996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5" name="Стрелка: шеврон 41"/>
          <p:cNvSpPr/>
          <p:nvPr/>
        </p:nvSpPr>
        <p:spPr>
          <a:xfrm rot="5400000">
            <a:off x="3687120" y="3934800"/>
            <a:ext cx="833400" cy="63612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TextBox 42"/>
          <p:cNvSpPr/>
          <p:nvPr/>
        </p:nvSpPr>
        <p:spPr>
          <a:xfrm>
            <a:off x="3919320" y="4111560"/>
            <a:ext cx="36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621600" y="228600"/>
            <a:ext cx="5292720" cy="79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  <a:ea typeface="DejaVu Sans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Прямоугольник со скругленными углами 3"/>
          <p:cNvSpPr/>
          <p:nvPr/>
        </p:nvSpPr>
        <p:spPr>
          <a:xfrm>
            <a:off x="5884200" y="0"/>
            <a:ext cx="3258360" cy="51422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384840" y="1081440"/>
            <a:ext cx="5042880" cy="121824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5"/>
          <p:cNvSpPr/>
          <p:nvPr/>
        </p:nvSpPr>
        <p:spPr>
          <a:xfrm>
            <a:off x="384840" y="2301120"/>
            <a:ext cx="5042880" cy="121824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Shape 2"/>
          <p:cNvSpPr/>
          <p:nvPr/>
        </p:nvSpPr>
        <p:spPr>
          <a:xfrm>
            <a:off x="384840" y="3520800"/>
            <a:ext cx="5042880" cy="121824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Box 10"/>
          <p:cNvSpPr/>
          <p:nvPr/>
        </p:nvSpPr>
        <p:spPr>
          <a:xfrm>
            <a:off x="543240" y="1120680"/>
            <a:ext cx="472068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43240" y="1686960"/>
            <a:ext cx="472068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43240" y="2340360"/>
            <a:ext cx="472068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43240" y="2906640"/>
            <a:ext cx="472068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43240" y="3560040"/>
            <a:ext cx="472068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543240" y="4126320"/>
            <a:ext cx="472068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385200" y="228600"/>
            <a:ext cx="5028120" cy="8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  <a:ea typeface="DejaVu Sans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Овал 8"/>
          <p:cNvSpPr/>
          <p:nvPr/>
        </p:nvSpPr>
        <p:spPr>
          <a:xfrm>
            <a:off x="-378720" y="-190800"/>
            <a:ext cx="3815640" cy="5523840"/>
          </a:xfrm>
          <a:prstGeom prst="ellipse">
            <a:avLst/>
          </a:prstGeom>
          <a:noFill/>
          <a:ln w="28575">
            <a:solidFill>
              <a:srgbClr val="2052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Овал 1"/>
          <p:cNvSpPr/>
          <p:nvPr/>
        </p:nvSpPr>
        <p:spPr>
          <a:xfrm>
            <a:off x="-1621800" y="-107280"/>
            <a:ext cx="4420440" cy="535644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grpSp>
        <p:nvGrpSpPr>
          <p:cNvPr id="101" name="Группа 3"/>
          <p:cNvGrpSpPr/>
          <p:nvPr/>
        </p:nvGrpSpPr>
        <p:grpSpPr>
          <a:xfrm>
            <a:off x="3198240" y="2573280"/>
            <a:ext cx="479160" cy="471960"/>
            <a:chOff x="3198240" y="2573280"/>
            <a:chExt cx="479160" cy="471960"/>
          </a:xfrm>
        </p:grpSpPr>
        <p:sp>
          <p:nvSpPr>
            <p:cNvPr id="102" name="Shape 3"/>
            <p:cNvSpPr/>
            <p:nvPr/>
          </p:nvSpPr>
          <p:spPr>
            <a:xfrm>
              <a:off x="3198240" y="2573280"/>
              <a:ext cx="479160" cy="47196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" name="TextBox 13"/>
            <p:cNvSpPr/>
            <p:nvPr/>
          </p:nvSpPr>
          <p:spPr>
            <a:xfrm>
              <a:off x="3198240" y="2626200"/>
              <a:ext cx="4791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2</a:t>
              </a:r>
              <a:endParaRPr b="0" lang="ru-RU" sz="1800" spc="-1" strike="noStrike">
                <a:latin typeface="Arial"/>
              </a:endParaRPr>
            </a:p>
          </p:txBody>
        </p:sp>
      </p:grpSp>
      <p:grpSp>
        <p:nvGrpSpPr>
          <p:cNvPr id="104" name="Группа 14"/>
          <p:cNvGrpSpPr/>
          <p:nvPr/>
        </p:nvGrpSpPr>
        <p:grpSpPr>
          <a:xfrm>
            <a:off x="3018960" y="1193400"/>
            <a:ext cx="479160" cy="471960"/>
            <a:chOff x="3018960" y="1193400"/>
            <a:chExt cx="479160" cy="471960"/>
          </a:xfrm>
        </p:grpSpPr>
        <p:sp>
          <p:nvSpPr>
            <p:cNvPr id="105" name="Shape 3"/>
            <p:cNvSpPr/>
            <p:nvPr/>
          </p:nvSpPr>
          <p:spPr>
            <a:xfrm>
              <a:off x="3018960" y="1193400"/>
              <a:ext cx="479160" cy="47196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TextBox 16"/>
            <p:cNvSpPr/>
            <p:nvPr/>
          </p:nvSpPr>
          <p:spPr>
            <a:xfrm>
              <a:off x="3018960" y="1246680"/>
              <a:ext cx="4791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1</a:t>
              </a:r>
              <a:endParaRPr b="0" lang="ru-RU" sz="1800" spc="-1" strike="noStrike">
                <a:latin typeface="Arial"/>
              </a:endParaRPr>
            </a:p>
          </p:txBody>
        </p:sp>
      </p:grpSp>
      <p:grpSp>
        <p:nvGrpSpPr>
          <p:cNvPr id="107" name="Группа 17"/>
          <p:cNvGrpSpPr/>
          <p:nvPr/>
        </p:nvGrpSpPr>
        <p:grpSpPr>
          <a:xfrm>
            <a:off x="2850480" y="3906000"/>
            <a:ext cx="479160" cy="471960"/>
            <a:chOff x="2850480" y="3906000"/>
            <a:chExt cx="479160" cy="471960"/>
          </a:xfrm>
        </p:grpSpPr>
        <p:sp>
          <p:nvSpPr>
            <p:cNvPr id="108" name="Shape 3"/>
            <p:cNvSpPr/>
            <p:nvPr/>
          </p:nvSpPr>
          <p:spPr>
            <a:xfrm>
              <a:off x="2850480" y="3906000"/>
              <a:ext cx="479160" cy="471960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TextBox 19"/>
            <p:cNvSpPr/>
            <p:nvPr/>
          </p:nvSpPr>
          <p:spPr>
            <a:xfrm>
              <a:off x="2850480" y="3958920"/>
              <a:ext cx="4791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1800" spc="-1" strike="noStrike">
                  <a:solidFill>
                    <a:srgbClr val="ffffff"/>
                  </a:solidFill>
                  <a:latin typeface="Arial"/>
                  <a:ea typeface="DejaVu Sans"/>
                </a:rPr>
                <a:t>3</a:t>
              </a:r>
              <a:endParaRPr b="0" lang="ru-RU" sz="1800" spc="-1" strike="noStrike">
                <a:latin typeface="Arial"/>
              </a:endParaRPr>
            </a:p>
          </p:txBody>
        </p:sp>
      </p:grpSp>
      <p:sp>
        <p:nvSpPr>
          <p:cNvPr id="110" name="TextBox 10"/>
          <p:cNvSpPr/>
          <p:nvPr/>
        </p:nvSpPr>
        <p:spPr>
          <a:xfrm>
            <a:off x="3569760" y="885960"/>
            <a:ext cx="504288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3569760" y="1452240"/>
            <a:ext cx="504288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2" name="TextBox 10"/>
          <p:cNvSpPr/>
          <p:nvPr/>
        </p:nvSpPr>
        <p:spPr>
          <a:xfrm>
            <a:off x="3870720" y="2260800"/>
            <a:ext cx="474192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3870720" y="2827080"/>
            <a:ext cx="474192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3569760" y="3599280"/>
            <a:ext cx="504288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3569760" y="4165560"/>
            <a:ext cx="504288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3513600" y="228600"/>
            <a:ext cx="5172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  <a:ea typeface="DejaVu Sans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20"/>
          <p:cNvSpPr/>
          <p:nvPr/>
        </p:nvSpPr>
        <p:spPr>
          <a:xfrm>
            <a:off x="384840" y="407520"/>
            <a:ext cx="8464680" cy="82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  <a:ea typeface="DejaVu Sans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384840" y="1638000"/>
            <a:ext cx="2664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9" name="TextBox 10"/>
          <p:cNvSpPr/>
          <p:nvPr/>
        </p:nvSpPr>
        <p:spPr>
          <a:xfrm>
            <a:off x="384840" y="2422440"/>
            <a:ext cx="2664000" cy="15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0" name="TextBox 10"/>
          <p:cNvSpPr/>
          <p:nvPr/>
        </p:nvSpPr>
        <p:spPr>
          <a:xfrm>
            <a:off x="3239280" y="1638000"/>
            <a:ext cx="2664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3239280" y="2422440"/>
            <a:ext cx="2664000" cy="15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2" name="TextBox 10"/>
          <p:cNvSpPr/>
          <p:nvPr/>
        </p:nvSpPr>
        <p:spPr>
          <a:xfrm>
            <a:off x="6093720" y="1616400"/>
            <a:ext cx="2664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3" name="TextBox 10"/>
          <p:cNvSpPr/>
          <p:nvPr/>
        </p:nvSpPr>
        <p:spPr>
          <a:xfrm>
            <a:off x="6093720" y="2401200"/>
            <a:ext cx="2664000" cy="15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4" name="Стрелка: вниз 2"/>
          <p:cNvSpPr/>
          <p:nvPr/>
        </p:nvSpPr>
        <p:spPr>
          <a:xfrm rot="16200000">
            <a:off x="4255560" y="195480"/>
            <a:ext cx="615960" cy="8151840"/>
          </a:xfrm>
          <a:prstGeom prst="downArrow">
            <a:avLst>
              <a:gd name="adj1" fmla="val 30247"/>
              <a:gd name="adj2" fmla="val 80864"/>
            </a:avLst>
          </a:prstGeom>
          <a:solidFill>
            <a:srgbClr val="205279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Прямоугольник со скругленными углами 3"/>
          <p:cNvSpPr/>
          <p:nvPr/>
        </p:nvSpPr>
        <p:spPr>
          <a:xfrm>
            <a:off x="0" y="0"/>
            <a:ext cx="3395880" cy="51422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3699720" y="1130400"/>
            <a:ext cx="25322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3699720" y="1914840"/>
            <a:ext cx="2532240" cy="12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6403320" y="1130400"/>
            <a:ext cx="25322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6403320" y="1914840"/>
            <a:ext cx="2532240" cy="12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3699720" y="3383280"/>
            <a:ext cx="52354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31" name="TextBox 10"/>
          <p:cNvSpPr/>
          <p:nvPr/>
        </p:nvSpPr>
        <p:spPr>
          <a:xfrm>
            <a:off x="3699720" y="3735000"/>
            <a:ext cx="51458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3657600" y="228600"/>
            <a:ext cx="502812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  <a:ea typeface="DejaVu Sans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10"/>
          <p:cNvSpPr/>
          <p:nvPr/>
        </p:nvSpPr>
        <p:spPr>
          <a:xfrm>
            <a:off x="858960" y="2571840"/>
            <a:ext cx="235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7d85a3"/>
                </a:solidFill>
                <a:latin typeface="Arial"/>
                <a:ea typeface="DejaVu Sans"/>
              </a:rPr>
              <a:t>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34" name="TextBox 10"/>
          <p:cNvSpPr/>
          <p:nvPr/>
        </p:nvSpPr>
        <p:spPr>
          <a:xfrm>
            <a:off x="858960" y="3356280"/>
            <a:ext cx="2354040" cy="15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35" name="Shape 3"/>
          <p:cNvSpPr/>
          <p:nvPr/>
        </p:nvSpPr>
        <p:spPr>
          <a:xfrm>
            <a:off x="479160" y="2886480"/>
            <a:ext cx="364320" cy="35892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Box 11"/>
          <p:cNvSpPr/>
          <p:nvPr/>
        </p:nvSpPr>
        <p:spPr>
          <a:xfrm>
            <a:off x="479160" y="2895480"/>
            <a:ext cx="36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37" name="TextBox 10"/>
          <p:cNvSpPr/>
          <p:nvPr/>
        </p:nvSpPr>
        <p:spPr>
          <a:xfrm>
            <a:off x="3821040" y="2571840"/>
            <a:ext cx="2354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7d85a3"/>
                </a:solidFill>
                <a:latin typeface="Arial"/>
                <a:ea typeface="DejaVu Sans"/>
              </a:rPr>
              <a:t>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3821040" y="3356280"/>
            <a:ext cx="2354040" cy="15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3440880" y="2886480"/>
            <a:ext cx="364320" cy="35892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Box 15"/>
          <p:cNvSpPr/>
          <p:nvPr/>
        </p:nvSpPr>
        <p:spPr>
          <a:xfrm>
            <a:off x="3440880" y="2895480"/>
            <a:ext cx="36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6782760" y="2571840"/>
            <a:ext cx="22932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7d85a3"/>
                </a:solidFill>
                <a:latin typeface="Arial"/>
                <a:ea typeface="DejaVu Sans"/>
              </a:rPr>
              <a:t>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6782760" y="3356280"/>
            <a:ext cx="2293200" cy="15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6402960" y="2886480"/>
            <a:ext cx="364320" cy="35892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Box 19"/>
          <p:cNvSpPr/>
          <p:nvPr/>
        </p:nvSpPr>
        <p:spPr>
          <a:xfrm>
            <a:off x="6402960" y="2895480"/>
            <a:ext cx="364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45" name="Прямоугольник со скругленными углами 3"/>
          <p:cNvSpPr/>
          <p:nvPr/>
        </p:nvSpPr>
        <p:spPr>
          <a:xfrm>
            <a:off x="0" y="0"/>
            <a:ext cx="9142560" cy="19605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313200" y="2093400"/>
            <a:ext cx="84571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  <a:ea typeface="DejaVu Sans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0"/>
          <p:cNvSpPr/>
          <p:nvPr/>
        </p:nvSpPr>
        <p:spPr>
          <a:xfrm>
            <a:off x="384840" y="1120680"/>
            <a:ext cx="495720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48" name="TextBox 10"/>
          <p:cNvSpPr/>
          <p:nvPr/>
        </p:nvSpPr>
        <p:spPr>
          <a:xfrm>
            <a:off x="384840" y="1686960"/>
            <a:ext cx="495720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49" name="TextBox 10"/>
          <p:cNvSpPr/>
          <p:nvPr/>
        </p:nvSpPr>
        <p:spPr>
          <a:xfrm>
            <a:off x="384840" y="2340360"/>
            <a:ext cx="495720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50" name="TextBox 10"/>
          <p:cNvSpPr/>
          <p:nvPr/>
        </p:nvSpPr>
        <p:spPr>
          <a:xfrm>
            <a:off x="384840" y="2906640"/>
            <a:ext cx="495720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51" name="TextBox 10"/>
          <p:cNvSpPr/>
          <p:nvPr/>
        </p:nvSpPr>
        <p:spPr>
          <a:xfrm>
            <a:off x="384840" y="3560040"/>
            <a:ext cx="495720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384840" y="4126320"/>
            <a:ext cx="4957200" cy="51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53" name="Прямоугольник со скругленными углами 3"/>
          <p:cNvSpPr/>
          <p:nvPr/>
        </p:nvSpPr>
        <p:spPr>
          <a:xfrm>
            <a:off x="5746680" y="0"/>
            <a:ext cx="3395880" cy="51422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349200" y="228600"/>
            <a:ext cx="502812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  <a:ea typeface="DejaVu Sans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Прямоугольник: скругленные углы 12"/>
          <p:cNvSpPr/>
          <p:nvPr/>
        </p:nvSpPr>
        <p:spPr>
          <a:xfrm>
            <a:off x="3604680" y="3178800"/>
            <a:ext cx="5235480" cy="1320120"/>
          </a:xfrm>
          <a:prstGeom prst="roundRect">
            <a:avLst>
              <a:gd name="adj" fmla="val 6945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" name="Прямоугольник: скругленные углы 11"/>
          <p:cNvSpPr/>
          <p:nvPr/>
        </p:nvSpPr>
        <p:spPr>
          <a:xfrm>
            <a:off x="6311880" y="936000"/>
            <a:ext cx="2532240" cy="2055960"/>
          </a:xfrm>
          <a:prstGeom prst="roundRect">
            <a:avLst>
              <a:gd name="adj" fmla="val 6945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7" name="Прямоугольник: скругленные углы 2"/>
          <p:cNvSpPr/>
          <p:nvPr/>
        </p:nvSpPr>
        <p:spPr>
          <a:xfrm>
            <a:off x="3607560" y="921600"/>
            <a:ext cx="2532240" cy="2055960"/>
          </a:xfrm>
          <a:prstGeom prst="roundRect">
            <a:avLst>
              <a:gd name="adj" fmla="val 6945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8" name="Прямоугольник со скругленными углами 3"/>
          <p:cNvSpPr/>
          <p:nvPr/>
        </p:nvSpPr>
        <p:spPr>
          <a:xfrm>
            <a:off x="0" y="0"/>
            <a:ext cx="3395880" cy="51422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59" name="TextBox 10"/>
          <p:cNvSpPr/>
          <p:nvPr/>
        </p:nvSpPr>
        <p:spPr>
          <a:xfrm>
            <a:off x="3699720" y="966240"/>
            <a:ext cx="23425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7d85a3"/>
                </a:solidFill>
                <a:latin typeface="Arial"/>
                <a:ea typeface="DejaVu Sans"/>
              </a:rPr>
              <a:t>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60" name="TextBox 10"/>
          <p:cNvSpPr/>
          <p:nvPr/>
        </p:nvSpPr>
        <p:spPr>
          <a:xfrm>
            <a:off x="3699720" y="1750680"/>
            <a:ext cx="234252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61" name="TextBox 10"/>
          <p:cNvSpPr/>
          <p:nvPr/>
        </p:nvSpPr>
        <p:spPr>
          <a:xfrm>
            <a:off x="6403320" y="966240"/>
            <a:ext cx="23392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62" name="TextBox 10"/>
          <p:cNvSpPr/>
          <p:nvPr/>
        </p:nvSpPr>
        <p:spPr>
          <a:xfrm>
            <a:off x="6403320" y="1750680"/>
            <a:ext cx="233928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63" name="TextBox 10"/>
          <p:cNvSpPr/>
          <p:nvPr/>
        </p:nvSpPr>
        <p:spPr>
          <a:xfrm>
            <a:off x="3699720" y="3268800"/>
            <a:ext cx="52354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64" name="TextBox 10"/>
          <p:cNvSpPr/>
          <p:nvPr/>
        </p:nvSpPr>
        <p:spPr>
          <a:xfrm>
            <a:off x="3699720" y="3620520"/>
            <a:ext cx="51458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3513600" y="228600"/>
            <a:ext cx="5256720" cy="69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  <a:ea typeface="DejaVu Sans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Прямоугольник 10"/>
          <p:cNvSpPr/>
          <p:nvPr/>
        </p:nvSpPr>
        <p:spPr>
          <a:xfrm>
            <a:off x="460080" y="622080"/>
            <a:ext cx="8467920" cy="33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1814</TotalTime>
  <Application>LibreOffice/7.3.7.2$Linux_X86_64 LibreOffice_project/30$Build-2</Application>
  <AppVersion>15.0000</AppVersion>
  <Words>138</Words>
  <Paragraphs>98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2025-02-20T13:41:02Z</dcterms:modified>
  <cp:revision>39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