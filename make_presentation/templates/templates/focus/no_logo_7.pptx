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962B0B3-89CD-45DE-8867-1F979A56DAB0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EB6F58-0FBF-4DDC-B6AC-160246A5C10C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1EFDD9-A5E6-4199-9F22-5391D55A0E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DF0C74-A18F-452E-A31F-3398F067E1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B26CC9-F72B-470A-AA45-A17C09B174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32A4DA-3A29-42D1-8D1A-C62C67FBE4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269A27-18EF-4955-82E4-3CD360A960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DCFDA3-340C-4371-892E-E2E938D5F7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3582D2-BE66-4A8D-8ADB-046B6428DC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C0B3CB-692C-4195-BE29-6E5F4DB90B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82A1B0-914D-45E6-8478-FF36419C78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1841ED-9E59-40AD-8363-79C1BE18BE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01746E-A93D-4486-B6DB-2CEDE18A7D8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4779AA-9D64-4457-8B1F-C54BCB566E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636A2C2-E2D5-4321-929C-D6A3A278A97F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10"/>
          <p:cNvSpPr/>
          <p:nvPr/>
        </p:nvSpPr>
        <p:spPr>
          <a:xfrm>
            <a:off x="460080" y="622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ая соединительная линия 35"/>
          <p:cNvSpPr/>
          <p:nvPr/>
        </p:nvSpPr>
        <p:spPr>
          <a:xfrm flipV="1">
            <a:off x="674640" y="1224360"/>
            <a:ext cx="360" cy="359748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Прямая соединительная линия 30"/>
          <p:cNvSpPr/>
          <p:nvPr/>
        </p:nvSpPr>
        <p:spPr>
          <a:xfrm>
            <a:off x="858600" y="178020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Прямая соединительная линия 33"/>
          <p:cNvSpPr/>
          <p:nvPr/>
        </p:nvSpPr>
        <p:spPr>
          <a:xfrm>
            <a:off x="858600" y="295812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Прямая соединительная линия 34"/>
          <p:cNvSpPr/>
          <p:nvPr/>
        </p:nvSpPr>
        <p:spPr>
          <a:xfrm>
            <a:off x="858600" y="415584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Shape 3"/>
          <p:cNvSpPr/>
          <p:nvPr/>
        </p:nvSpPr>
        <p:spPr>
          <a:xfrm>
            <a:off x="492840" y="159372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Box 17"/>
          <p:cNvSpPr/>
          <p:nvPr/>
        </p:nvSpPr>
        <p:spPr>
          <a:xfrm>
            <a:off x="492840" y="160272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4" name="TextBox 6"/>
          <p:cNvSpPr/>
          <p:nvPr/>
        </p:nvSpPr>
        <p:spPr>
          <a:xfrm>
            <a:off x="384840" y="2332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1495800" y="127116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6" name="Прямоугольник со скругленными углами 3"/>
          <p:cNvSpPr/>
          <p:nvPr/>
        </p:nvSpPr>
        <p:spPr>
          <a:xfrm>
            <a:off x="5884200" y="0"/>
            <a:ext cx="325944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492840" y="277488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Box 19"/>
          <p:cNvSpPr/>
          <p:nvPr/>
        </p:nvSpPr>
        <p:spPr>
          <a:xfrm>
            <a:off x="492840" y="278388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492840" y="396000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Box 22"/>
          <p:cNvSpPr/>
          <p:nvPr/>
        </p:nvSpPr>
        <p:spPr>
          <a:xfrm>
            <a:off x="492840" y="396900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1495800" y="183708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1492200" y="245376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1492200" y="30171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1492200" y="36478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1492200" y="421128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20"/>
          <p:cNvSpPr/>
          <p:nvPr/>
        </p:nvSpPr>
        <p:spPr>
          <a:xfrm>
            <a:off x="384840" y="209052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67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6093720" y="25502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093720" y="333504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6"/>
          <p:cNvSpPr/>
          <p:nvPr/>
        </p:nvSpPr>
        <p:spPr>
          <a:xfrm>
            <a:off x="3699720" y="2404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4607640" y="10216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6" name="Прямоугольник со скругленными углами 3"/>
          <p:cNvSpPr/>
          <p:nvPr/>
        </p:nvSpPr>
        <p:spPr>
          <a:xfrm>
            <a:off x="0" y="0"/>
            <a:ext cx="339696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4607640" y="158760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8" name="Стрелка: шеврон 1"/>
          <p:cNvSpPr/>
          <p:nvPr/>
        </p:nvSpPr>
        <p:spPr>
          <a:xfrm rot="5400000">
            <a:off x="3686040" y="129924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TextBox 31"/>
          <p:cNvSpPr/>
          <p:nvPr/>
        </p:nvSpPr>
        <p:spPr>
          <a:xfrm>
            <a:off x="3919320" y="147600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4607640" y="23356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4607640" y="29091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2" name="Стрелка: шеврон 37"/>
          <p:cNvSpPr/>
          <p:nvPr/>
        </p:nvSpPr>
        <p:spPr>
          <a:xfrm rot="5400000">
            <a:off x="3686040" y="261360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" name="TextBox 38"/>
          <p:cNvSpPr/>
          <p:nvPr/>
        </p:nvSpPr>
        <p:spPr>
          <a:xfrm>
            <a:off x="3919320" y="279036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4607640" y="365724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4607640" y="42303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6" name="Стрелка: шеврон 41"/>
          <p:cNvSpPr/>
          <p:nvPr/>
        </p:nvSpPr>
        <p:spPr>
          <a:xfrm rot="5400000">
            <a:off x="3686040" y="393480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TextBox 42"/>
          <p:cNvSpPr/>
          <p:nvPr/>
        </p:nvSpPr>
        <p:spPr>
          <a:xfrm>
            <a:off x="3919320" y="411156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6"/>
          <p:cNvSpPr/>
          <p:nvPr/>
        </p:nvSpPr>
        <p:spPr>
          <a:xfrm>
            <a:off x="384840" y="2404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89" name="Прямоугольник со скругленными углами 3"/>
          <p:cNvSpPr/>
          <p:nvPr/>
        </p:nvSpPr>
        <p:spPr>
          <a:xfrm>
            <a:off x="5884200" y="0"/>
            <a:ext cx="325944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384840" y="1081440"/>
            <a:ext cx="5043960" cy="12193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Shape 5"/>
          <p:cNvSpPr/>
          <p:nvPr/>
        </p:nvSpPr>
        <p:spPr>
          <a:xfrm>
            <a:off x="384840" y="2301120"/>
            <a:ext cx="5043960" cy="121932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Shape 2"/>
          <p:cNvSpPr/>
          <p:nvPr/>
        </p:nvSpPr>
        <p:spPr>
          <a:xfrm>
            <a:off x="384840" y="3520800"/>
            <a:ext cx="5043960" cy="12193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Box 10"/>
          <p:cNvSpPr/>
          <p:nvPr/>
        </p:nvSpPr>
        <p:spPr>
          <a:xfrm>
            <a:off x="543240" y="1120680"/>
            <a:ext cx="47217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43240" y="1686960"/>
            <a:ext cx="47217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43240" y="2340360"/>
            <a:ext cx="47217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43240" y="2906640"/>
            <a:ext cx="47217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43240" y="3560040"/>
            <a:ext cx="47217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543240" y="4126320"/>
            <a:ext cx="47217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Овал 8"/>
          <p:cNvSpPr/>
          <p:nvPr/>
        </p:nvSpPr>
        <p:spPr>
          <a:xfrm>
            <a:off x="-378720" y="-190800"/>
            <a:ext cx="3816720" cy="5524920"/>
          </a:xfrm>
          <a:prstGeom prst="ellipse">
            <a:avLst/>
          </a:prstGeom>
          <a:noFill/>
          <a:ln w="28575">
            <a:solidFill>
              <a:srgbClr val="2052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Овал 1"/>
          <p:cNvSpPr/>
          <p:nvPr/>
        </p:nvSpPr>
        <p:spPr>
          <a:xfrm>
            <a:off x="-1621800" y="-107280"/>
            <a:ext cx="4421520" cy="53575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grpSp>
        <p:nvGrpSpPr>
          <p:cNvPr id="101" name="Группа 3"/>
          <p:cNvGrpSpPr/>
          <p:nvPr/>
        </p:nvGrpSpPr>
        <p:grpSpPr>
          <a:xfrm>
            <a:off x="3198240" y="2573280"/>
            <a:ext cx="480240" cy="473040"/>
            <a:chOff x="3198240" y="2573280"/>
            <a:chExt cx="480240" cy="473040"/>
          </a:xfrm>
        </p:grpSpPr>
        <p:sp>
          <p:nvSpPr>
            <p:cNvPr id="102" name="Shape 3"/>
            <p:cNvSpPr/>
            <p:nvPr/>
          </p:nvSpPr>
          <p:spPr>
            <a:xfrm>
              <a:off x="3198240" y="2573280"/>
              <a:ext cx="480240" cy="47304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TextBox 13"/>
            <p:cNvSpPr/>
            <p:nvPr/>
          </p:nvSpPr>
          <p:spPr>
            <a:xfrm>
              <a:off x="3198240" y="2626200"/>
              <a:ext cx="480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2</a:t>
              </a:r>
              <a:endParaRPr b="0" lang="ru-RU" sz="1800" spc="-1" strike="noStrike">
                <a:latin typeface="Arial"/>
              </a:endParaRPr>
            </a:p>
          </p:txBody>
        </p:sp>
      </p:grpSp>
      <p:grpSp>
        <p:nvGrpSpPr>
          <p:cNvPr id="104" name="Группа 14"/>
          <p:cNvGrpSpPr/>
          <p:nvPr/>
        </p:nvGrpSpPr>
        <p:grpSpPr>
          <a:xfrm>
            <a:off x="3018960" y="1193400"/>
            <a:ext cx="480240" cy="473040"/>
            <a:chOff x="3018960" y="1193400"/>
            <a:chExt cx="480240" cy="473040"/>
          </a:xfrm>
        </p:grpSpPr>
        <p:sp>
          <p:nvSpPr>
            <p:cNvPr id="105" name="Shape 3"/>
            <p:cNvSpPr/>
            <p:nvPr/>
          </p:nvSpPr>
          <p:spPr>
            <a:xfrm>
              <a:off x="3018960" y="1193400"/>
              <a:ext cx="480240" cy="47304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TextBox 16"/>
            <p:cNvSpPr/>
            <p:nvPr/>
          </p:nvSpPr>
          <p:spPr>
            <a:xfrm>
              <a:off x="3018960" y="1246680"/>
              <a:ext cx="480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1</a:t>
              </a:r>
              <a:endParaRPr b="0" lang="ru-RU" sz="1800" spc="-1" strike="noStrike">
                <a:latin typeface="Arial"/>
              </a:endParaRPr>
            </a:p>
          </p:txBody>
        </p:sp>
      </p:grpSp>
      <p:grpSp>
        <p:nvGrpSpPr>
          <p:cNvPr id="107" name="Группа 17"/>
          <p:cNvGrpSpPr/>
          <p:nvPr/>
        </p:nvGrpSpPr>
        <p:grpSpPr>
          <a:xfrm>
            <a:off x="2850480" y="3906000"/>
            <a:ext cx="480240" cy="473040"/>
            <a:chOff x="2850480" y="3906000"/>
            <a:chExt cx="480240" cy="473040"/>
          </a:xfrm>
        </p:grpSpPr>
        <p:sp>
          <p:nvSpPr>
            <p:cNvPr id="108" name="Shape 3"/>
            <p:cNvSpPr/>
            <p:nvPr/>
          </p:nvSpPr>
          <p:spPr>
            <a:xfrm>
              <a:off x="2850480" y="3906000"/>
              <a:ext cx="480240" cy="47304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TextBox 19"/>
            <p:cNvSpPr/>
            <p:nvPr/>
          </p:nvSpPr>
          <p:spPr>
            <a:xfrm>
              <a:off x="2850480" y="3958920"/>
              <a:ext cx="480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3</a:t>
              </a:r>
              <a:endParaRPr b="0" lang="ru-RU" sz="1800" spc="-1" strike="noStrike">
                <a:latin typeface="Arial"/>
              </a:endParaRPr>
            </a:p>
          </p:txBody>
        </p:sp>
      </p:grpSp>
      <p:sp>
        <p:nvSpPr>
          <p:cNvPr id="110" name="TextBox 10"/>
          <p:cNvSpPr/>
          <p:nvPr/>
        </p:nvSpPr>
        <p:spPr>
          <a:xfrm>
            <a:off x="3569760" y="885960"/>
            <a:ext cx="50439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3569760" y="1452240"/>
            <a:ext cx="50439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2" name="TextBox 22"/>
          <p:cNvSpPr/>
          <p:nvPr/>
        </p:nvSpPr>
        <p:spPr>
          <a:xfrm>
            <a:off x="3569760" y="16416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870720" y="2260800"/>
            <a:ext cx="4743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3870720" y="2827080"/>
            <a:ext cx="474300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3569760" y="3599280"/>
            <a:ext cx="50439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569760" y="4165560"/>
            <a:ext cx="50439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Прямоугольник 10"/>
          <p:cNvSpPr/>
          <p:nvPr/>
        </p:nvSpPr>
        <p:spPr>
          <a:xfrm>
            <a:off x="460080" y="622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1799</TotalTime>
  <Application>LibreOffice/7.3.7.2$Linux_X86_64 LibreOffice_project/30$Build-2</Application>
  <AppVersion>15.0000</AppVersion>
  <Words>75</Words>
  <Paragraphs>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ru-RU</dc:language>
  <cp:lastModifiedBy/>
  <dcterms:modified xsi:type="dcterms:W3CDTF">2025-02-20T13:37:14Z</dcterms:modified>
  <cp:revision>38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Экран (16:9)</vt:lpwstr>
  </property>
  <property fmtid="{D5CDD505-2E9C-101B-9397-08002B2CF9AE}" pid="4" name="Slides">
    <vt:i4>7</vt:i4>
  </property>
</Properties>
</file>