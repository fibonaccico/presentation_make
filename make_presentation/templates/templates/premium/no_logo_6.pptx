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6990B58-DB97-416B-8770-014FE8212CE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DC4658D-1A99-47AC-ABE9-D0194D5F63B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EB2F133-BCD1-45A9-B489-3C3910FFF6C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755732B-3572-43A9-B89D-746EE18C3A0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E4D61C9-EF50-4DE1-A893-8F9EDF41D1C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D5F0C71-DE4C-42A2-9300-8F4034CED39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D9FB402-12CA-4F43-AE41-41A0749FEF1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00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2026-08-18T23:01:39Z</dcterms:modified>
  <cp:revision>16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