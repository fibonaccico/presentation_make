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D7AA464A-E480-4918-9020-A6D1A8475F7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08F4D0F-553C-490A-8759-2001ECE0970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28C5532C-BB88-4E70-B407-619142859351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53106528-B1C9-4EAB-B00C-7921FAEB699B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B4FC705-57DC-4543-992D-D4DAD2086D6C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CAC4A247-F69B-4DD2-A184-FF187E930A2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358282C-A0CC-4B89-AD0B-9147ACD37585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28700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00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Application>LibreOffice/7.3.7.2$Linux_X86_64 LibreOffice_project/30$Build-2</Application>
  <AppVersion>15.0000</AppVersion>
  <Words>53</Words>
  <Paragraphs>47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2026-08-11T12:34:56Z</dcterms:modified>
  <cp:revision>16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Произвольный</vt:lpwstr>
  </property>
  <property fmtid="{D5CDD505-2E9C-101B-9397-08002B2CF9AE}" pid="4" name="Slides">
    <vt:i4>6</vt:i4>
  </property>
</Properties>
</file>