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3C6BDF6-7430-48D3-B18F-81E371F6F06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5F77E98-413F-48B6-A474-C8A727AD0655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849AF81B-0D74-4ACB-B3FA-D56F79243826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67F5BB77-754F-45B2-A1DD-61EF303F21D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92888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8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59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</TotalTime>
  <Application>LibreOffice/7.3.7.2$Linux_X86_64 LibreOffice_project/30$Build-2</Application>
  <AppVersion>15.0000</AppVersion>
  <Words>140</Words>
  <Paragraphs>129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2026-08-18T23:02:13Z</dcterms:modified>
  <cp:revision>19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Произвольный</vt:lpwstr>
  </property>
  <property fmtid="{D5CDD505-2E9C-101B-9397-08002B2CF9AE}" pid="4" name="Slides">
    <vt:i4>14</vt:i4>
  </property>
</Properties>
</file>