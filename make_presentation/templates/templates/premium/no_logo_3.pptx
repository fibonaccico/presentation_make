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EABEF34-7C2E-4516-BC0A-6561FC2DC0C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3DA9E70-3520-4D8D-A908-B3618527990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31224DB-E717-4DF6-9E39-E72E3E000012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0368A2E-8271-4A7B-A438-58024EEAB92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515600" cy="21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59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Application>LibreOffice/7.3.7.2$Linux_X86_64 LibreOffice_project/30$Build-2</Application>
  <AppVersion>15.0000</AppVersion>
  <Words>20</Words>
  <Paragraphs>16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2026-08-11T12:33:15Z</dcterms:modified>
  <cp:revision>19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Произвольный</vt:lpwstr>
  </property>
  <property fmtid="{D5CDD505-2E9C-101B-9397-08002B2CF9AE}" pid="4" name="Slides">
    <vt:i4>3</vt:i4>
  </property>
</Properties>
</file>