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5680848-F875-4C1B-B914-95530846F41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FC4FEF1-E8DE-44C8-B922-8C239F97D9E7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F2E8498-213E-4A20-953E-A169B058B1C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109830F-FBD5-42D2-845B-BF440ADB239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7BB0FE8-24F2-49DD-83E9-746F65A6149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51560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Application>LibreOffice/7.3.7.2$Linux_X86_64 LibreOffice_project/30$Build-2</Application>
  <AppVersion>15.0000</AppVersion>
  <Words>30</Words>
  <Paragraphs>25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2026-08-11T12:33:55Z</dcterms:modified>
  <cp:revision>18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Произвольный</vt:lpwstr>
  </property>
  <property fmtid="{D5CDD505-2E9C-101B-9397-08002B2CF9AE}" pid="4" name="Slides">
    <vt:i4>4</vt:i4>
  </property>
</Properties>
</file>