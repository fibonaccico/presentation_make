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</a:t>
            </a:r>
            <a:r>
              <a:rPr b="0" lang="en-US" sz="2000" spc="-1" strike="noStrike">
                <a:latin typeface="Arial"/>
              </a:rPr>
              <a:t>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90BE2B7-48DE-4CE7-9486-F237AE36BCE3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D03102C2-ADC2-4761-A98C-AFCB32F62B75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BB8732AA-EC10-430D-A6C2-82E9A7736F7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F2D17CB8-2A99-4221-9EB3-45C65B562300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D56F025E-0159-45D0-92B2-66AB56C6D614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928880" cy="20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8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360" cy="10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74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192</TotalTime>
  <Application>LibreOffice/7.3.7.2$Linux_X86_64 LibreOffice_project/30$Build-2</Application>
  <AppVersion>15.0000</AppVersion>
  <Words>140</Words>
  <Paragraphs>129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2026-08-18T23:01:59Z</dcterms:modified>
  <cp:revision>18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Произвольный</vt:lpwstr>
  </property>
  <property fmtid="{D5CDD505-2E9C-101B-9397-08002B2CF9AE}" pid="4" name="Slides">
    <vt:i4>14</vt:i4>
  </property>
</Properties>
</file>