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19.png" ContentType="image/png"/>
  <Override PartName="/ppt/media/image1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88825" cy="6858000"/>
  <p:notesSz cx="6858000" cy="1218882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733B2418-615B-4B49-9B52-089148C6B146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1856F527-45CC-4BEB-B55B-9EC4B8F67BF3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FEFA4F17-E289-421B-BA36-A068A69F20C9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2A07C686-C6B5-4DDD-882E-E1EC359D8E7F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E433C484-7373-4F9B-BD25-3A7C7A8922BD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8F2CC54A-69D8-4475-AD54-893B13BD4082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2E745995-F677-45BB-8130-4D49D93D5357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7C24FE6A-371D-47A9-A040-3BE28019B2B7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CE0867E9-1481-4593-B4BA-6AFAC2CCFC2E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A2F9CBB0-B969-4CF4-A05A-ED4A5EDD9033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58685AA6-372C-4719-992A-6DF51D6EA1A9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470E65D9-26AB-4C91-B828-339B1AB96022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4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6" name="Заголовок"/>
          <p:cNvSpPr/>
          <p:nvPr/>
        </p:nvSpPr>
        <p:spPr>
          <a:xfrm>
            <a:off x="457200" y="4027680"/>
            <a:ext cx="10515600" cy="20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000" spc="-1" strike="noStrike">
              <a:latin typeface="Arial"/>
            </a:endParaRPr>
          </a:p>
        </p:txBody>
      </p:sp>
      <p:pic>
        <p:nvPicPr>
          <p:cNvPr id="47" name="Год_Плашка_Фон" descr="/home/claude/vistas/assets/grad_pill.png"/>
          <p:cNvPicPr/>
          <p:nvPr/>
        </p:nvPicPr>
        <p:blipFill>
          <a:blip r:embed="rId2"/>
          <a:stretch/>
        </p:blipFill>
        <p:spPr>
          <a:xfrm>
            <a:off x="457200" y="3692160"/>
            <a:ext cx="1554120" cy="17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IC"/>
          <p:cNvSpPr/>
          <p:nvPr/>
        </p:nvSpPr>
        <p:spPr>
          <a:xfrm>
            <a:off x="6492240" y="1463040"/>
            <a:ext cx="5239080" cy="4937400"/>
          </a:xfrm>
          <a:prstGeom prst="roundRect">
            <a:avLst>
              <a:gd name="adj" fmla="val 1481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4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1" name="TextBox 10"/>
          <p:cNvSpPr/>
          <p:nvPr/>
        </p:nvSpPr>
        <p:spPr>
          <a:xfrm>
            <a:off x="640080" y="1463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1" lang="ru-RU" sz="18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TextBox 10"/>
          <p:cNvSpPr/>
          <p:nvPr/>
        </p:nvSpPr>
        <p:spPr>
          <a:xfrm>
            <a:off x="640080" y="1998720"/>
            <a:ext cx="5461200" cy="110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" name="TextBox 10"/>
          <p:cNvSpPr/>
          <p:nvPr/>
        </p:nvSpPr>
        <p:spPr>
          <a:xfrm>
            <a:off x="636480" y="3128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636480" y="3660840"/>
            <a:ext cx="546120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636480" y="484380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636480" y="5376600"/>
            <a:ext cx="546120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ITLE"/>
          <p:cNvSpPr/>
          <p:nvPr/>
        </p:nvSpPr>
        <p:spPr>
          <a:xfrm>
            <a:off x="640080" y="365760"/>
            <a:ext cx="11091240" cy="97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9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0" name="TITLE"/>
          <p:cNvSpPr/>
          <p:nvPr/>
        </p:nvSpPr>
        <p:spPr>
          <a:xfrm>
            <a:off x="640080" y="365760"/>
            <a:ext cx="10908360" cy="10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1" name="Иконка_1"/>
          <p:cNvSpPr/>
          <p:nvPr/>
        </p:nvSpPr>
        <p:spPr>
          <a:xfrm>
            <a:off x="6400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2" name="Иконка_1_Акцент" descr="/home/claude/vistas/assets/grad_square.png"/>
          <p:cNvPicPr/>
          <p:nvPr/>
        </p:nvPicPr>
        <p:blipFill>
          <a:blip r:embed="rId2"/>
          <a:stretch/>
        </p:blipFill>
        <p:spPr>
          <a:xfrm>
            <a:off x="8046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3" name="SUBTITLE 1"/>
          <p:cNvSpPr/>
          <p:nvPr/>
        </p:nvSpPr>
        <p:spPr>
          <a:xfrm>
            <a:off x="6400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6400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5" name="Иконка_2"/>
          <p:cNvSpPr/>
          <p:nvPr/>
        </p:nvSpPr>
        <p:spPr>
          <a:xfrm>
            <a:off x="45172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6" name="Иконка_2_Акцент" descr="/home/claude/vistas/assets/grad_square.png"/>
          <p:cNvPicPr/>
          <p:nvPr/>
        </p:nvPicPr>
        <p:blipFill>
          <a:blip r:embed="rId3"/>
          <a:stretch/>
        </p:blipFill>
        <p:spPr>
          <a:xfrm>
            <a:off x="46818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7" name="SUBTITLE 2"/>
          <p:cNvSpPr/>
          <p:nvPr/>
        </p:nvSpPr>
        <p:spPr>
          <a:xfrm>
            <a:off x="45172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45172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9" name="Иконка_3"/>
          <p:cNvSpPr/>
          <p:nvPr/>
        </p:nvSpPr>
        <p:spPr>
          <a:xfrm>
            <a:off x="839412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70" name="Иконка_3_Акцент" descr="/home/claude/vistas/assets/grad_square.png"/>
          <p:cNvPicPr/>
          <p:nvPr/>
        </p:nvPicPr>
        <p:blipFill>
          <a:blip r:embed="rId4"/>
          <a:stretch/>
        </p:blipFill>
        <p:spPr>
          <a:xfrm>
            <a:off x="855864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71" name="SUBTITLE 3"/>
          <p:cNvSpPr/>
          <p:nvPr/>
        </p:nvSpPr>
        <p:spPr>
          <a:xfrm>
            <a:off x="839412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br>
              <a:rPr sz="1900"/>
            </a:br>
            <a:endParaRPr b="0" lang="en-US" sz="1900" spc="-1" strike="noStrike"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839412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74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75" name="Карточка_1"/>
          <p:cNvSpPr/>
          <p:nvPr/>
        </p:nvSpPr>
        <p:spPr>
          <a:xfrm>
            <a:off x="64008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PIC 1"/>
          <p:cNvSpPr/>
          <p:nvPr/>
        </p:nvSpPr>
        <p:spPr>
          <a:xfrm>
            <a:off x="82296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" name="SUBTITLE 1"/>
          <p:cNvSpPr/>
          <p:nvPr/>
        </p:nvSpPr>
        <p:spPr>
          <a:xfrm>
            <a:off x="82296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</a:t>
            </a:r>
            <a:r>
              <a:rPr b="1" lang="ru-RU" sz="15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 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82296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9" name="Карточка_2"/>
          <p:cNvSpPr/>
          <p:nvPr/>
        </p:nvSpPr>
        <p:spPr>
          <a:xfrm>
            <a:off x="443484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PIC 2"/>
          <p:cNvSpPr/>
          <p:nvPr/>
        </p:nvSpPr>
        <p:spPr>
          <a:xfrm>
            <a:off x="461772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1" name="SUBTITLE 2"/>
          <p:cNvSpPr/>
          <p:nvPr/>
        </p:nvSpPr>
        <p:spPr>
          <a:xfrm>
            <a:off x="461772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461772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3" name="Карточка_3"/>
          <p:cNvSpPr/>
          <p:nvPr/>
        </p:nvSpPr>
        <p:spPr>
          <a:xfrm>
            <a:off x="822960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PIC 3"/>
          <p:cNvSpPr/>
          <p:nvPr/>
        </p:nvSpPr>
        <p:spPr>
          <a:xfrm>
            <a:off x="841248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5" name="SUBTITLE 3"/>
          <p:cNvSpPr/>
          <p:nvPr/>
        </p:nvSpPr>
        <p:spPr>
          <a:xfrm>
            <a:off x="841248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6" name="TEXT 3"/>
          <p:cNvSpPr/>
          <p:nvPr/>
        </p:nvSpPr>
        <p:spPr>
          <a:xfrm>
            <a:off x="841248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7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89" name="PIC"/>
          <p:cNvSpPr/>
          <p:nvPr/>
        </p:nvSpPr>
        <p:spPr>
          <a:xfrm>
            <a:off x="7589520" y="0"/>
            <a:ext cx="4599000" cy="68576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ITLE"/>
          <p:cNvSpPr/>
          <p:nvPr/>
        </p:nvSpPr>
        <p:spPr>
          <a:xfrm>
            <a:off x="640080" y="315720"/>
            <a:ext cx="6609600" cy="19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91" name="SUBTITLE 1"/>
          <p:cNvSpPr/>
          <p:nvPr/>
        </p:nvSpPr>
        <p:spPr>
          <a:xfrm>
            <a:off x="640080" y="2590920"/>
            <a:ext cx="6609600" cy="50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ffe6dc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640080" y="3189600"/>
            <a:ext cx="6609600" cy="63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d9c9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3" name="SUBTITLE 2"/>
          <p:cNvSpPr/>
          <p:nvPr/>
        </p:nvSpPr>
        <p:spPr>
          <a:xfrm>
            <a:off x="640080" y="4192920"/>
            <a:ext cx="3134880" cy="49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4008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5" name="SUBTITLE 3"/>
          <p:cNvSpPr/>
          <p:nvPr/>
        </p:nvSpPr>
        <p:spPr>
          <a:xfrm>
            <a:off x="4114800" y="4212720"/>
            <a:ext cx="313488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6" name="TEXT 3"/>
          <p:cNvSpPr/>
          <p:nvPr/>
        </p:nvSpPr>
        <p:spPr>
          <a:xfrm>
            <a:off x="411480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TEXT3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97" name="Кнопка_Навигация_Фон" descr="/home/claude/vistas/assets/grad_circle.png"/>
          <p:cNvPicPr/>
          <p:nvPr/>
        </p:nvPicPr>
        <p:blipFill>
          <a:blip r:embed="rId2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98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0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01" name="SUBTITLE 1"/>
          <p:cNvSpPr/>
          <p:nvPr/>
        </p:nvSpPr>
        <p:spPr>
          <a:xfrm>
            <a:off x="64008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64008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3" name="Разделитель_1"/>
          <p:cNvSpPr/>
          <p:nvPr/>
        </p:nvSpPr>
        <p:spPr>
          <a:xfrm>
            <a:off x="4069080" y="2468880"/>
            <a:ext cx="360" cy="25491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UBTITLE 2"/>
          <p:cNvSpPr/>
          <p:nvPr/>
        </p:nvSpPr>
        <p:spPr>
          <a:xfrm>
            <a:off x="451728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451728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Разделитель_2"/>
          <p:cNvSpPr/>
          <p:nvPr/>
        </p:nvSpPr>
        <p:spPr>
          <a:xfrm>
            <a:off x="7945920" y="2468520"/>
            <a:ext cx="360" cy="254952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SUBTITLE 3"/>
          <p:cNvSpPr/>
          <p:nvPr/>
        </p:nvSpPr>
        <p:spPr>
          <a:xfrm>
            <a:off x="839412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839412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9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Затемнение"/>
          <p:cNvSpPr/>
          <p:nvPr/>
        </p:nvSpPr>
        <p:spPr>
          <a:xfrm>
            <a:off x="0" y="1328040"/>
            <a:ext cx="12188520" cy="552960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Чип_1"/>
          <p:cNvSpPr/>
          <p:nvPr/>
        </p:nvSpPr>
        <p:spPr>
          <a:xfrm>
            <a:off x="474480" y="5290560"/>
            <a:ext cx="4673880" cy="125568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SUBTITLE 2"/>
          <p:cNvSpPr/>
          <p:nvPr/>
        </p:nvSpPr>
        <p:spPr>
          <a:xfrm>
            <a:off x="639360" y="5413320"/>
            <a:ext cx="434592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3" name="TEXT 2"/>
          <p:cNvSpPr/>
          <p:nvPr/>
        </p:nvSpPr>
        <p:spPr>
          <a:xfrm>
            <a:off x="639360" y="5952240"/>
            <a:ext cx="4345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11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1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16" name="Чип_1"/>
          <p:cNvSpPr/>
          <p:nvPr/>
        </p:nvSpPr>
        <p:spPr>
          <a:xfrm>
            <a:off x="5677560" y="5290560"/>
            <a:ext cx="4673880" cy="125568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SUBTITLE 2"/>
          <p:cNvSpPr/>
          <p:nvPr/>
        </p:nvSpPr>
        <p:spPr>
          <a:xfrm>
            <a:off x="5842080" y="5413320"/>
            <a:ext cx="434592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</a:t>
            </a:r>
            <a:r>
              <a:rPr b="1" lang="ru-RU" sz="1200" spc="97" strike="noStrike">
                <a:solidFill>
                  <a:srgbClr val="ff6a3d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8" name="TEXT 2"/>
          <p:cNvSpPr/>
          <p:nvPr/>
        </p:nvSpPr>
        <p:spPr>
          <a:xfrm>
            <a:off x="5842080" y="5952240"/>
            <a:ext cx="4345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</a:t>
            </a:r>
            <a:r>
              <a:rPr b="0" lang="ru-RU" sz="120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9" name="Чип_1"/>
          <p:cNvSpPr/>
          <p:nvPr/>
        </p:nvSpPr>
        <p:spPr>
          <a:xfrm>
            <a:off x="474480" y="4143240"/>
            <a:ext cx="9876960" cy="97704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SUBTITLE 2"/>
          <p:cNvSpPr/>
          <p:nvPr/>
        </p:nvSpPr>
        <p:spPr>
          <a:xfrm>
            <a:off x="639360" y="4143240"/>
            <a:ext cx="95490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</a:t>
            </a:r>
            <a:r>
              <a:rPr b="1" lang="ru-RU" sz="1200" spc="97" strike="noStrike">
                <a:solidFill>
                  <a:srgbClr val="ff6a3d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639360" y="4526280"/>
            <a:ext cx="9549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</a:t>
            </a:r>
            <a:r>
              <a:rPr b="0" lang="ru-RU" sz="12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22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Блок_3"/>
          <p:cNvSpPr/>
          <p:nvPr/>
        </p:nvSpPr>
        <p:spPr>
          <a:xfrm>
            <a:off x="822960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Блок_1"/>
          <p:cNvSpPr/>
          <p:nvPr/>
        </p:nvSpPr>
        <p:spPr>
          <a:xfrm>
            <a:off x="64008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25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26" name="SUBTITLE 1"/>
          <p:cNvSpPr/>
          <p:nvPr/>
        </p:nvSpPr>
        <p:spPr>
          <a:xfrm>
            <a:off x="91440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91440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8" name="Блок_2"/>
          <p:cNvSpPr/>
          <p:nvPr/>
        </p:nvSpPr>
        <p:spPr>
          <a:xfrm>
            <a:off x="443484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SUBTITLE 2"/>
          <p:cNvSpPr/>
          <p:nvPr/>
        </p:nvSpPr>
        <p:spPr>
          <a:xfrm>
            <a:off x="470916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30" name="TEXT 2"/>
          <p:cNvSpPr/>
          <p:nvPr/>
        </p:nvSpPr>
        <p:spPr>
          <a:xfrm>
            <a:off x="470916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1" name="SUBTITLE 3"/>
          <p:cNvSpPr/>
          <p:nvPr/>
        </p:nvSpPr>
        <p:spPr>
          <a:xfrm>
            <a:off x="850392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32" name="TEXT 3"/>
          <p:cNvSpPr/>
          <p:nvPr/>
        </p:nvSpPr>
        <p:spPr>
          <a:xfrm>
            <a:off x="850392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3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6a3d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34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Карточка_1"/>
          <p:cNvSpPr/>
          <p:nvPr/>
        </p:nvSpPr>
        <p:spPr>
          <a:xfrm>
            <a:off x="640080" y="1458720"/>
            <a:ext cx="3520080" cy="4114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PIC 1"/>
          <p:cNvSpPr/>
          <p:nvPr/>
        </p:nvSpPr>
        <p:spPr>
          <a:xfrm>
            <a:off x="822960" y="1641600"/>
            <a:ext cx="3154320" cy="182844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7" name="SUBTITLE 1"/>
          <p:cNvSpPr/>
          <p:nvPr/>
        </p:nvSpPr>
        <p:spPr>
          <a:xfrm>
            <a:off x="822960" y="356832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822960" y="4184640"/>
            <a:ext cx="3154320" cy="11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9" name="Карточка_2"/>
          <p:cNvSpPr/>
          <p:nvPr/>
        </p:nvSpPr>
        <p:spPr>
          <a:xfrm>
            <a:off x="4434840" y="1458720"/>
            <a:ext cx="3520080" cy="4114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PIC 2"/>
          <p:cNvSpPr/>
          <p:nvPr/>
        </p:nvSpPr>
        <p:spPr>
          <a:xfrm>
            <a:off x="4617720" y="1641600"/>
            <a:ext cx="3154320" cy="182844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1" name="SUBTITLE 2"/>
          <p:cNvSpPr/>
          <p:nvPr/>
        </p:nvSpPr>
        <p:spPr>
          <a:xfrm>
            <a:off x="4617720" y="356832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2" name="TEXT 2"/>
          <p:cNvSpPr/>
          <p:nvPr/>
        </p:nvSpPr>
        <p:spPr>
          <a:xfrm>
            <a:off x="4617720" y="4184640"/>
            <a:ext cx="3154320" cy="11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3" name="Карточка_3"/>
          <p:cNvSpPr/>
          <p:nvPr/>
        </p:nvSpPr>
        <p:spPr>
          <a:xfrm>
            <a:off x="8229600" y="1458720"/>
            <a:ext cx="3520080" cy="4114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4" name="PIC 3"/>
          <p:cNvSpPr/>
          <p:nvPr/>
        </p:nvSpPr>
        <p:spPr>
          <a:xfrm>
            <a:off x="8412480" y="1641600"/>
            <a:ext cx="3154320" cy="182844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5" name="SUBTITLE 3"/>
          <p:cNvSpPr/>
          <p:nvPr/>
        </p:nvSpPr>
        <p:spPr>
          <a:xfrm>
            <a:off x="8412480" y="356832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8412480" y="4184640"/>
            <a:ext cx="3154320" cy="11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7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6a3d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pic>
        <p:nvPicPr>
          <p:cNvPr id="148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49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"/>
          <p:cNvSpPr/>
          <p:nvPr/>
        </p:nvSpPr>
        <p:spPr>
          <a:xfrm>
            <a:off x="6309360" y="0"/>
            <a:ext cx="5879160" cy="6857640"/>
          </a:xfrm>
          <a:prstGeom prst="rect">
            <a:avLst/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1" name="Линия_1"/>
          <p:cNvSpPr/>
          <p:nvPr/>
        </p:nvSpPr>
        <p:spPr>
          <a:xfrm>
            <a:off x="639720" y="3424680"/>
            <a:ext cx="5347080" cy="3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2" name="SUBTITLE 2"/>
          <p:cNvSpPr/>
          <p:nvPr/>
        </p:nvSpPr>
        <p:spPr>
          <a:xfrm>
            <a:off x="1615320" y="3453120"/>
            <a:ext cx="426384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53" name="TEXT 2"/>
          <p:cNvSpPr/>
          <p:nvPr/>
        </p:nvSpPr>
        <p:spPr>
          <a:xfrm>
            <a:off x="1615320" y="4011840"/>
            <a:ext cx="426384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pic>
        <p:nvPicPr>
          <p:cNvPr id="15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5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56" name="TITLE"/>
          <p:cNvSpPr/>
          <p:nvPr/>
        </p:nvSpPr>
        <p:spPr>
          <a:xfrm>
            <a:off x="640080" y="365760"/>
            <a:ext cx="54540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57" name="Иконка_1"/>
          <p:cNvSpPr/>
          <p:nvPr/>
        </p:nvSpPr>
        <p:spPr>
          <a:xfrm>
            <a:off x="640080" y="367632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58" name="Иконка_1_Акцент" descr="/home/claude/vistas/assets/grad_square.png"/>
          <p:cNvPicPr/>
          <p:nvPr/>
        </p:nvPicPr>
        <p:blipFill>
          <a:blip r:embed="rId2"/>
          <a:stretch/>
        </p:blipFill>
        <p:spPr>
          <a:xfrm>
            <a:off x="804600" y="384084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159" name="Линия_1"/>
          <p:cNvSpPr/>
          <p:nvPr/>
        </p:nvSpPr>
        <p:spPr>
          <a:xfrm>
            <a:off x="639720" y="1786680"/>
            <a:ext cx="5347080" cy="3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SUBTITLE 2"/>
          <p:cNvSpPr/>
          <p:nvPr/>
        </p:nvSpPr>
        <p:spPr>
          <a:xfrm>
            <a:off x="1615320" y="1815120"/>
            <a:ext cx="426384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1" name="TEXT 2"/>
          <p:cNvSpPr/>
          <p:nvPr/>
        </p:nvSpPr>
        <p:spPr>
          <a:xfrm>
            <a:off x="1615320" y="2373840"/>
            <a:ext cx="426384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2" name="Иконка_1"/>
          <p:cNvSpPr/>
          <p:nvPr/>
        </p:nvSpPr>
        <p:spPr>
          <a:xfrm>
            <a:off x="640080" y="203832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3" name="Иконка_1_Акцент" descr="/home/claude/vistas/assets/grad_square.png"/>
          <p:cNvPicPr/>
          <p:nvPr/>
        </p:nvPicPr>
        <p:blipFill>
          <a:blip r:embed="rId3"/>
          <a:stretch/>
        </p:blipFill>
        <p:spPr>
          <a:xfrm>
            <a:off x="804600" y="220284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164" name="Линия_1"/>
          <p:cNvSpPr/>
          <p:nvPr/>
        </p:nvSpPr>
        <p:spPr>
          <a:xfrm>
            <a:off x="639720" y="5069520"/>
            <a:ext cx="5347080" cy="3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5" name="SUBTITLE 2"/>
          <p:cNvSpPr/>
          <p:nvPr/>
        </p:nvSpPr>
        <p:spPr>
          <a:xfrm>
            <a:off x="1615320" y="5097960"/>
            <a:ext cx="426384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6" name="TEXT 2"/>
          <p:cNvSpPr/>
          <p:nvPr/>
        </p:nvSpPr>
        <p:spPr>
          <a:xfrm>
            <a:off x="1615320" y="5657040"/>
            <a:ext cx="426384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7" name="Иконка_1"/>
          <p:cNvSpPr/>
          <p:nvPr/>
        </p:nvSpPr>
        <p:spPr>
          <a:xfrm>
            <a:off x="640080" y="532116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8" name="Иконка_1_Акцент" descr="/home/claude/vistas/assets/grad_square.png"/>
          <p:cNvPicPr/>
          <p:nvPr/>
        </p:nvPicPr>
        <p:blipFill>
          <a:blip r:embed="rId4"/>
          <a:stretch/>
        </p:blipFill>
        <p:spPr>
          <a:xfrm>
            <a:off x="804600" y="5486040"/>
            <a:ext cx="310680" cy="310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170" name="TITLE"/>
          <p:cNvSpPr/>
          <p:nvPr/>
        </p:nvSpPr>
        <p:spPr>
          <a:xfrm>
            <a:off x="822960" y="2011680"/>
            <a:ext cx="1061748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54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187</TotalTime>
  <Application>LibreOffice/7.3.7.2$Linux_X86_64 LibreOffice_project/30$Build-2</Application>
  <AppVersion>15.0000</AppVersion>
  <Words>107</Words>
  <Paragraphs>97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2026-08-10T08:45:52Z</dcterms:created>
  <dc:creator>PptxGenJS</dc:creator>
  <dc:description/>
  <dc:language>en-US</dc:language>
  <cp:lastModifiedBy/>
  <dcterms:modified xsi:type="dcterms:W3CDTF">2026-08-11T12:36:53Z</dcterms:modified>
  <cp:revision>10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Произвольный</vt:lpwstr>
  </property>
  <property fmtid="{D5CDD505-2E9C-101B-9397-08002B2CF9AE}" pid="4" name="Slides">
    <vt:i4>11</vt:i4>
  </property>
</Properties>
</file>