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88825" cy="6858000"/>
  <p:notesSz cx="6858000" cy="1218882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</a:t>
            </a:r>
            <a:r>
              <a:rPr b="0" lang="en-US" sz="2000" spc="-1" strike="noStrike">
                <a:latin typeface="Arial"/>
              </a:rPr>
              <a:t>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5F39D76-8A73-4C58-A576-6C380416879A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32D6A915-4BA4-400D-90C2-E269DB0FF3CA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929B9396-4F6E-4F63-A31C-0A3D6C005ADE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36F5DD68-5B69-4886-93E6-700E8958DE36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FA389554-B1B2-49A7-B33A-756DFABF47CB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A7D88559-C504-4A58-8723-62EAA5D23393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6A5225CA-BA8A-4E07-9D7F-4B44E3C93BB2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E1D48085-0D97-424A-BC86-306BA1B2F5EB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F1D8B096-29B9-48CA-B903-67A71C168BF5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18F93BA0-9F8B-4707-86E8-1388B5C07C76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AC5F9EA6-9440-487C-A718-8983CA3B1855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1D7697FA-1B61-4F58-96C1-87E4E4CCC272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956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45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6" name="Заголовок"/>
          <p:cNvSpPr/>
          <p:nvPr/>
        </p:nvSpPr>
        <p:spPr>
          <a:xfrm>
            <a:off x="457200" y="4027680"/>
            <a:ext cx="10928880" cy="20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4800" spc="-1" strike="noStrike">
              <a:latin typeface="Arial"/>
            </a:endParaRPr>
          </a:p>
        </p:txBody>
      </p:sp>
      <p:pic>
        <p:nvPicPr>
          <p:cNvPr id="47" name="Год_Плашка_Фон" descr="/home/claude/vistas/assets/grad_pill.png"/>
          <p:cNvPicPr/>
          <p:nvPr/>
        </p:nvPicPr>
        <p:blipFill>
          <a:blip r:embed="rId2"/>
          <a:stretch/>
        </p:blipFill>
        <p:spPr>
          <a:xfrm>
            <a:off x="457200" y="3692160"/>
            <a:ext cx="1554120" cy="17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IC"/>
          <p:cNvSpPr/>
          <p:nvPr/>
        </p:nvSpPr>
        <p:spPr>
          <a:xfrm>
            <a:off x="6492240" y="1463040"/>
            <a:ext cx="5239080" cy="4937400"/>
          </a:xfrm>
          <a:prstGeom prst="roundRect">
            <a:avLst>
              <a:gd name="adj" fmla="val 1481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49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50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1" name="TextBox 10"/>
          <p:cNvSpPr/>
          <p:nvPr/>
        </p:nvSpPr>
        <p:spPr>
          <a:xfrm>
            <a:off x="640080" y="146304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1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TextBox 10"/>
          <p:cNvSpPr/>
          <p:nvPr/>
        </p:nvSpPr>
        <p:spPr>
          <a:xfrm>
            <a:off x="640080" y="1998720"/>
            <a:ext cx="5461200" cy="110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" name="TextBox 10"/>
          <p:cNvSpPr/>
          <p:nvPr/>
        </p:nvSpPr>
        <p:spPr>
          <a:xfrm>
            <a:off x="636480" y="312804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636480" y="3660840"/>
            <a:ext cx="5461200" cy="11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636480" y="484380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636480" y="5376600"/>
            <a:ext cx="5461200" cy="11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ITLE"/>
          <p:cNvSpPr/>
          <p:nvPr/>
        </p:nvSpPr>
        <p:spPr>
          <a:xfrm>
            <a:off x="640080" y="365760"/>
            <a:ext cx="11091240" cy="97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59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0" name="TITLE"/>
          <p:cNvSpPr/>
          <p:nvPr/>
        </p:nvSpPr>
        <p:spPr>
          <a:xfrm>
            <a:off x="640080" y="365760"/>
            <a:ext cx="10908360" cy="10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61" name="Иконка_1"/>
          <p:cNvSpPr/>
          <p:nvPr/>
        </p:nvSpPr>
        <p:spPr>
          <a:xfrm>
            <a:off x="64008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2" name="Иконка_1_Акцент" descr="/home/claude/vistas/assets/grad_square.png"/>
          <p:cNvPicPr/>
          <p:nvPr/>
        </p:nvPicPr>
        <p:blipFill>
          <a:blip r:embed="rId2"/>
          <a:stretch/>
        </p:blipFill>
        <p:spPr>
          <a:xfrm>
            <a:off x="80460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3" name="SUBTITLE 1"/>
          <p:cNvSpPr/>
          <p:nvPr/>
        </p:nvSpPr>
        <p:spPr>
          <a:xfrm>
            <a:off x="64008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64008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5" name="Иконка_2"/>
          <p:cNvSpPr/>
          <p:nvPr/>
        </p:nvSpPr>
        <p:spPr>
          <a:xfrm>
            <a:off x="451728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6" name="Иконка_2_Акцент" descr="/home/claude/vistas/assets/grad_square.png"/>
          <p:cNvPicPr/>
          <p:nvPr/>
        </p:nvPicPr>
        <p:blipFill>
          <a:blip r:embed="rId3"/>
          <a:stretch/>
        </p:blipFill>
        <p:spPr>
          <a:xfrm>
            <a:off x="468180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7" name="SUBTITLE 2"/>
          <p:cNvSpPr/>
          <p:nvPr/>
        </p:nvSpPr>
        <p:spPr>
          <a:xfrm>
            <a:off x="451728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451728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9" name="Иконка_3"/>
          <p:cNvSpPr/>
          <p:nvPr/>
        </p:nvSpPr>
        <p:spPr>
          <a:xfrm>
            <a:off x="839412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0" name="Иконка_3_Акцент" descr="/home/claude/vistas/assets/grad_square.png"/>
          <p:cNvPicPr/>
          <p:nvPr/>
        </p:nvPicPr>
        <p:blipFill>
          <a:blip r:embed="rId4"/>
          <a:stretch/>
        </p:blipFill>
        <p:spPr>
          <a:xfrm>
            <a:off x="855864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71" name="SUBTITLE 3"/>
          <p:cNvSpPr/>
          <p:nvPr/>
        </p:nvSpPr>
        <p:spPr>
          <a:xfrm>
            <a:off x="839412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br>
              <a:rPr sz="1900"/>
            </a:br>
            <a:endParaRPr b="0" lang="en-US" sz="1900" spc="-1" strike="noStrike"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839412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74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75" name="Карточка_1"/>
          <p:cNvSpPr/>
          <p:nvPr/>
        </p:nvSpPr>
        <p:spPr>
          <a:xfrm>
            <a:off x="64008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PIC 1"/>
          <p:cNvSpPr/>
          <p:nvPr/>
        </p:nvSpPr>
        <p:spPr>
          <a:xfrm>
            <a:off x="82296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7" name="SUBTITLE 1"/>
          <p:cNvSpPr/>
          <p:nvPr/>
        </p:nvSpPr>
        <p:spPr>
          <a:xfrm>
            <a:off x="82296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</a:t>
            </a:r>
            <a:r>
              <a:rPr b="1" lang="ru-RU" sz="15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 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82296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9" name="Карточка_2"/>
          <p:cNvSpPr/>
          <p:nvPr/>
        </p:nvSpPr>
        <p:spPr>
          <a:xfrm>
            <a:off x="443484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PIC 2"/>
          <p:cNvSpPr/>
          <p:nvPr/>
        </p:nvSpPr>
        <p:spPr>
          <a:xfrm>
            <a:off x="461772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1" name="SUBTITLE 2"/>
          <p:cNvSpPr/>
          <p:nvPr/>
        </p:nvSpPr>
        <p:spPr>
          <a:xfrm>
            <a:off x="461772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461772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3" name="Карточка_3"/>
          <p:cNvSpPr/>
          <p:nvPr/>
        </p:nvSpPr>
        <p:spPr>
          <a:xfrm>
            <a:off x="822960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PIC 3"/>
          <p:cNvSpPr/>
          <p:nvPr/>
        </p:nvSpPr>
        <p:spPr>
          <a:xfrm>
            <a:off x="841248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5" name="SUBTITLE 3"/>
          <p:cNvSpPr/>
          <p:nvPr/>
        </p:nvSpPr>
        <p:spPr>
          <a:xfrm>
            <a:off x="841248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841248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7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Градиент_Фон" descr="/home/claude/vistas/assets/grad_full_diagonal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89" name="PIC"/>
          <p:cNvSpPr/>
          <p:nvPr/>
        </p:nvSpPr>
        <p:spPr>
          <a:xfrm>
            <a:off x="7589520" y="0"/>
            <a:ext cx="4599000" cy="685764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TITLE"/>
          <p:cNvSpPr/>
          <p:nvPr/>
        </p:nvSpPr>
        <p:spPr>
          <a:xfrm>
            <a:off x="640080" y="315720"/>
            <a:ext cx="6609600" cy="19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91" name="SUBTITLE 1"/>
          <p:cNvSpPr/>
          <p:nvPr/>
        </p:nvSpPr>
        <p:spPr>
          <a:xfrm>
            <a:off x="640080" y="2590920"/>
            <a:ext cx="6609600" cy="50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e6dc"/>
                </a:solidFill>
                <a:latin typeface="Arial"/>
                <a:ea typeface="Arial"/>
              </a:rPr>
              <a:t>SUBTITLE1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640080" y="3189600"/>
            <a:ext cx="6609600" cy="63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d9c9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3" name="SUBTITLE 2"/>
          <p:cNvSpPr/>
          <p:nvPr/>
        </p:nvSpPr>
        <p:spPr>
          <a:xfrm>
            <a:off x="640080" y="4192920"/>
            <a:ext cx="3134880" cy="49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17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640080" y="4787280"/>
            <a:ext cx="3134880" cy="11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5" name="SUBTITLE 3"/>
          <p:cNvSpPr/>
          <p:nvPr/>
        </p:nvSpPr>
        <p:spPr>
          <a:xfrm>
            <a:off x="4114800" y="4212720"/>
            <a:ext cx="3134880" cy="4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17" strike="noStrike">
                <a:solidFill>
                  <a:srgbClr val="ff6a3d"/>
                </a:solidFill>
                <a:latin typeface="Arial"/>
                <a:ea typeface="Arial"/>
              </a:rPr>
              <a:t>SUBTITLE3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4114800" y="4787280"/>
            <a:ext cx="3134880" cy="11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TEXT3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97" name="Кнопка_Навигация_Фон" descr="/home/claude/vistas/assets/grad_circle.png"/>
          <p:cNvPicPr/>
          <p:nvPr/>
        </p:nvPicPr>
        <p:blipFill>
          <a:blip r:embed="rId2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98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00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1" name="SUBTITLE 1"/>
          <p:cNvSpPr/>
          <p:nvPr/>
        </p:nvSpPr>
        <p:spPr>
          <a:xfrm>
            <a:off x="640080" y="24602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6a3d"/>
                </a:solidFill>
                <a:latin typeface="Arial"/>
                <a:ea typeface="Arial"/>
              </a:rPr>
              <a:t>SUBTITLE1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640080" y="3385440"/>
            <a:ext cx="3154320" cy="16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3" name="Разделитель_1"/>
          <p:cNvSpPr/>
          <p:nvPr/>
        </p:nvSpPr>
        <p:spPr>
          <a:xfrm>
            <a:off x="4069080" y="2468880"/>
            <a:ext cx="360" cy="254916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SUBTITLE 2"/>
          <p:cNvSpPr/>
          <p:nvPr/>
        </p:nvSpPr>
        <p:spPr>
          <a:xfrm>
            <a:off x="4517280" y="24602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4517280" y="3385440"/>
            <a:ext cx="3154320" cy="16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6" name="Разделитель_2"/>
          <p:cNvSpPr/>
          <p:nvPr/>
        </p:nvSpPr>
        <p:spPr>
          <a:xfrm>
            <a:off x="7945920" y="2468520"/>
            <a:ext cx="360" cy="254952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UBTITLE 3"/>
          <p:cNvSpPr/>
          <p:nvPr/>
        </p:nvSpPr>
        <p:spPr>
          <a:xfrm>
            <a:off x="8394120" y="24602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6a3d"/>
                </a:solidFill>
                <a:latin typeface="Arial"/>
                <a:ea typeface="Arial"/>
              </a:rPr>
              <a:t>SUBTITLE3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8394120" y="3385440"/>
            <a:ext cx="3154320" cy="16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9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Чип_1"/>
          <p:cNvSpPr/>
          <p:nvPr/>
        </p:nvSpPr>
        <p:spPr>
          <a:xfrm>
            <a:off x="639360" y="5290560"/>
            <a:ext cx="5315040" cy="1255680"/>
          </a:xfrm>
          <a:prstGeom prst="roundRect">
            <a:avLst>
              <a:gd name="adj" fmla="val 10667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SUBTITLE 2"/>
          <p:cNvSpPr/>
          <p:nvPr/>
        </p:nvSpPr>
        <p:spPr>
          <a:xfrm>
            <a:off x="803880" y="5413320"/>
            <a:ext cx="43459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803880" y="5952240"/>
            <a:ext cx="4345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3" name="Чип_1"/>
          <p:cNvSpPr/>
          <p:nvPr/>
        </p:nvSpPr>
        <p:spPr>
          <a:xfrm>
            <a:off x="6234480" y="5290560"/>
            <a:ext cx="5313240" cy="1255680"/>
          </a:xfrm>
          <a:prstGeom prst="roundRect">
            <a:avLst>
              <a:gd name="adj" fmla="val 10667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SUBTITLE 2"/>
          <p:cNvSpPr/>
          <p:nvPr/>
        </p:nvSpPr>
        <p:spPr>
          <a:xfrm>
            <a:off x="6399000" y="5413320"/>
            <a:ext cx="43459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rgbClr val="ff6a3d"/>
                </a:solidFill>
                <a:latin typeface="Arial"/>
                <a:ea typeface="Arial"/>
              </a:rPr>
              <a:t>SUBTITLE</a:t>
            </a:r>
            <a:r>
              <a:rPr b="1" lang="ru-RU" sz="1200" spc="97" strike="noStrike">
                <a:solidFill>
                  <a:srgbClr val="ff6a3d"/>
                </a:solidFill>
                <a:latin typeface="Arial"/>
                <a:ea typeface="Arial"/>
              </a:rPr>
              <a:t>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6399000" y="5952240"/>
            <a:ext cx="4345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</a:t>
            </a:r>
            <a:r>
              <a:rPr b="0" lang="ru-RU" sz="12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6" name="Чип_1"/>
          <p:cNvSpPr/>
          <p:nvPr/>
        </p:nvSpPr>
        <p:spPr>
          <a:xfrm>
            <a:off x="639360" y="4143240"/>
            <a:ext cx="10908360" cy="977040"/>
          </a:xfrm>
          <a:prstGeom prst="roundRect">
            <a:avLst>
              <a:gd name="adj" fmla="val 10667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SUBTITLE 2"/>
          <p:cNvSpPr/>
          <p:nvPr/>
        </p:nvSpPr>
        <p:spPr>
          <a:xfrm>
            <a:off x="803880" y="4143240"/>
            <a:ext cx="95490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rgbClr val="ff6a3d"/>
                </a:solidFill>
                <a:latin typeface="Arial"/>
                <a:ea typeface="Arial"/>
              </a:rPr>
              <a:t>SUBTITLE</a:t>
            </a:r>
            <a:r>
              <a:rPr b="1" lang="ru-RU" sz="1200" spc="97" strike="noStrike">
                <a:solidFill>
                  <a:srgbClr val="ff6a3d"/>
                </a:solidFill>
                <a:latin typeface="Arial"/>
                <a:ea typeface="Arial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803880" y="4526280"/>
            <a:ext cx="9549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</a:t>
            </a:r>
            <a:r>
              <a:rPr b="0" lang="ru-RU" sz="12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9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20" name="PIC 1"/>
          <p:cNvSpPr/>
          <p:nvPr/>
        </p:nvSpPr>
        <p:spPr>
          <a:xfrm>
            <a:off x="638280" y="1410840"/>
            <a:ext cx="10908360" cy="244764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Блок_3"/>
          <p:cNvSpPr/>
          <p:nvPr/>
        </p:nvSpPr>
        <p:spPr>
          <a:xfrm>
            <a:off x="8229600" y="2377440"/>
            <a:ext cx="3520080" cy="356580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Блок_1"/>
          <p:cNvSpPr/>
          <p:nvPr/>
        </p:nvSpPr>
        <p:spPr>
          <a:xfrm>
            <a:off x="640080" y="2377440"/>
            <a:ext cx="3520080" cy="356580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23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24" name="SUBTITLE 1"/>
          <p:cNvSpPr/>
          <p:nvPr/>
        </p:nvSpPr>
        <p:spPr>
          <a:xfrm>
            <a:off x="914400" y="249192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914400" y="3314880"/>
            <a:ext cx="29714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6" name="Блок_2"/>
          <p:cNvSpPr/>
          <p:nvPr/>
        </p:nvSpPr>
        <p:spPr>
          <a:xfrm>
            <a:off x="4434840" y="2377440"/>
            <a:ext cx="3520080" cy="356580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SUBTITLE 2"/>
          <p:cNvSpPr/>
          <p:nvPr/>
        </p:nvSpPr>
        <p:spPr>
          <a:xfrm>
            <a:off x="4709160" y="249192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28" name="TEXT 2"/>
          <p:cNvSpPr/>
          <p:nvPr/>
        </p:nvSpPr>
        <p:spPr>
          <a:xfrm>
            <a:off x="4709160" y="3314880"/>
            <a:ext cx="29714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9" name="SUBTITLE 3"/>
          <p:cNvSpPr/>
          <p:nvPr/>
        </p:nvSpPr>
        <p:spPr>
          <a:xfrm>
            <a:off x="8503920" y="249192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8503920" y="3314880"/>
            <a:ext cx="29714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1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6a3d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32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Карточка_1"/>
          <p:cNvSpPr/>
          <p:nvPr/>
        </p:nvSpPr>
        <p:spPr>
          <a:xfrm>
            <a:off x="640080" y="1458720"/>
            <a:ext cx="3520080" cy="411444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PIC 1"/>
          <p:cNvSpPr/>
          <p:nvPr/>
        </p:nvSpPr>
        <p:spPr>
          <a:xfrm>
            <a:off x="822960" y="1641600"/>
            <a:ext cx="3154320" cy="1828440"/>
          </a:xfrm>
          <a:prstGeom prst="roundRect">
            <a:avLst>
              <a:gd name="adj" fmla="val 4000"/>
            </a:avLst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5" name="SUBTITLE 1"/>
          <p:cNvSpPr/>
          <p:nvPr/>
        </p:nvSpPr>
        <p:spPr>
          <a:xfrm>
            <a:off x="822960" y="356832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822960" y="4184640"/>
            <a:ext cx="3154320" cy="11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7" name="Карточка_2"/>
          <p:cNvSpPr/>
          <p:nvPr/>
        </p:nvSpPr>
        <p:spPr>
          <a:xfrm>
            <a:off x="4434840" y="1458720"/>
            <a:ext cx="3520080" cy="411444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PIC 2"/>
          <p:cNvSpPr/>
          <p:nvPr/>
        </p:nvSpPr>
        <p:spPr>
          <a:xfrm>
            <a:off x="4617720" y="1641600"/>
            <a:ext cx="3154320" cy="1828440"/>
          </a:xfrm>
          <a:prstGeom prst="roundRect">
            <a:avLst>
              <a:gd name="adj" fmla="val 4000"/>
            </a:avLst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9" name="SUBTITLE 2"/>
          <p:cNvSpPr/>
          <p:nvPr/>
        </p:nvSpPr>
        <p:spPr>
          <a:xfrm>
            <a:off x="4617720" y="356832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0" name="TEXT 2"/>
          <p:cNvSpPr/>
          <p:nvPr/>
        </p:nvSpPr>
        <p:spPr>
          <a:xfrm>
            <a:off x="4617720" y="4184640"/>
            <a:ext cx="3154320" cy="11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1" name="Карточка_3"/>
          <p:cNvSpPr/>
          <p:nvPr/>
        </p:nvSpPr>
        <p:spPr>
          <a:xfrm>
            <a:off x="8229600" y="1458720"/>
            <a:ext cx="3520080" cy="411444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PIC 3"/>
          <p:cNvSpPr/>
          <p:nvPr/>
        </p:nvSpPr>
        <p:spPr>
          <a:xfrm>
            <a:off x="8412480" y="1641600"/>
            <a:ext cx="3154320" cy="1828440"/>
          </a:xfrm>
          <a:prstGeom prst="roundRect">
            <a:avLst>
              <a:gd name="adj" fmla="val 4000"/>
            </a:avLst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3" name="SUBTITLE 3"/>
          <p:cNvSpPr/>
          <p:nvPr/>
        </p:nvSpPr>
        <p:spPr>
          <a:xfrm>
            <a:off x="8412480" y="356832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8412480" y="4184640"/>
            <a:ext cx="3154320" cy="11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5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6a3d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46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47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IC"/>
          <p:cNvSpPr/>
          <p:nvPr/>
        </p:nvSpPr>
        <p:spPr>
          <a:xfrm>
            <a:off x="6309360" y="0"/>
            <a:ext cx="5879160" cy="6857640"/>
          </a:xfrm>
          <a:prstGeom prst="rect">
            <a:avLst/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9" name="Линия_1"/>
          <p:cNvSpPr/>
          <p:nvPr/>
        </p:nvSpPr>
        <p:spPr>
          <a:xfrm>
            <a:off x="639720" y="3424680"/>
            <a:ext cx="5347080" cy="36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SUBTITLE 2"/>
          <p:cNvSpPr/>
          <p:nvPr/>
        </p:nvSpPr>
        <p:spPr>
          <a:xfrm>
            <a:off x="1615320" y="3453120"/>
            <a:ext cx="4263840" cy="49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1" name="TEXT 2"/>
          <p:cNvSpPr/>
          <p:nvPr/>
        </p:nvSpPr>
        <p:spPr>
          <a:xfrm>
            <a:off x="1615320" y="4011840"/>
            <a:ext cx="4263840" cy="8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152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53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4" name="TITLE"/>
          <p:cNvSpPr/>
          <p:nvPr/>
        </p:nvSpPr>
        <p:spPr>
          <a:xfrm>
            <a:off x="640080" y="365760"/>
            <a:ext cx="54540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5" name="Иконка_1"/>
          <p:cNvSpPr/>
          <p:nvPr/>
        </p:nvSpPr>
        <p:spPr>
          <a:xfrm>
            <a:off x="640080" y="367632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56" name="Иконка_1_Акцент" descr="/home/claude/vistas/assets/grad_square.png"/>
          <p:cNvPicPr/>
          <p:nvPr/>
        </p:nvPicPr>
        <p:blipFill>
          <a:blip r:embed="rId2"/>
          <a:stretch/>
        </p:blipFill>
        <p:spPr>
          <a:xfrm>
            <a:off x="804600" y="38408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57" name="Линия_1"/>
          <p:cNvSpPr/>
          <p:nvPr/>
        </p:nvSpPr>
        <p:spPr>
          <a:xfrm>
            <a:off x="639720" y="1786680"/>
            <a:ext cx="5347080" cy="36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SUBTITLE 2"/>
          <p:cNvSpPr/>
          <p:nvPr/>
        </p:nvSpPr>
        <p:spPr>
          <a:xfrm>
            <a:off x="1615320" y="1815120"/>
            <a:ext cx="4263840" cy="49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9" name="TEXT 2"/>
          <p:cNvSpPr/>
          <p:nvPr/>
        </p:nvSpPr>
        <p:spPr>
          <a:xfrm>
            <a:off x="1615320" y="2373840"/>
            <a:ext cx="4263840" cy="8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0" name="Иконка_1"/>
          <p:cNvSpPr/>
          <p:nvPr/>
        </p:nvSpPr>
        <p:spPr>
          <a:xfrm>
            <a:off x="640080" y="203832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61" name="Иконка_1_Акцент" descr="/home/claude/vistas/assets/grad_square.png"/>
          <p:cNvPicPr/>
          <p:nvPr/>
        </p:nvPicPr>
        <p:blipFill>
          <a:blip r:embed="rId3"/>
          <a:stretch/>
        </p:blipFill>
        <p:spPr>
          <a:xfrm>
            <a:off x="804600" y="22028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62" name="Линия_1"/>
          <p:cNvSpPr/>
          <p:nvPr/>
        </p:nvSpPr>
        <p:spPr>
          <a:xfrm>
            <a:off x="639720" y="5069520"/>
            <a:ext cx="5347080" cy="36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SUBTITLE 2"/>
          <p:cNvSpPr/>
          <p:nvPr/>
        </p:nvSpPr>
        <p:spPr>
          <a:xfrm>
            <a:off x="1615320" y="5097960"/>
            <a:ext cx="4263840" cy="49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4" name="TEXT 2"/>
          <p:cNvSpPr/>
          <p:nvPr/>
        </p:nvSpPr>
        <p:spPr>
          <a:xfrm>
            <a:off x="1615320" y="5657040"/>
            <a:ext cx="4263840" cy="8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5" name="Иконка_1"/>
          <p:cNvSpPr/>
          <p:nvPr/>
        </p:nvSpPr>
        <p:spPr>
          <a:xfrm>
            <a:off x="640080" y="532116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66" name="Иконка_1_Акцент" descr="/home/claude/vistas/assets/grad_square.png"/>
          <p:cNvPicPr/>
          <p:nvPr/>
        </p:nvPicPr>
        <p:blipFill>
          <a:blip r:embed="rId4"/>
          <a:stretch/>
        </p:blipFill>
        <p:spPr>
          <a:xfrm>
            <a:off x="804600" y="5486040"/>
            <a:ext cx="310680" cy="310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Градиент_Фон" descr="/home/claude/vistas/assets/grad_full_diagonal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168" name="TITLE"/>
          <p:cNvSpPr/>
          <p:nvPr/>
        </p:nvSpPr>
        <p:spPr>
          <a:xfrm>
            <a:off x="822960" y="2011680"/>
            <a:ext cx="106174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</TotalTime>
  <Application>LibreOffice/7.3.7.2$Linux_X86_64 LibreOffice_project/30$Build-2</Application>
  <AppVersion>15.0000</AppVersion>
  <Words>140</Words>
  <Paragraphs>129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2026-08-10T08:45:52Z</dcterms:created>
  <dc:creator>PptxGenJS</dc:creator>
  <dc:description/>
  <dc:language>en-US</dc:language>
  <cp:lastModifiedBy/>
  <dcterms:modified xsi:type="dcterms:W3CDTF">2026-08-18T23:00:42Z</dcterms:modified>
  <cp:revision>11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Произвольный</vt:lpwstr>
  </property>
  <property fmtid="{D5CDD505-2E9C-101B-9397-08002B2CF9AE}" pid="4" name="Slides">
    <vt:i4>14</vt:i4>
  </property>
</Properties>
</file>