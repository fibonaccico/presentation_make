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3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</p:sldIdLst>
  <p:sldSz cx="12188825" cy="6858000"/>
  <p:notesSz cx="6858000" cy="12188825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416A7471-AD27-47A7-8451-03E5B3495066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92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3283542D-A97C-40F6-BBEF-0B46FF162BA2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1953610A-9709-406D-B35C-DF1145D4A5A9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234B89BB-DC7E-4FF8-91A0-407AD7F7066C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A0DEEB94-4C46-4818-A7C7-2641648BCEC1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C4633386-0FCE-439F-A694-4177A4A7BB34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120" y="273600"/>
            <a:ext cx="1096956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016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120" y="368208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016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1820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2692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12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1820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2692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45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6" name="Заголовок"/>
          <p:cNvSpPr/>
          <p:nvPr/>
        </p:nvSpPr>
        <p:spPr>
          <a:xfrm>
            <a:off x="457200" y="4027680"/>
            <a:ext cx="10287000" cy="20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4000" spc="-1" strike="noStrike">
              <a:latin typeface="Arial"/>
            </a:endParaRPr>
          </a:p>
        </p:txBody>
      </p:sp>
      <p:pic>
        <p:nvPicPr>
          <p:cNvPr id="47" name="Год_Плашка_Фон" descr="/home/claude/vistas/assets/grad_pill.png"/>
          <p:cNvPicPr/>
          <p:nvPr/>
        </p:nvPicPr>
        <p:blipFill>
          <a:blip r:embed="rId2"/>
          <a:stretch/>
        </p:blipFill>
        <p:spPr>
          <a:xfrm>
            <a:off x="457200" y="3692160"/>
            <a:ext cx="1554120" cy="172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IC"/>
          <p:cNvSpPr/>
          <p:nvPr/>
        </p:nvSpPr>
        <p:spPr>
          <a:xfrm>
            <a:off x="6492240" y="1463040"/>
            <a:ext cx="5239080" cy="4937400"/>
          </a:xfrm>
          <a:prstGeom prst="roundRect">
            <a:avLst>
              <a:gd name="adj" fmla="val 1481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pic>
        <p:nvPicPr>
          <p:cNvPr id="49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50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51" name="TextBox 10"/>
          <p:cNvSpPr/>
          <p:nvPr/>
        </p:nvSpPr>
        <p:spPr>
          <a:xfrm>
            <a:off x="640080" y="1463040"/>
            <a:ext cx="54540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SUBTITLE</a:t>
            </a:r>
            <a:r>
              <a:rPr b="1" lang="ru-RU" sz="18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2" name="TextBox 10"/>
          <p:cNvSpPr/>
          <p:nvPr/>
        </p:nvSpPr>
        <p:spPr>
          <a:xfrm>
            <a:off x="640080" y="1998720"/>
            <a:ext cx="5461200" cy="110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3" name="TextBox 10"/>
          <p:cNvSpPr/>
          <p:nvPr/>
        </p:nvSpPr>
        <p:spPr>
          <a:xfrm>
            <a:off x="636480" y="3128040"/>
            <a:ext cx="54540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SUBTITLE2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" name="TextBox 10"/>
          <p:cNvSpPr/>
          <p:nvPr/>
        </p:nvSpPr>
        <p:spPr>
          <a:xfrm>
            <a:off x="636480" y="3660840"/>
            <a:ext cx="5461200" cy="11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5" name="TextBox 10"/>
          <p:cNvSpPr/>
          <p:nvPr/>
        </p:nvSpPr>
        <p:spPr>
          <a:xfrm>
            <a:off x="636480" y="4843800"/>
            <a:ext cx="54540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SUBTITLE3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636480" y="5376600"/>
            <a:ext cx="5461200" cy="11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7" name="TITLE"/>
          <p:cNvSpPr/>
          <p:nvPr/>
        </p:nvSpPr>
        <p:spPr>
          <a:xfrm>
            <a:off x="640080" y="365760"/>
            <a:ext cx="11091240" cy="97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59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60" name="TITLE"/>
          <p:cNvSpPr/>
          <p:nvPr/>
        </p:nvSpPr>
        <p:spPr>
          <a:xfrm>
            <a:off x="640080" y="365760"/>
            <a:ext cx="10908360" cy="107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61" name="Иконка_1"/>
          <p:cNvSpPr/>
          <p:nvPr/>
        </p:nvSpPr>
        <p:spPr>
          <a:xfrm>
            <a:off x="640080" y="230904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62" name="Иконка_1_Акцент" descr="/home/claude/vistas/assets/grad_square.png"/>
          <p:cNvPicPr/>
          <p:nvPr/>
        </p:nvPicPr>
        <p:blipFill>
          <a:blip r:embed="rId2"/>
          <a:stretch/>
        </p:blipFill>
        <p:spPr>
          <a:xfrm>
            <a:off x="804600" y="247356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63" name="SUBTITLE 1"/>
          <p:cNvSpPr/>
          <p:nvPr/>
        </p:nvSpPr>
        <p:spPr>
          <a:xfrm>
            <a:off x="640080" y="3223440"/>
            <a:ext cx="333720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SUBTITLE1</a:t>
            </a:r>
            <a:endParaRPr b="0" lang="en-US" sz="1900" spc="-1" strike="noStrike">
              <a:latin typeface="Arial"/>
            </a:endParaRPr>
          </a:p>
        </p:txBody>
      </p:sp>
      <p:sp>
        <p:nvSpPr>
          <p:cNvPr id="64" name="TEXT 1"/>
          <p:cNvSpPr/>
          <p:nvPr/>
        </p:nvSpPr>
        <p:spPr>
          <a:xfrm>
            <a:off x="640080" y="4114800"/>
            <a:ext cx="31543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5" name="Иконка_2"/>
          <p:cNvSpPr/>
          <p:nvPr/>
        </p:nvSpPr>
        <p:spPr>
          <a:xfrm>
            <a:off x="4517280" y="230904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66" name="Иконка_2_Акцент" descr="/home/claude/vistas/assets/grad_square.png"/>
          <p:cNvPicPr/>
          <p:nvPr/>
        </p:nvPicPr>
        <p:blipFill>
          <a:blip r:embed="rId3"/>
          <a:stretch/>
        </p:blipFill>
        <p:spPr>
          <a:xfrm>
            <a:off x="4681800" y="247356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67" name="SUBTITLE 2"/>
          <p:cNvSpPr/>
          <p:nvPr/>
        </p:nvSpPr>
        <p:spPr>
          <a:xfrm>
            <a:off x="4517280" y="3223440"/>
            <a:ext cx="333720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SUBTITLE2</a:t>
            </a:r>
            <a:endParaRPr b="0" lang="en-US" sz="1900" spc="-1" strike="noStrike">
              <a:latin typeface="Arial"/>
            </a:endParaRPr>
          </a:p>
        </p:txBody>
      </p:sp>
      <p:sp>
        <p:nvSpPr>
          <p:cNvPr id="68" name="TEXT 2"/>
          <p:cNvSpPr/>
          <p:nvPr/>
        </p:nvSpPr>
        <p:spPr>
          <a:xfrm>
            <a:off x="4517280" y="4114800"/>
            <a:ext cx="31543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9" name="Иконка_3"/>
          <p:cNvSpPr/>
          <p:nvPr/>
        </p:nvSpPr>
        <p:spPr>
          <a:xfrm>
            <a:off x="8394120" y="230904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70" name="Иконка_3_Акцент" descr="/home/claude/vistas/assets/grad_square.png"/>
          <p:cNvPicPr/>
          <p:nvPr/>
        </p:nvPicPr>
        <p:blipFill>
          <a:blip r:embed="rId4"/>
          <a:stretch/>
        </p:blipFill>
        <p:spPr>
          <a:xfrm>
            <a:off x="8558640" y="247356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71" name="SUBTITLE 3"/>
          <p:cNvSpPr/>
          <p:nvPr/>
        </p:nvSpPr>
        <p:spPr>
          <a:xfrm>
            <a:off x="8394120" y="3223440"/>
            <a:ext cx="333720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SUBTITLE3</a:t>
            </a:r>
            <a:br>
              <a:rPr sz="1900"/>
            </a:br>
            <a:endParaRPr b="0" lang="en-US" sz="1900" spc="-1" strike="noStrike">
              <a:latin typeface="Arial"/>
            </a:endParaRPr>
          </a:p>
        </p:txBody>
      </p:sp>
      <p:sp>
        <p:nvSpPr>
          <p:cNvPr id="72" name="TEXT 3"/>
          <p:cNvSpPr/>
          <p:nvPr/>
        </p:nvSpPr>
        <p:spPr>
          <a:xfrm>
            <a:off x="8394120" y="4114800"/>
            <a:ext cx="31543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74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75" name="Карточка_1"/>
          <p:cNvSpPr/>
          <p:nvPr/>
        </p:nvSpPr>
        <p:spPr>
          <a:xfrm>
            <a:off x="640080" y="1607760"/>
            <a:ext cx="3520080" cy="397728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6" name="PIC 1"/>
          <p:cNvSpPr/>
          <p:nvPr/>
        </p:nvSpPr>
        <p:spPr>
          <a:xfrm>
            <a:off x="822960" y="1790640"/>
            <a:ext cx="3154320" cy="1554120"/>
          </a:xfrm>
          <a:prstGeom prst="roundRect">
            <a:avLst>
              <a:gd name="adj" fmla="val 4706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77" name="SUBTITLE 1"/>
          <p:cNvSpPr/>
          <p:nvPr/>
        </p:nvSpPr>
        <p:spPr>
          <a:xfrm>
            <a:off x="822960" y="3429000"/>
            <a:ext cx="3154320" cy="75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SUBTITLE</a:t>
            </a:r>
            <a:r>
              <a:rPr b="1" lang="ru-RU" sz="150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 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78" name="TEXT 1"/>
          <p:cNvSpPr/>
          <p:nvPr/>
        </p:nvSpPr>
        <p:spPr>
          <a:xfrm>
            <a:off x="822960" y="4293000"/>
            <a:ext cx="315432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79" name="Карточка_2"/>
          <p:cNvSpPr/>
          <p:nvPr/>
        </p:nvSpPr>
        <p:spPr>
          <a:xfrm>
            <a:off x="4434840" y="1607760"/>
            <a:ext cx="3520080" cy="397728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" name="PIC 2"/>
          <p:cNvSpPr/>
          <p:nvPr/>
        </p:nvSpPr>
        <p:spPr>
          <a:xfrm>
            <a:off x="4617720" y="1790640"/>
            <a:ext cx="3154320" cy="1554120"/>
          </a:xfrm>
          <a:prstGeom prst="roundRect">
            <a:avLst>
              <a:gd name="adj" fmla="val 4706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1" name="SUBTITLE 2"/>
          <p:cNvSpPr/>
          <p:nvPr/>
        </p:nvSpPr>
        <p:spPr>
          <a:xfrm>
            <a:off x="4617720" y="3429000"/>
            <a:ext cx="3154320" cy="75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SUBTITLE2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82" name="TEXT 2"/>
          <p:cNvSpPr/>
          <p:nvPr/>
        </p:nvSpPr>
        <p:spPr>
          <a:xfrm>
            <a:off x="4617720" y="4293000"/>
            <a:ext cx="315432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3" name="Карточка_3"/>
          <p:cNvSpPr/>
          <p:nvPr/>
        </p:nvSpPr>
        <p:spPr>
          <a:xfrm>
            <a:off x="8229600" y="1607760"/>
            <a:ext cx="3520080" cy="397728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4" name="PIC 3"/>
          <p:cNvSpPr/>
          <p:nvPr/>
        </p:nvSpPr>
        <p:spPr>
          <a:xfrm>
            <a:off x="8412480" y="1790640"/>
            <a:ext cx="3154320" cy="1554120"/>
          </a:xfrm>
          <a:prstGeom prst="roundRect">
            <a:avLst>
              <a:gd name="adj" fmla="val 4706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5" name="SUBTITLE 3"/>
          <p:cNvSpPr/>
          <p:nvPr/>
        </p:nvSpPr>
        <p:spPr>
          <a:xfrm>
            <a:off x="8412480" y="3429000"/>
            <a:ext cx="3154320" cy="75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SUBTITLE3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86" name="TEXT 3"/>
          <p:cNvSpPr/>
          <p:nvPr/>
        </p:nvSpPr>
        <p:spPr>
          <a:xfrm>
            <a:off x="8412480" y="4293000"/>
            <a:ext cx="315432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7" name="TITLE"/>
          <p:cNvSpPr/>
          <p:nvPr/>
        </p:nvSpPr>
        <p:spPr>
          <a:xfrm>
            <a:off x="640080" y="365760"/>
            <a:ext cx="10908360" cy="10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Градиент_Фон" descr="/home/claude/vistas/assets/grad_full_diagonal.png"/>
          <p:cNvPicPr/>
          <p:nvPr/>
        </p:nvPicPr>
        <p:blipFill>
          <a:blip r:embed="rId1"/>
          <a:stretch/>
        </p:blipFill>
        <p:spPr>
          <a:xfrm>
            <a:off x="0" y="0"/>
            <a:ext cx="12188520" cy="6857640"/>
          </a:xfrm>
          <a:prstGeom prst="rect">
            <a:avLst/>
          </a:prstGeom>
          <a:ln w="0">
            <a:noFill/>
          </a:ln>
        </p:spPr>
      </p:pic>
      <p:sp>
        <p:nvSpPr>
          <p:cNvPr id="89" name="TITLE"/>
          <p:cNvSpPr/>
          <p:nvPr/>
        </p:nvSpPr>
        <p:spPr>
          <a:xfrm>
            <a:off x="822960" y="2011680"/>
            <a:ext cx="1061748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5000"/>
              </a:lnSpc>
              <a:buNone/>
              <a:tabLst>
                <a:tab algn="l" pos="0"/>
              </a:tabLst>
            </a:pPr>
            <a:r>
              <a:rPr b="1" lang="en-US" sz="54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5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188</TotalTime>
  <Application>LibreOffice/7.3.7.2$Linux_X86_64 LibreOffice_project/30$Build-2</Application>
  <AppVersion>15.0000</AppVersion>
  <Words>43</Words>
  <Paragraphs>37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2026-08-10T08:45:52Z</dcterms:created>
  <dc:creator>PptxGenJS</dc:creator>
  <dc:description/>
  <dc:language>en-US</dc:language>
  <cp:lastModifiedBy/>
  <dcterms:modified xsi:type="dcterms:W3CDTF">2026-08-11T12:34:24Z</dcterms:modified>
  <cp:revision>17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5</vt:i4>
  </property>
  <property fmtid="{D5CDD505-2E9C-101B-9397-08002B2CF9AE}" pid="3" name="PresentationFormat">
    <vt:lpwstr>Произвольный</vt:lpwstr>
  </property>
  <property fmtid="{D5CDD505-2E9C-101B-9397-08002B2CF9AE}" pid="4" name="Slides">
    <vt:i4>5</vt:i4>
  </property>
</Properties>
</file>