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</a:t>
            </a:r>
            <a:r>
              <a:rPr b="0" lang="en-US" sz="2000" spc="-1" strike="noStrike">
                <a:latin typeface="Arial"/>
              </a:rPr>
              <a:t>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4D966F6-704F-4250-BDD5-CF98230A4A0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BAA52A07-7812-4083-981D-7636321D3D0A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07C940AB-24D3-4BDD-BED7-66C0C6CB344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075EDE6E-390B-49D0-8150-418C6C07F019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74A6562A-9DBC-43E2-9880-C620051C3EB4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lstStyle>
            <a:lvl1pPr>
              <a:lnSpc>
                <a:spcPct val="100000"/>
              </a:lnSpc>
              <a:buNone/>
              <a:defRPr b="0" lang="en-US" sz="18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fld id="{A2801CA5-C27E-4946-9ED1-488818863D98}" type="slidenum">
              <a:rPr b="0" lang="en-US" sz="18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45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6" name="Заголовок"/>
          <p:cNvSpPr/>
          <p:nvPr/>
        </p:nvSpPr>
        <p:spPr>
          <a:xfrm>
            <a:off x="457200" y="4027680"/>
            <a:ext cx="10928880" cy="20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4800" spc="-1" strike="noStrike">
              <a:latin typeface="Arial"/>
            </a:endParaRPr>
          </a:p>
        </p:txBody>
      </p:sp>
      <p:pic>
        <p:nvPicPr>
          <p:cNvPr id="47" name="Год_Плашка_Фон" descr="/home/claude/vistas/assets/grad_pill.png"/>
          <p:cNvPicPr/>
          <p:nvPr/>
        </p:nvPicPr>
        <p:blipFill>
          <a:blip r:embed="rId2"/>
          <a:stretch/>
        </p:blipFill>
        <p:spPr>
          <a:xfrm>
            <a:off x="457200" y="3692160"/>
            <a:ext cx="1554120" cy="17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"/>
          <p:cNvSpPr/>
          <p:nvPr/>
        </p:nvSpPr>
        <p:spPr>
          <a:xfrm>
            <a:off x="6492240" y="1463040"/>
            <a:ext cx="5239080" cy="4937400"/>
          </a:xfrm>
          <a:prstGeom prst="roundRect">
            <a:avLst>
              <a:gd name="adj" fmla="val 1481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9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0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640080" y="1463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1" lang="ru-RU" sz="18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640080" y="1998720"/>
            <a:ext cx="5461200" cy="110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" name="TextBox 10"/>
          <p:cNvSpPr/>
          <p:nvPr/>
        </p:nvSpPr>
        <p:spPr>
          <a:xfrm>
            <a:off x="636480" y="312804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636480" y="3660840"/>
            <a:ext cx="5461200" cy="11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636480" y="4843800"/>
            <a:ext cx="54540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636480" y="5376600"/>
            <a:ext cx="5461200" cy="11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ITLE"/>
          <p:cNvSpPr/>
          <p:nvPr/>
        </p:nvSpPr>
        <p:spPr>
          <a:xfrm>
            <a:off x="640080" y="365760"/>
            <a:ext cx="11091240" cy="9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59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60" name="TITLE"/>
          <p:cNvSpPr/>
          <p:nvPr/>
        </p:nvSpPr>
        <p:spPr>
          <a:xfrm>
            <a:off x="640080" y="365760"/>
            <a:ext cx="10908360" cy="10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61" name="Иконка_1"/>
          <p:cNvSpPr/>
          <p:nvPr/>
        </p:nvSpPr>
        <p:spPr>
          <a:xfrm>
            <a:off x="6400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2" name="Иконка_1_Акцент" descr="/home/claude/vistas/assets/grad_square.png"/>
          <p:cNvPicPr/>
          <p:nvPr/>
        </p:nvPicPr>
        <p:blipFill>
          <a:blip r:embed="rId2"/>
          <a:stretch/>
        </p:blipFill>
        <p:spPr>
          <a:xfrm>
            <a:off x="8046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3" name="SUBTITLE 1"/>
          <p:cNvSpPr/>
          <p:nvPr/>
        </p:nvSpPr>
        <p:spPr>
          <a:xfrm>
            <a:off x="6400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SUBTITLE1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6400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5" name="Иконка_2"/>
          <p:cNvSpPr/>
          <p:nvPr/>
        </p:nvSpPr>
        <p:spPr>
          <a:xfrm>
            <a:off x="451728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6" name="Иконка_2_Акцент" descr="/home/claude/vistas/assets/grad_square.png"/>
          <p:cNvPicPr/>
          <p:nvPr/>
        </p:nvPicPr>
        <p:blipFill>
          <a:blip r:embed="rId3"/>
          <a:stretch/>
        </p:blipFill>
        <p:spPr>
          <a:xfrm>
            <a:off x="468180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67" name="SUBTITLE 2"/>
          <p:cNvSpPr/>
          <p:nvPr/>
        </p:nvSpPr>
        <p:spPr>
          <a:xfrm>
            <a:off x="451728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451728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9" name="Иконка_3"/>
          <p:cNvSpPr/>
          <p:nvPr/>
        </p:nvSpPr>
        <p:spPr>
          <a:xfrm>
            <a:off x="8394120" y="2309040"/>
            <a:ext cx="639720" cy="639720"/>
          </a:xfrm>
          <a:prstGeom prst="roundRect">
            <a:avLst>
              <a:gd name="adj" fmla="val 20000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0" name="Иконка_3_Акцент" descr="/home/claude/vistas/assets/grad_square.png"/>
          <p:cNvPicPr/>
          <p:nvPr/>
        </p:nvPicPr>
        <p:blipFill>
          <a:blip r:embed="rId4"/>
          <a:stretch/>
        </p:blipFill>
        <p:spPr>
          <a:xfrm>
            <a:off x="8558640" y="247356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71" name="SUBTITLE 3"/>
          <p:cNvSpPr/>
          <p:nvPr/>
        </p:nvSpPr>
        <p:spPr>
          <a:xfrm>
            <a:off x="8394120" y="3223440"/>
            <a:ext cx="3337200" cy="89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br>
              <a:rPr sz="1900"/>
            </a:br>
            <a:endParaRPr b="0" lang="en-US" sz="1900" spc="-1" strike="noStrike"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8394120" y="4114800"/>
            <a:ext cx="315432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Кнопка_Навигация_Фон" descr="/home/claude/vistas/assets/grad_circle.png"/>
          <p:cNvPicPr/>
          <p:nvPr/>
        </p:nvPicPr>
        <p:blipFill>
          <a:blip r:embed="rId1"/>
          <a:stretch/>
        </p:blipFill>
        <p:spPr>
          <a:xfrm>
            <a:off x="11228760" y="58978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74" name="Кнопка_Навигация_Стрелка"/>
          <p:cNvSpPr/>
          <p:nvPr/>
        </p:nvSpPr>
        <p:spPr>
          <a:xfrm>
            <a:off x="11228760" y="5897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→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5" name="Карточка_1"/>
          <p:cNvSpPr/>
          <p:nvPr/>
        </p:nvSpPr>
        <p:spPr>
          <a:xfrm>
            <a:off x="64008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PIC 1"/>
          <p:cNvSpPr/>
          <p:nvPr/>
        </p:nvSpPr>
        <p:spPr>
          <a:xfrm>
            <a:off x="82296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7" name="SUBTITLE 1"/>
          <p:cNvSpPr/>
          <p:nvPr/>
        </p:nvSpPr>
        <p:spPr>
          <a:xfrm>
            <a:off x="82296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</a:t>
            </a:r>
            <a:r>
              <a:rPr b="1" lang="ru-RU" sz="15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 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82296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9" name="Карточка_2"/>
          <p:cNvSpPr/>
          <p:nvPr/>
        </p:nvSpPr>
        <p:spPr>
          <a:xfrm>
            <a:off x="443484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PIC 2"/>
          <p:cNvSpPr/>
          <p:nvPr/>
        </p:nvSpPr>
        <p:spPr>
          <a:xfrm>
            <a:off x="461772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SUBTITLE 2"/>
          <p:cNvSpPr/>
          <p:nvPr/>
        </p:nvSpPr>
        <p:spPr>
          <a:xfrm>
            <a:off x="461772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SUBTITLE2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461772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3" name="Карточка_3"/>
          <p:cNvSpPr/>
          <p:nvPr/>
        </p:nvSpPr>
        <p:spPr>
          <a:xfrm>
            <a:off x="8229600" y="1607760"/>
            <a:ext cx="3520080" cy="3977280"/>
          </a:xfrm>
          <a:prstGeom prst="roundRect">
            <a:avLst>
              <a:gd name="adj" fmla="val 2078"/>
            </a:avLst>
          </a:prstGeom>
          <a:solidFill>
            <a:srgbClr val="161616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PIC 3"/>
          <p:cNvSpPr/>
          <p:nvPr/>
        </p:nvSpPr>
        <p:spPr>
          <a:xfrm>
            <a:off x="8412480" y="1790640"/>
            <a:ext cx="3154320" cy="1554120"/>
          </a:xfrm>
          <a:prstGeom prst="roundRect">
            <a:avLst>
              <a:gd name="adj" fmla="val 4706"/>
            </a:avLst>
          </a:prstGeom>
          <a:solidFill>
            <a:schemeClr val="bg1">
              <a:lumMod val="85000"/>
            </a:schemeClr>
          </a:solidFill>
          <a:ln w="9525">
            <a:solidFill>
              <a:srgbClr val="6e6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5" name="SUBTITLE 3"/>
          <p:cNvSpPr/>
          <p:nvPr/>
        </p:nvSpPr>
        <p:spPr>
          <a:xfrm>
            <a:off x="8412480" y="3429000"/>
            <a:ext cx="3154320" cy="75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SUBTITLE3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8412480" y="4293000"/>
            <a:ext cx="31543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7b7b7"/>
                </a:solidFill>
                <a:latin typeface="Arial"/>
                <a:ea typeface="Arial"/>
              </a:rPr>
              <a:t>TEXT3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7" name="TITLE"/>
          <p:cNvSpPr/>
          <p:nvPr/>
        </p:nvSpPr>
        <p:spPr>
          <a:xfrm>
            <a:off x="640080" y="365760"/>
            <a:ext cx="10908360" cy="10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2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Градиент_Фон" descr="/home/claude/vistas/assets/grad_full_diagonal.png"/>
          <p:cNvPicPr/>
          <p:nvPr/>
        </p:nvPicPr>
        <p:blipFill>
          <a:blip r:embed="rId1"/>
          <a:stretch/>
        </p:blipFill>
        <p:spPr>
          <a:xfrm>
            <a:off x="0" y="0"/>
            <a:ext cx="12188520" cy="6857640"/>
          </a:xfrm>
          <a:prstGeom prst="rect">
            <a:avLst/>
          </a:prstGeom>
          <a:ln w="0">
            <a:noFill/>
          </a:ln>
        </p:spPr>
      </p:pic>
      <p:sp>
        <p:nvSpPr>
          <p:cNvPr id="89" name="TITLE"/>
          <p:cNvSpPr/>
          <p:nvPr/>
        </p:nvSpPr>
        <p:spPr>
          <a:xfrm>
            <a:off x="822960" y="2011680"/>
            <a:ext cx="10617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  <a:ea typeface="Arial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Application>LibreOffice/7.3.7.2$Linux_X86_64 LibreOffice_project/30$Build-2</Application>
  <AppVersion>15.0000</AppVersion>
  <Words>140</Words>
  <Paragraphs>129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2026-08-10T08:45:52Z</dcterms:created>
  <dc:creator>PptxGenJS</dc:creator>
  <dc:description/>
  <dc:language>en-US</dc:language>
  <cp:lastModifiedBy/>
  <dcterms:modified xsi:type="dcterms:W3CDTF">2026-08-18T23:01:49Z</dcterms:modified>
  <cp:revision>17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Произвольный</vt:lpwstr>
  </property>
  <property fmtid="{D5CDD505-2E9C-101B-9397-08002B2CF9AE}" pid="4" name="Slides">
    <vt:i4>14</vt:i4>
  </property>
</Properties>
</file>