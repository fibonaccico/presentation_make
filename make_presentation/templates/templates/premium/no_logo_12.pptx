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19.png" ContentType="image/png"/>
  <Override PartName="/ppt/media/image1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3DA04E94-EBC8-419D-9973-D680BF004D3F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C88EFE2C-5E17-4189-854E-59A79973653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D080FA15-ECDA-479B-B8B7-FF5C1CF1D9D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646B2BC3-EAD5-41BE-BE8A-41B8629E94E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303A6874-B20A-4E4A-94EE-2F422630F24C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8DEEAE9F-9394-4BAF-ADBE-896F0FF9D2A4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DDA2CC73-4ABD-45E4-8705-0FC128347371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EEACB9FA-95D4-4966-9278-F5791931E84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451C0AD3-9B99-4D92-89D2-E75F9D1A89F9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C75E96B5-07D5-4B8F-8FCD-6EAAE45540C4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6673313-77F9-4606-A6B1-2812145A6D24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E87E46B9-1583-4C93-A2B1-18606FF4D60E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F1676EB-B813-49A2-BAE1-75C15C000AB2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515600" cy="21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9000" cy="68576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600" cy="19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600" cy="50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60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88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8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0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SUBTITLE 1"/>
          <p:cNvSpPr/>
          <p:nvPr/>
        </p:nvSpPr>
        <p:spPr>
          <a:xfrm>
            <a:off x="6400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400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Разделитель_1"/>
          <p:cNvSpPr/>
          <p:nvPr/>
        </p:nvSpPr>
        <p:spPr>
          <a:xfrm>
            <a:off x="4069080" y="2468880"/>
            <a:ext cx="360" cy="25491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UBTITLE 2"/>
          <p:cNvSpPr/>
          <p:nvPr/>
        </p:nvSpPr>
        <p:spPr>
          <a:xfrm>
            <a:off x="45172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172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Разделитель_2"/>
          <p:cNvSpPr/>
          <p:nvPr/>
        </p:nvSpPr>
        <p:spPr>
          <a:xfrm>
            <a:off x="7945920" y="2468520"/>
            <a:ext cx="360" cy="254952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UBTITLE 3"/>
          <p:cNvSpPr/>
          <p:nvPr/>
        </p:nvSpPr>
        <p:spPr>
          <a:xfrm>
            <a:off x="839412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39412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Затемнение"/>
          <p:cNvSpPr/>
          <p:nvPr/>
        </p:nvSpPr>
        <p:spPr>
          <a:xfrm>
            <a:off x="0" y="1364040"/>
            <a:ext cx="12188520" cy="552960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Чип_1"/>
          <p:cNvSpPr/>
          <p:nvPr/>
        </p:nvSpPr>
        <p:spPr>
          <a:xfrm>
            <a:off x="47448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UBTITLE 2"/>
          <p:cNvSpPr/>
          <p:nvPr/>
        </p:nvSpPr>
        <p:spPr>
          <a:xfrm>
            <a:off x="63936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63936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1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1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16" name="Чип_1"/>
          <p:cNvSpPr/>
          <p:nvPr/>
        </p:nvSpPr>
        <p:spPr>
          <a:xfrm>
            <a:off x="567756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UBTITLE 2"/>
          <p:cNvSpPr/>
          <p:nvPr/>
        </p:nvSpPr>
        <p:spPr>
          <a:xfrm>
            <a:off x="584208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584208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Чип_1"/>
          <p:cNvSpPr/>
          <p:nvPr/>
        </p:nvSpPr>
        <p:spPr>
          <a:xfrm>
            <a:off x="474480" y="4143240"/>
            <a:ext cx="9876960" cy="97704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SUBTITLE 2"/>
          <p:cNvSpPr/>
          <p:nvPr/>
        </p:nvSpPr>
        <p:spPr>
          <a:xfrm>
            <a:off x="639360" y="4143240"/>
            <a:ext cx="95490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639360" y="4526280"/>
            <a:ext cx="9549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2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Блок_3"/>
          <p:cNvSpPr/>
          <p:nvPr/>
        </p:nvSpPr>
        <p:spPr>
          <a:xfrm>
            <a:off x="822960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Блок_1"/>
          <p:cNvSpPr/>
          <p:nvPr/>
        </p:nvSpPr>
        <p:spPr>
          <a:xfrm>
            <a:off x="64008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25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26" name="SUBTITLE 1"/>
          <p:cNvSpPr/>
          <p:nvPr/>
        </p:nvSpPr>
        <p:spPr>
          <a:xfrm>
            <a:off x="91440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91440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Блок_2"/>
          <p:cNvSpPr/>
          <p:nvPr/>
        </p:nvSpPr>
        <p:spPr>
          <a:xfrm>
            <a:off x="443484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UBTITLE 2"/>
          <p:cNvSpPr/>
          <p:nvPr/>
        </p:nvSpPr>
        <p:spPr>
          <a:xfrm>
            <a:off x="470916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470916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SUBTITLE 3"/>
          <p:cNvSpPr/>
          <p:nvPr/>
        </p:nvSpPr>
        <p:spPr>
          <a:xfrm>
            <a:off x="850392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850392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3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Карточка_1"/>
          <p:cNvSpPr/>
          <p:nvPr/>
        </p:nvSpPr>
        <p:spPr>
          <a:xfrm>
            <a:off x="64008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PIC 1"/>
          <p:cNvSpPr/>
          <p:nvPr/>
        </p:nvSpPr>
        <p:spPr>
          <a:xfrm>
            <a:off x="82296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SUBTITLE 1"/>
          <p:cNvSpPr/>
          <p:nvPr/>
        </p:nvSpPr>
        <p:spPr>
          <a:xfrm>
            <a:off x="82296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82296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9" name="Карточка_2"/>
          <p:cNvSpPr/>
          <p:nvPr/>
        </p:nvSpPr>
        <p:spPr>
          <a:xfrm>
            <a:off x="443484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PIC 2"/>
          <p:cNvSpPr/>
          <p:nvPr/>
        </p:nvSpPr>
        <p:spPr>
          <a:xfrm>
            <a:off x="461772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1" name="SUBTITLE 2"/>
          <p:cNvSpPr/>
          <p:nvPr/>
        </p:nvSpPr>
        <p:spPr>
          <a:xfrm>
            <a:off x="461772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2" name="TEXT 2"/>
          <p:cNvSpPr/>
          <p:nvPr/>
        </p:nvSpPr>
        <p:spPr>
          <a:xfrm>
            <a:off x="461772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3" name="Карточка_3"/>
          <p:cNvSpPr/>
          <p:nvPr/>
        </p:nvSpPr>
        <p:spPr>
          <a:xfrm>
            <a:off x="822960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PIC 3"/>
          <p:cNvSpPr/>
          <p:nvPr/>
        </p:nvSpPr>
        <p:spPr>
          <a:xfrm>
            <a:off x="841248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5" name="SUBTITLE 3"/>
          <p:cNvSpPr/>
          <p:nvPr/>
        </p:nvSpPr>
        <p:spPr>
          <a:xfrm>
            <a:off x="841248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841248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14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4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"/>
          <p:cNvSpPr/>
          <p:nvPr/>
        </p:nvSpPr>
        <p:spPr>
          <a:xfrm>
            <a:off x="6309360" y="0"/>
            <a:ext cx="5879160" cy="6857640"/>
          </a:xfrm>
          <a:prstGeom prst="rect">
            <a:avLst/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1" name="Линия_1"/>
          <p:cNvSpPr/>
          <p:nvPr/>
        </p:nvSpPr>
        <p:spPr>
          <a:xfrm>
            <a:off x="639720" y="3424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SUBTITLE 2"/>
          <p:cNvSpPr/>
          <p:nvPr/>
        </p:nvSpPr>
        <p:spPr>
          <a:xfrm>
            <a:off x="1615320" y="3453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1615320" y="4011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15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5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6" name="TITLE"/>
          <p:cNvSpPr/>
          <p:nvPr/>
        </p:nvSpPr>
        <p:spPr>
          <a:xfrm>
            <a:off x="640080" y="365760"/>
            <a:ext cx="54540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57" name="Иконка_1"/>
          <p:cNvSpPr/>
          <p:nvPr/>
        </p:nvSpPr>
        <p:spPr>
          <a:xfrm>
            <a:off x="640080" y="3676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58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384084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159" name="Линия_1"/>
          <p:cNvSpPr/>
          <p:nvPr/>
        </p:nvSpPr>
        <p:spPr>
          <a:xfrm>
            <a:off x="639720" y="1786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SUBTITLE 2"/>
          <p:cNvSpPr/>
          <p:nvPr/>
        </p:nvSpPr>
        <p:spPr>
          <a:xfrm>
            <a:off x="1615320" y="1815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1615320" y="2373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2" name="Иконка_1"/>
          <p:cNvSpPr/>
          <p:nvPr/>
        </p:nvSpPr>
        <p:spPr>
          <a:xfrm>
            <a:off x="640080" y="2038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3" name="Иконка_1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804600" y="220284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164" name="Линия_1"/>
          <p:cNvSpPr/>
          <p:nvPr/>
        </p:nvSpPr>
        <p:spPr>
          <a:xfrm>
            <a:off x="639720" y="506952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SUBTITLE 2"/>
          <p:cNvSpPr/>
          <p:nvPr/>
        </p:nvSpPr>
        <p:spPr>
          <a:xfrm>
            <a:off x="1615320" y="509796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1615320" y="56570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7" name="Иконка_1"/>
          <p:cNvSpPr/>
          <p:nvPr/>
        </p:nvSpPr>
        <p:spPr>
          <a:xfrm>
            <a:off x="640080" y="532116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8" name="Иконка_1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04600" y="5486040"/>
            <a:ext cx="310680" cy="310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IC"/>
          <p:cNvSpPr/>
          <p:nvPr/>
        </p:nvSpPr>
        <p:spPr>
          <a:xfrm>
            <a:off x="0" y="0"/>
            <a:ext cx="12188520" cy="3748680"/>
          </a:xfrm>
          <a:prstGeom prst="rect">
            <a:avLst/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70" name="TITLE"/>
          <p:cNvSpPr/>
          <p:nvPr/>
        </p:nvSpPr>
        <p:spPr>
          <a:xfrm>
            <a:off x="644760" y="3982320"/>
            <a:ext cx="10835280" cy="9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71" name="SUBTITLE 1"/>
          <p:cNvSpPr/>
          <p:nvPr/>
        </p:nvSpPr>
        <p:spPr>
          <a:xfrm>
            <a:off x="644760" y="5116320"/>
            <a:ext cx="43246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644760" y="5630760"/>
            <a:ext cx="4324680" cy="9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8a8a8a"/>
                </a:solidFill>
                <a:latin typeface="Arial"/>
                <a:ea typeface="Arial"/>
              </a:rPr>
              <a:t>TEXT</a:t>
            </a:r>
            <a:r>
              <a:rPr b="0" lang="ru-RU" sz="1300" spc="-1" strike="noStrike">
                <a:solidFill>
                  <a:srgbClr val="8a8a8a"/>
                </a:solidFill>
                <a:latin typeface="Arial"/>
                <a:ea typeface="Arial"/>
              </a:rPr>
              <a:t>1</a:t>
            </a:r>
            <a:r>
              <a:rPr b="0" lang="en-US" sz="1300" spc="-1" strike="noStrike">
                <a:solidFill>
                  <a:srgbClr val="8a8a8a"/>
                </a:solidFill>
                <a:latin typeface="Arial"/>
                <a:ea typeface="Arial"/>
              </a:rPr>
              <a:t> 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3" name="SUBTITLE 2"/>
          <p:cNvSpPr/>
          <p:nvPr/>
        </p:nvSpPr>
        <p:spPr>
          <a:xfrm>
            <a:off x="5347800" y="5116320"/>
            <a:ext cx="30340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5347800" y="5697000"/>
            <a:ext cx="3034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5" name="SUBTITLE 2"/>
          <p:cNvSpPr/>
          <p:nvPr/>
        </p:nvSpPr>
        <p:spPr>
          <a:xfrm>
            <a:off x="8768160" y="5050080"/>
            <a:ext cx="30340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8768160" y="5630760"/>
            <a:ext cx="3034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178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209</TotalTime>
  <Application>LibreOffice/7.3.7.2$Linux_X86_64 LibreOffice_project/30$Build-2</Application>
  <AppVersion>15.0000</AppVersion>
  <Words>117</Words>
  <Paragraphs>106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2026-08-11T12:29:40Z</dcterms:modified>
  <cp:revision>9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Произвольный</vt:lpwstr>
  </property>
  <property fmtid="{D5CDD505-2E9C-101B-9397-08002B2CF9AE}" pid="4" name="Slides">
    <vt:i4>12</vt:i4>
  </property>
</Properties>
</file>