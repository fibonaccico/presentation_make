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9.png" ContentType="image/png"/>
  <Override PartName="/ppt/media/image13.png" ContentType="image/png"/>
  <Override PartName="/ppt/media/image8.png" ContentType="image/png"/>
  <Override PartName="/ppt/media/image12.png" ContentType="image/png"/>
  <Override PartName="/ppt/media/image7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88825" cy="6858000"/>
  <p:notesSz cx="6858000" cy="12188825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8ADB8B57-A834-4DF9-B99A-5C92F9A824B4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361D20BC-94BC-4872-B838-66D25A78C9A5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AE533D93-3609-4FD3-9899-14F4C367D963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B458D30E-5173-4C48-A705-88FD3720494E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4B7C8164-E305-4ABC-B482-EBCC95650718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23FEC2E1-9748-4BF5-A82D-5EA404EAE8E2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6D277738-B078-41C1-9D7E-7EF79088560C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04A8C869-4A00-41AF-A783-E2A60E089E4A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AF35B16E-347A-48E7-9AE9-59CCA51E0C00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828C2E03-D853-4219-8E5A-059D098132E7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8DF83944-FEAE-4CE8-BD49-7E71CF2F2F74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E111D2CD-5B20-4F25-A638-EE7BB0F5079A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CC41A3D5-AA62-4D4E-A4F8-6D470D90F87E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120" y="273600"/>
            <a:ext cx="1096956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016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120" y="368208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016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820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692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12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820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692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45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6" name="Заголовок"/>
          <p:cNvSpPr/>
          <p:nvPr/>
        </p:nvSpPr>
        <p:spPr>
          <a:xfrm>
            <a:off x="457200" y="4027680"/>
            <a:ext cx="10928880" cy="203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4800" spc="-1" strike="noStrike">
              <a:latin typeface="Arial"/>
            </a:endParaRPr>
          </a:p>
        </p:txBody>
      </p:sp>
      <p:pic>
        <p:nvPicPr>
          <p:cNvPr id="47" name="Год_Плашка_Фон" descr="/home/claude/vistas/assets/grad_pill.png"/>
          <p:cNvPicPr/>
          <p:nvPr/>
        </p:nvPicPr>
        <p:blipFill>
          <a:blip r:embed="rId2"/>
          <a:stretch/>
        </p:blipFill>
        <p:spPr>
          <a:xfrm>
            <a:off x="457200" y="3692160"/>
            <a:ext cx="1554120" cy="172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IC"/>
          <p:cNvSpPr/>
          <p:nvPr/>
        </p:nvSpPr>
        <p:spPr>
          <a:xfrm>
            <a:off x="6492240" y="1463040"/>
            <a:ext cx="5239080" cy="4937400"/>
          </a:xfrm>
          <a:prstGeom prst="roundRect">
            <a:avLst>
              <a:gd name="adj" fmla="val 1481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49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50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51" name="TextBox 10"/>
          <p:cNvSpPr/>
          <p:nvPr/>
        </p:nvSpPr>
        <p:spPr>
          <a:xfrm>
            <a:off x="640080" y="1463040"/>
            <a:ext cx="545400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SUBTITLE</a:t>
            </a:r>
            <a:r>
              <a:rPr b="1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2" name="TextBox 10"/>
          <p:cNvSpPr/>
          <p:nvPr/>
        </p:nvSpPr>
        <p:spPr>
          <a:xfrm>
            <a:off x="640080" y="1998720"/>
            <a:ext cx="5461200" cy="110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3" name="TextBox 10"/>
          <p:cNvSpPr/>
          <p:nvPr/>
        </p:nvSpPr>
        <p:spPr>
          <a:xfrm>
            <a:off x="636480" y="3128040"/>
            <a:ext cx="545400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SUBTITLE2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4" name="TextBox 10"/>
          <p:cNvSpPr/>
          <p:nvPr/>
        </p:nvSpPr>
        <p:spPr>
          <a:xfrm>
            <a:off x="636480" y="3660840"/>
            <a:ext cx="5461200" cy="11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5" name="TextBox 10"/>
          <p:cNvSpPr/>
          <p:nvPr/>
        </p:nvSpPr>
        <p:spPr>
          <a:xfrm>
            <a:off x="636480" y="4843800"/>
            <a:ext cx="545400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SUBTITLE3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6" name="TextBox 10"/>
          <p:cNvSpPr/>
          <p:nvPr/>
        </p:nvSpPr>
        <p:spPr>
          <a:xfrm>
            <a:off x="636480" y="5376600"/>
            <a:ext cx="5461200" cy="11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7" name="TITLE"/>
          <p:cNvSpPr/>
          <p:nvPr/>
        </p:nvSpPr>
        <p:spPr>
          <a:xfrm>
            <a:off x="640080" y="365760"/>
            <a:ext cx="11091240" cy="97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59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60" name="TITLE"/>
          <p:cNvSpPr/>
          <p:nvPr/>
        </p:nvSpPr>
        <p:spPr>
          <a:xfrm>
            <a:off x="640080" y="365760"/>
            <a:ext cx="10908360" cy="107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61" name="Иконка_1"/>
          <p:cNvSpPr/>
          <p:nvPr/>
        </p:nvSpPr>
        <p:spPr>
          <a:xfrm>
            <a:off x="640080" y="2309040"/>
            <a:ext cx="639720" cy="639720"/>
          </a:xfrm>
          <a:prstGeom prst="roundRect">
            <a:avLst>
              <a:gd name="adj" fmla="val 20000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62" name="Иконка_1_Акцент" descr="/home/claude/vistas/assets/grad_square.png"/>
          <p:cNvPicPr/>
          <p:nvPr/>
        </p:nvPicPr>
        <p:blipFill>
          <a:blip r:embed="rId2"/>
          <a:stretch/>
        </p:blipFill>
        <p:spPr>
          <a:xfrm>
            <a:off x="804600" y="247356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63" name="SUBTITLE 1"/>
          <p:cNvSpPr/>
          <p:nvPr/>
        </p:nvSpPr>
        <p:spPr>
          <a:xfrm>
            <a:off x="640080" y="3223440"/>
            <a:ext cx="333720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Arial"/>
                <a:ea typeface="Arial"/>
              </a:rPr>
              <a:t>SUBTITLE1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64" name="TEXT 1"/>
          <p:cNvSpPr/>
          <p:nvPr/>
        </p:nvSpPr>
        <p:spPr>
          <a:xfrm>
            <a:off x="640080" y="4114800"/>
            <a:ext cx="315432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TEXT1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5" name="Иконка_2"/>
          <p:cNvSpPr/>
          <p:nvPr/>
        </p:nvSpPr>
        <p:spPr>
          <a:xfrm>
            <a:off x="4517280" y="2309040"/>
            <a:ext cx="639720" cy="639720"/>
          </a:xfrm>
          <a:prstGeom prst="roundRect">
            <a:avLst>
              <a:gd name="adj" fmla="val 20000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66" name="Иконка_2_Акцент" descr="/home/claude/vistas/assets/grad_square.png"/>
          <p:cNvPicPr/>
          <p:nvPr/>
        </p:nvPicPr>
        <p:blipFill>
          <a:blip r:embed="rId3"/>
          <a:stretch/>
        </p:blipFill>
        <p:spPr>
          <a:xfrm>
            <a:off x="4681800" y="247356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67" name="SUBTITLE 2"/>
          <p:cNvSpPr/>
          <p:nvPr/>
        </p:nvSpPr>
        <p:spPr>
          <a:xfrm>
            <a:off x="4517280" y="3223440"/>
            <a:ext cx="333720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Arial"/>
                <a:ea typeface="Arial"/>
              </a:rPr>
              <a:t>SUBTITLE2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68" name="TEXT 2"/>
          <p:cNvSpPr/>
          <p:nvPr/>
        </p:nvSpPr>
        <p:spPr>
          <a:xfrm>
            <a:off x="4517280" y="4114800"/>
            <a:ext cx="315432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TEXT2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9" name="Иконка_3"/>
          <p:cNvSpPr/>
          <p:nvPr/>
        </p:nvSpPr>
        <p:spPr>
          <a:xfrm>
            <a:off x="8394120" y="2309040"/>
            <a:ext cx="639720" cy="639720"/>
          </a:xfrm>
          <a:prstGeom prst="roundRect">
            <a:avLst>
              <a:gd name="adj" fmla="val 20000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70" name="Иконка_3_Акцент" descr="/home/claude/vistas/assets/grad_square.png"/>
          <p:cNvPicPr/>
          <p:nvPr/>
        </p:nvPicPr>
        <p:blipFill>
          <a:blip r:embed="rId4"/>
          <a:stretch/>
        </p:blipFill>
        <p:spPr>
          <a:xfrm>
            <a:off x="8558640" y="247356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71" name="SUBTITLE 3"/>
          <p:cNvSpPr/>
          <p:nvPr/>
        </p:nvSpPr>
        <p:spPr>
          <a:xfrm>
            <a:off x="8394120" y="3223440"/>
            <a:ext cx="333720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Arial"/>
                <a:ea typeface="Arial"/>
              </a:rPr>
              <a:t>SUBTITLE3</a:t>
            </a:r>
            <a:br>
              <a:rPr sz="1900"/>
            </a:br>
            <a:endParaRPr b="0" lang="en-US" sz="1900" spc="-1" strike="noStrike">
              <a:latin typeface="Arial"/>
            </a:endParaRPr>
          </a:p>
        </p:txBody>
      </p:sp>
      <p:sp>
        <p:nvSpPr>
          <p:cNvPr id="72" name="TEXT 3"/>
          <p:cNvSpPr/>
          <p:nvPr/>
        </p:nvSpPr>
        <p:spPr>
          <a:xfrm>
            <a:off x="8394120" y="4114800"/>
            <a:ext cx="315432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TEXT3</a:t>
            </a:r>
            <a:endParaRPr b="0" lang="en-US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74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75" name="Карточка_1"/>
          <p:cNvSpPr/>
          <p:nvPr/>
        </p:nvSpPr>
        <p:spPr>
          <a:xfrm>
            <a:off x="640080" y="1607760"/>
            <a:ext cx="3520080" cy="397728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6" name="PIC 1"/>
          <p:cNvSpPr/>
          <p:nvPr/>
        </p:nvSpPr>
        <p:spPr>
          <a:xfrm>
            <a:off x="822960" y="1790640"/>
            <a:ext cx="3154320" cy="1554120"/>
          </a:xfrm>
          <a:prstGeom prst="roundRect">
            <a:avLst>
              <a:gd name="adj" fmla="val 4706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7" name="SUBTITLE 1"/>
          <p:cNvSpPr/>
          <p:nvPr/>
        </p:nvSpPr>
        <p:spPr>
          <a:xfrm>
            <a:off x="822960" y="3429000"/>
            <a:ext cx="3154320" cy="75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SUBTITLE</a:t>
            </a:r>
            <a:r>
              <a:rPr b="1" lang="ru-RU" sz="1500" spc="-1" strike="noStrike">
                <a:solidFill>
                  <a:srgbClr val="ffffff"/>
                </a:solidFill>
                <a:latin typeface="Arial"/>
                <a:ea typeface="Arial"/>
              </a:rPr>
              <a:t>1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 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78" name="TEXT 1"/>
          <p:cNvSpPr/>
          <p:nvPr/>
        </p:nvSpPr>
        <p:spPr>
          <a:xfrm>
            <a:off x="822960" y="4293000"/>
            <a:ext cx="315432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TEXT1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79" name="Карточка_2"/>
          <p:cNvSpPr/>
          <p:nvPr/>
        </p:nvSpPr>
        <p:spPr>
          <a:xfrm>
            <a:off x="4434840" y="1607760"/>
            <a:ext cx="3520080" cy="397728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PIC 2"/>
          <p:cNvSpPr/>
          <p:nvPr/>
        </p:nvSpPr>
        <p:spPr>
          <a:xfrm>
            <a:off x="4617720" y="1790640"/>
            <a:ext cx="3154320" cy="1554120"/>
          </a:xfrm>
          <a:prstGeom prst="roundRect">
            <a:avLst>
              <a:gd name="adj" fmla="val 4706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1" name="SUBTITLE 2"/>
          <p:cNvSpPr/>
          <p:nvPr/>
        </p:nvSpPr>
        <p:spPr>
          <a:xfrm>
            <a:off x="4617720" y="3429000"/>
            <a:ext cx="3154320" cy="75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SUBTITLE2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82" name="TEXT 2"/>
          <p:cNvSpPr/>
          <p:nvPr/>
        </p:nvSpPr>
        <p:spPr>
          <a:xfrm>
            <a:off x="4617720" y="4293000"/>
            <a:ext cx="315432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TEXT2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83" name="Карточка_3"/>
          <p:cNvSpPr/>
          <p:nvPr/>
        </p:nvSpPr>
        <p:spPr>
          <a:xfrm>
            <a:off x="8229600" y="1607760"/>
            <a:ext cx="3520080" cy="397728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4" name="PIC 3"/>
          <p:cNvSpPr/>
          <p:nvPr/>
        </p:nvSpPr>
        <p:spPr>
          <a:xfrm>
            <a:off x="8412480" y="1790640"/>
            <a:ext cx="3154320" cy="1554120"/>
          </a:xfrm>
          <a:prstGeom prst="roundRect">
            <a:avLst>
              <a:gd name="adj" fmla="val 4706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5" name="SUBTITLE 3"/>
          <p:cNvSpPr/>
          <p:nvPr/>
        </p:nvSpPr>
        <p:spPr>
          <a:xfrm>
            <a:off x="8412480" y="3429000"/>
            <a:ext cx="3154320" cy="75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SUBTITLE3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86" name="TEXT 3"/>
          <p:cNvSpPr/>
          <p:nvPr/>
        </p:nvSpPr>
        <p:spPr>
          <a:xfrm>
            <a:off x="8412480" y="4293000"/>
            <a:ext cx="315432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TEXT3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87" name="TITLE"/>
          <p:cNvSpPr/>
          <p:nvPr/>
        </p:nvSpPr>
        <p:spPr>
          <a:xfrm>
            <a:off x="640080" y="365760"/>
            <a:ext cx="10908360" cy="10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Градиент_Фон" descr="/home/claude/vistas/assets/grad_full_diagonal.png"/>
          <p:cNvPicPr/>
          <p:nvPr/>
        </p:nvPicPr>
        <p:blipFill>
          <a:blip r:embed="rId1"/>
          <a:stretch/>
        </p:blipFill>
        <p:spPr>
          <a:xfrm>
            <a:off x="0" y="0"/>
            <a:ext cx="12188520" cy="6857640"/>
          </a:xfrm>
          <a:prstGeom prst="rect">
            <a:avLst/>
          </a:prstGeom>
          <a:ln w="0">
            <a:noFill/>
          </a:ln>
        </p:spPr>
      </p:pic>
      <p:sp>
        <p:nvSpPr>
          <p:cNvPr id="89" name="PIC"/>
          <p:cNvSpPr/>
          <p:nvPr/>
        </p:nvSpPr>
        <p:spPr>
          <a:xfrm>
            <a:off x="7589520" y="0"/>
            <a:ext cx="4599000" cy="685764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0" name="TITLE"/>
          <p:cNvSpPr/>
          <p:nvPr/>
        </p:nvSpPr>
        <p:spPr>
          <a:xfrm>
            <a:off x="640080" y="315720"/>
            <a:ext cx="6609600" cy="195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4200" spc="-1" strike="noStrike">
              <a:latin typeface="Arial"/>
            </a:endParaRPr>
          </a:p>
        </p:txBody>
      </p:sp>
      <p:sp>
        <p:nvSpPr>
          <p:cNvPr id="91" name="SUBTITLE 1"/>
          <p:cNvSpPr/>
          <p:nvPr/>
        </p:nvSpPr>
        <p:spPr>
          <a:xfrm>
            <a:off x="640080" y="2590920"/>
            <a:ext cx="6609600" cy="50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ffe6dc"/>
                </a:solidFill>
                <a:latin typeface="Arial"/>
                <a:ea typeface="Arial"/>
              </a:rPr>
              <a:t>SUBTITLE1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92" name="TEXT 1"/>
          <p:cNvSpPr/>
          <p:nvPr/>
        </p:nvSpPr>
        <p:spPr>
          <a:xfrm>
            <a:off x="640080" y="3189600"/>
            <a:ext cx="6609600" cy="63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d9c9"/>
                </a:solidFill>
                <a:latin typeface="Arial"/>
                <a:ea typeface="Arial"/>
              </a:rPr>
              <a:t>TEXT1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93" name="SUBTITLE 2"/>
          <p:cNvSpPr/>
          <p:nvPr/>
        </p:nvSpPr>
        <p:spPr>
          <a:xfrm>
            <a:off x="640080" y="4192920"/>
            <a:ext cx="3134880" cy="49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17" strike="noStrike">
                <a:solidFill>
                  <a:srgbClr val="ff6a3d"/>
                </a:solidFill>
                <a:latin typeface="Arial"/>
                <a:ea typeface="Arial"/>
              </a:rPr>
              <a:t>SUBTITLE2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4" name="TEXT 2"/>
          <p:cNvSpPr/>
          <p:nvPr/>
        </p:nvSpPr>
        <p:spPr>
          <a:xfrm>
            <a:off x="640080" y="4787280"/>
            <a:ext cx="3134880" cy="11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TEXT2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5" name="SUBTITLE 3"/>
          <p:cNvSpPr/>
          <p:nvPr/>
        </p:nvSpPr>
        <p:spPr>
          <a:xfrm>
            <a:off x="4114800" y="4212720"/>
            <a:ext cx="3134880" cy="45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17" strike="noStrike">
                <a:solidFill>
                  <a:srgbClr val="ff6a3d"/>
                </a:solidFill>
                <a:latin typeface="Arial"/>
                <a:ea typeface="Arial"/>
              </a:rPr>
              <a:t>SUBTITLE3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6" name="TEXT 3"/>
          <p:cNvSpPr/>
          <p:nvPr/>
        </p:nvSpPr>
        <p:spPr>
          <a:xfrm>
            <a:off x="4114800" y="4787280"/>
            <a:ext cx="3134880" cy="11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TEXT3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97" name="Кнопка_Навигация_Фон" descr="/home/claude/vistas/assets/grad_circle.png"/>
          <p:cNvPicPr/>
          <p:nvPr/>
        </p:nvPicPr>
        <p:blipFill>
          <a:blip r:embed="rId2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98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100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01" name="SUBTITLE 1"/>
          <p:cNvSpPr/>
          <p:nvPr/>
        </p:nvSpPr>
        <p:spPr>
          <a:xfrm>
            <a:off x="640080" y="2460240"/>
            <a:ext cx="3154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6a3d"/>
                </a:solidFill>
                <a:latin typeface="Arial"/>
                <a:ea typeface="Arial"/>
              </a:rPr>
              <a:t>SUBTITLE1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02" name="TEXT 1"/>
          <p:cNvSpPr/>
          <p:nvPr/>
        </p:nvSpPr>
        <p:spPr>
          <a:xfrm>
            <a:off x="640080" y="3385440"/>
            <a:ext cx="3154320" cy="163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b7b7b7"/>
                </a:solidFill>
                <a:latin typeface="Arial"/>
                <a:ea typeface="Arial"/>
              </a:rPr>
              <a:t>TEXT1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3" name="Разделитель_1"/>
          <p:cNvSpPr/>
          <p:nvPr/>
        </p:nvSpPr>
        <p:spPr>
          <a:xfrm>
            <a:off x="4069080" y="2468880"/>
            <a:ext cx="360" cy="2549160"/>
          </a:xfrm>
          <a:prstGeom prst="line">
            <a:avLst/>
          </a:prstGeom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SUBTITLE 2"/>
          <p:cNvSpPr/>
          <p:nvPr/>
        </p:nvSpPr>
        <p:spPr>
          <a:xfrm>
            <a:off x="4517280" y="2460240"/>
            <a:ext cx="3154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6a3d"/>
                </a:solidFill>
                <a:latin typeface="Arial"/>
                <a:ea typeface="Arial"/>
              </a:rPr>
              <a:t>SUBTITLE2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05" name="TEXT 2"/>
          <p:cNvSpPr/>
          <p:nvPr/>
        </p:nvSpPr>
        <p:spPr>
          <a:xfrm>
            <a:off x="4517280" y="3385440"/>
            <a:ext cx="3154320" cy="163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b7b7b7"/>
                </a:solidFill>
                <a:latin typeface="Arial"/>
                <a:ea typeface="Arial"/>
              </a:rPr>
              <a:t>TEXT2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6" name="Разделитель_2"/>
          <p:cNvSpPr/>
          <p:nvPr/>
        </p:nvSpPr>
        <p:spPr>
          <a:xfrm>
            <a:off x="7945920" y="2468520"/>
            <a:ext cx="360" cy="2549520"/>
          </a:xfrm>
          <a:prstGeom prst="line">
            <a:avLst/>
          </a:prstGeom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SUBTITLE 3"/>
          <p:cNvSpPr/>
          <p:nvPr/>
        </p:nvSpPr>
        <p:spPr>
          <a:xfrm>
            <a:off x="8394120" y="2460240"/>
            <a:ext cx="3154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6a3d"/>
                </a:solidFill>
                <a:latin typeface="Arial"/>
                <a:ea typeface="Arial"/>
              </a:rPr>
              <a:t>SUBTITLE3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08" name="TEXT 3"/>
          <p:cNvSpPr/>
          <p:nvPr/>
        </p:nvSpPr>
        <p:spPr>
          <a:xfrm>
            <a:off x="8394120" y="3385440"/>
            <a:ext cx="3154320" cy="163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b7b7b7"/>
                </a:solidFill>
                <a:latin typeface="Arial"/>
                <a:ea typeface="Arial"/>
              </a:rPr>
              <a:t>TEXT3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9" name="TITLE"/>
          <p:cNvSpPr/>
          <p:nvPr/>
        </p:nvSpPr>
        <p:spPr>
          <a:xfrm>
            <a:off x="640080" y="365760"/>
            <a:ext cx="10908360" cy="10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Чип_1"/>
          <p:cNvSpPr/>
          <p:nvPr/>
        </p:nvSpPr>
        <p:spPr>
          <a:xfrm>
            <a:off x="639360" y="5290560"/>
            <a:ext cx="5315040" cy="1255680"/>
          </a:xfrm>
          <a:prstGeom prst="roundRect">
            <a:avLst>
              <a:gd name="adj" fmla="val 10667"/>
            </a:avLst>
          </a:prstGeom>
          <a:solidFill>
            <a:srgbClr val="000000">
              <a:alpha val="65000"/>
            </a:srgbClr>
          </a:solidFill>
          <a:ln w="9525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1" name="SUBTITLE 2"/>
          <p:cNvSpPr/>
          <p:nvPr/>
        </p:nvSpPr>
        <p:spPr>
          <a:xfrm>
            <a:off x="803880" y="5413320"/>
            <a:ext cx="4345920" cy="46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97" strike="noStrike">
                <a:solidFill>
                  <a:srgbClr val="ff6a3d"/>
                </a:solidFill>
                <a:latin typeface="Arial"/>
                <a:ea typeface="Arial"/>
              </a:rPr>
              <a:t>SUBTITLE2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2" name="TEXT 2"/>
          <p:cNvSpPr/>
          <p:nvPr/>
        </p:nvSpPr>
        <p:spPr>
          <a:xfrm>
            <a:off x="803880" y="5952240"/>
            <a:ext cx="4345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TEXT2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3" name="Чип_1"/>
          <p:cNvSpPr/>
          <p:nvPr/>
        </p:nvSpPr>
        <p:spPr>
          <a:xfrm>
            <a:off x="6234480" y="5290560"/>
            <a:ext cx="5313240" cy="1255680"/>
          </a:xfrm>
          <a:prstGeom prst="roundRect">
            <a:avLst>
              <a:gd name="adj" fmla="val 10667"/>
            </a:avLst>
          </a:prstGeom>
          <a:solidFill>
            <a:srgbClr val="000000">
              <a:alpha val="65000"/>
            </a:srgbClr>
          </a:solidFill>
          <a:ln w="9525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SUBTITLE 2"/>
          <p:cNvSpPr/>
          <p:nvPr/>
        </p:nvSpPr>
        <p:spPr>
          <a:xfrm>
            <a:off x="6399000" y="5413320"/>
            <a:ext cx="4345920" cy="46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97" strike="noStrike">
                <a:solidFill>
                  <a:srgbClr val="ff6a3d"/>
                </a:solidFill>
                <a:latin typeface="Arial"/>
                <a:ea typeface="Arial"/>
              </a:rPr>
              <a:t>SUBTITLE</a:t>
            </a:r>
            <a:r>
              <a:rPr b="1" lang="ru-RU" sz="1200" spc="97" strike="noStrike">
                <a:solidFill>
                  <a:srgbClr val="ff6a3d"/>
                </a:solidFill>
                <a:latin typeface="Arial"/>
                <a:ea typeface="Arial"/>
              </a:rPr>
              <a:t>3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5" name="TEXT 2"/>
          <p:cNvSpPr/>
          <p:nvPr/>
        </p:nvSpPr>
        <p:spPr>
          <a:xfrm>
            <a:off x="6399000" y="5952240"/>
            <a:ext cx="4345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TEXT</a:t>
            </a:r>
            <a:r>
              <a:rPr b="0" lang="ru-RU" sz="1200" spc="-1" strike="noStrike">
                <a:solidFill>
                  <a:srgbClr val="ffffff"/>
                </a:solidFill>
                <a:latin typeface="Arial"/>
                <a:ea typeface="Arial"/>
              </a:rPr>
              <a:t>3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6" name="Чип_1"/>
          <p:cNvSpPr/>
          <p:nvPr/>
        </p:nvSpPr>
        <p:spPr>
          <a:xfrm>
            <a:off x="639360" y="4143240"/>
            <a:ext cx="10908360" cy="977040"/>
          </a:xfrm>
          <a:prstGeom prst="roundRect">
            <a:avLst>
              <a:gd name="adj" fmla="val 10667"/>
            </a:avLst>
          </a:prstGeom>
          <a:solidFill>
            <a:srgbClr val="000000">
              <a:alpha val="65000"/>
            </a:srgbClr>
          </a:solidFill>
          <a:ln w="9525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SUBTITLE 2"/>
          <p:cNvSpPr/>
          <p:nvPr/>
        </p:nvSpPr>
        <p:spPr>
          <a:xfrm>
            <a:off x="803880" y="4143240"/>
            <a:ext cx="954900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97" strike="noStrike">
                <a:solidFill>
                  <a:srgbClr val="ff6a3d"/>
                </a:solidFill>
                <a:latin typeface="Arial"/>
                <a:ea typeface="Arial"/>
              </a:rPr>
              <a:t>SUBTITLE</a:t>
            </a:r>
            <a:r>
              <a:rPr b="1" lang="ru-RU" sz="1200" spc="97" strike="noStrike">
                <a:solidFill>
                  <a:srgbClr val="ff6a3d"/>
                </a:solidFill>
                <a:latin typeface="Arial"/>
                <a:ea typeface="Arial"/>
              </a:rPr>
              <a:t>1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8" name="TEXT 2"/>
          <p:cNvSpPr/>
          <p:nvPr/>
        </p:nvSpPr>
        <p:spPr>
          <a:xfrm>
            <a:off x="803880" y="4526280"/>
            <a:ext cx="9549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TEXT</a:t>
            </a:r>
            <a:r>
              <a:rPr b="0" lang="ru-RU" sz="1200" spc="-1" strike="noStrike">
                <a:solidFill>
                  <a:srgbClr val="ffffff"/>
                </a:solidFill>
                <a:latin typeface="Arial"/>
                <a:ea typeface="Arial"/>
              </a:rPr>
              <a:t>1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9" name="TITLE"/>
          <p:cNvSpPr/>
          <p:nvPr/>
        </p:nvSpPr>
        <p:spPr>
          <a:xfrm>
            <a:off x="640080" y="365760"/>
            <a:ext cx="10908360" cy="10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20" name="PIC 1"/>
          <p:cNvSpPr/>
          <p:nvPr/>
        </p:nvSpPr>
        <p:spPr>
          <a:xfrm>
            <a:off x="638280" y="1410840"/>
            <a:ext cx="10908360" cy="2447640"/>
          </a:xfrm>
          <a:prstGeom prst="roundRect">
            <a:avLst>
              <a:gd name="adj" fmla="val 4706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Блок_3"/>
          <p:cNvSpPr/>
          <p:nvPr/>
        </p:nvSpPr>
        <p:spPr>
          <a:xfrm>
            <a:off x="8229600" y="2377440"/>
            <a:ext cx="3520080" cy="356580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2" name="Блок_1"/>
          <p:cNvSpPr/>
          <p:nvPr/>
        </p:nvSpPr>
        <p:spPr>
          <a:xfrm>
            <a:off x="640080" y="2377440"/>
            <a:ext cx="3520080" cy="356580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23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124" name="SUBTITLE 1"/>
          <p:cNvSpPr/>
          <p:nvPr/>
        </p:nvSpPr>
        <p:spPr>
          <a:xfrm>
            <a:off x="914400" y="2491920"/>
            <a:ext cx="2971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Arial"/>
                <a:ea typeface="Arial"/>
              </a:rPr>
              <a:t>SUBTITLE1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25" name="TEXT 1"/>
          <p:cNvSpPr/>
          <p:nvPr/>
        </p:nvSpPr>
        <p:spPr>
          <a:xfrm>
            <a:off x="914400" y="3314880"/>
            <a:ext cx="297144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b7b7b7"/>
                </a:solidFill>
                <a:latin typeface="Arial"/>
                <a:ea typeface="Arial"/>
              </a:rPr>
              <a:t>TEXT1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6" name="Блок_2"/>
          <p:cNvSpPr/>
          <p:nvPr/>
        </p:nvSpPr>
        <p:spPr>
          <a:xfrm>
            <a:off x="4434840" y="2377440"/>
            <a:ext cx="3520080" cy="356580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SUBTITLE 2"/>
          <p:cNvSpPr/>
          <p:nvPr/>
        </p:nvSpPr>
        <p:spPr>
          <a:xfrm>
            <a:off x="4709160" y="2491920"/>
            <a:ext cx="2971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Arial"/>
                <a:ea typeface="Arial"/>
              </a:rPr>
              <a:t>SUBTITLE2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28" name="TEXT 2"/>
          <p:cNvSpPr/>
          <p:nvPr/>
        </p:nvSpPr>
        <p:spPr>
          <a:xfrm>
            <a:off x="4709160" y="3314880"/>
            <a:ext cx="297144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b7b7b7"/>
                </a:solidFill>
                <a:latin typeface="Arial"/>
                <a:ea typeface="Arial"/>
              </a:rPr>
              <a:t>TEXT2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9" name="SUBTITLE 3"/>
          <p:cNvSpPr/>
          <p:nvPr/>
        </p:nvSpPr>
        <p:spPr>
          <a:xfrm>
            <a:off x="8503920" y="2491920"/>
            <a:ext cx="2971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Arial"/>
                <a:ea typeface="Arial"/>
              </a:rPr>
              <a:t>SUBTITLE3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30" name="TEXT 3"/>
          <p:cNvSpPr/>
          <p:nvPr/>
        </p:nvSpPr>
        <p:spPr>
          <a:xfrm>
            <a:off x="8503920" y="3314880"/>
            <a:ext cx="297144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b7b7b7"/>
                </a:solidFill>
                <a:latin typeface="Arial"/>
                <a:ea typeface="Arial"/>
              </a:rPr>
              <a:t>TEXT3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31" name="TITLE"/>
          <p:cNvSpPr/>
          <p:nvPr/>
        </p:nvSpPr>
        <p:spPr>
          <a:xfrm>
            <a:off x="640080" y="365760"/>
            <a:ext cx="10908360" cy="10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6a3d"/>
                </a:solidFill>
                <a:latin typeface="Arial"/>
                <a:ea typeface="Arial"/>
              </a:rPr>
              <a:t>TITLE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32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Карточка_1"/>
          <p:cNvSpPr/>
          <p:nvPr/>
        </p:nvSpPr>
        <p:spPr>
          <a:xfrm>
            <a:off x="640080" y="1458720"/>
            <a:ext cx="3520080" cy="411444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PIC 1"/>
          <p:cNvSpPr/>
          <p:nvPr/>
        </p:nvSpPr>
        <p:spPr>
          <a:xfrm>
            <a:off x="822960" y="1641600"/>
            <a:ext cx="3154320" cy="1828440"/>
          </a:xfrm>
          <a:prstGeom prst="roundRect">
            <a:avLst>
              <a:gd name="adj" fmla="val 4000"/>
            </a:avLst>
          </a:prstGeom>
          <a:solidFill>
            <a:srgbClr val="d9d9d9"/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5" name="SUBTITLE 1"/>
          <p:cNvSpPr/>
          <p:nvPr/>
        </p:nvSpPr>
        <p:spPr>
          <a:xfrm>
            <a:off x="822960" y="3568320"/>
            <a:ext cx="3154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SUBTITLE1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36" name="TEXT 1"/>
          <p:cNvSpPr/>
          <p:nvPr/>
        </p:nvSpPr>
        <p:spPr>
          <a:xfrm>
            <a:off x="822960" y="4184640"/>
            <a:ext cx="3154320" cy="11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TEXT1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37" name="Карточка_2"/>
          <p:cNvSpPr/>
          <p:nvPr/>
        </p:nvSpPr>
        <p:spPr>
          <a:xfrm>
            <a:off x="4434840" y="1458720"/>
            <a:ext cx="3520080" cy="411444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PIC 2"/>
          <p:cNvSpPr/>
          <p:nvPr/>
        </p:nvSpPr>
        <p:spPr>
          <a:xfrm>
            <a:off x="4617720" y="1641600"/>
            <a:ext cx="3154320" cy="1828440"/>
          </a:xfrm>
          <a:prstGeom prst="roundRect">
            <a:avLst>
              <a:gd name="adj" fmla="val 4000"/>
            </a:avLst>
          </a:prstGeom>
          <a:solidFill>
            <a:srgbClr val="d9d9d9"/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9" name="SUBTITLE 2"/>
          <p:cNvSpPr/>
          <p:nvPr/>
        </p:nvSpPr>
        <p:spPr>
          <a:xfrm>
            <a:off x="4617720" y="3568320"/>
            <a:ext cx="3154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SUBTITLE2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40" name="TEXT 2"/>
          <p:cNvSpPr/>
          <p:nvPr/>
        </p:nvSpPr>
        <p:spPr>
          <a:xfrm>
            <a:off x="4617720" y="4184640"/>
            <a:ext cx="3154320" cy="11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TEXT2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41" name="Карточка_3"/>
          <p:cNvSpPr/>
          <p:nvPr/>
        </p:nvSpPr>
        <p:spPr>
          <a:xfrm>
            <a:off x="8229600" y="1458720"/>
            <a:ext cx="3520080" cy="411444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PIC 3"/>
          <p:cNvSpPr/>
          <p:nvPr/>
        </p:nvSpPr>
        <p:spPr>
          <a:xfrm>
            <a:off x="8412480" y="1641600"/>
            <a:ext cx="3154320" cy="1828440"/>
          </a:xfrm>
          <a:prstGeom prst="roundRect">
            <a:avLst>
              <a:gd name="adj" fmla="val 4000"/>
            </a:avLst>
          </a:prstGeom>
          <a:solidFill>
            <a:srgbClr val="d9d9d9"/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43" name="SUBTITLE 3"/>
          <p:cNvSpPr/>
          <p:nvPr/>
        </p:nvSpPr>
        <p:spPr>
          <a:xfrm>
            <a:off x="8412480" y="3568320"/>
            <a:ext cx="3154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SUBTITLE3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44" name="TEXT 3"/>
          <p:cNvSpPr/>
          <p:nvPr/>
        </p:nvSpPr>
        <p:spPr>
          <a:xfrm>
            <a:off x="8412480" y="4184640"/>
            <a:ext cx="3154320" cy="11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TEXT3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45" name="TITLE"/>
          <p:cNvSpPr/>
          <p:nvPr/>
        </p:nvSpPr>
        <p:spPr>
          <a:xfrm>
            <a:off x="640080" y="365760"/>
            <a:ext cx="10908360" cy="10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6a3d"/>
                </a:solidFill>
                <a:latin typeface="Arial"/>
                <a:ea typeface="Arial"/>
              </a:rPr>
              <a:t>TITLE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146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147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IC"/>
          <p:cNvSpPr/>
          <p:nvPr/>
        </p:nvSpPr>
        <p:spPr>
          <a:xfrm>
            <a:off x="6309360" y="0"/>
            <a:ext cx="5879160" cy="6857640"/>
          </a:xfrm>
          <a:prstGeom prst="rect">
            <a:avLst/>
          </a:prstGeom>
          <a:solidFill>
            <a:srgbClr val="d9d9d9"/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49" name="Линия_1"/>
          <p:cNvSpPr/>
          <p:nvPr/>
        </p:nvSpPr>
        <p:spPr>
          <a:xfrm>
            <a:off x="639720" y="3424680"/>
            <a:ext cx="5347080" cy="360"/>
          </a:xfrm>
          <a:prstGeom prst="line">
            <a:avLst/>
          </a:prstGeom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SUBTITLE 2"/>
          <p:cNvSpPr/>
          <p:nvPr/>
        </p:nvSpPr>
        <p:spPr>
          <a:xfrm>
            <a:off x="1615320" y="3453120"/>
            <a:ext cx="4263840" cy="49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51" name="TEXT 2"/>
          <p:cNvSpPr/>
          <p:nvPr/>
        </p:nvSpPr>
        <p:spPr>
          <a:xfrm>
            <a:off x="1615320" y="4011840"/>
            <a:ext cx="4263840" cy="85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TEXT2</a:t>
            </a:r>
            <a:endParaRPr b="0" lang="en-US" sz="1300" spc="-1" strike="noStrike">
              <a:latin typeface="Arial"/>
            </a:endParaRPr>
          </a:p>
        </p:txBody>
      </p:sp>
      <p:pic>
        <p:nvPicPr>
          <p:cNvPr id="152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153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54" name="TITLE"/>
          <p:cNvSpPr/>
          <p:nvPr/>
        </p:nvSpPr>
        <p:spPr>
          <a:xfrm>
            <a:off x="640080" y="365760"/>
            <a:ext cx="54540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55" name="Иконка_1"/>
          <p:cNvSpPr/>
          <p:nvPr/>
        </p:nvSpPr>
        <p:spPr>
          <a:xfrm>
            <a:off x="640080" y="3676320"/>
            <a:ext cx="639720" cy="639720"/>
          </a:xfrm>
          <a:prstGeom prst="roundRect">
            <a:avLst>
              <a:gd name="adj" fmla="val 20000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56" name="Иконка_1_Акцент" descr="/home/claude/vistas/assets/grad_square.png"/>
          <p:cNvPicPr/>
          <p:nvPr/>
        </p:nvPicPr>
        <p:blipFill>
          <a:blip r:embed="rId2"/>
          <a:stretch/>
        </p:blipFill>
        <p:spPr>
          <a:xfrm>
            <a:off x="804600" y="384084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157" name="Линия_1"/>
          <p:cNvSpPr/>
          <p:nvPr/>
        </p:nvSpPr>
        <p:spPr>
          <a:xfrm>
            <a:off x="639720" y="1786680"/>
            <a:ext cx="5347080" cy="360"/>
          </a:xfrm>
          <a:prstGeom prst="line">
            <a:avLst/>
          </a:prstGeom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8" name="SUBTITLE 2"/>
          <p:cNvSpPr/>
          <p:nvPr/>
        </p:nvSpPr>
        <p:spPr>
          <a:xfrm>
            <a:off x="1615320" y="1815120"/>
            <a:ext cx="4263840" cy="49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59" name="TEXT 2"/>
          <p:cNvSpPr/>
          <p:nvPr/>
        </p:nvSpPr>
        <p:spPr>
          <a:xfrm>
            <a:off x="1615320" y="2373840"/>
            <a:ext cx="4263840" cy="85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TEXT1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60" name="Иконка_1"/>
          <p:cNvSpPr/>
          <p:nvPr/>
        </p:nvSpPr>
        <p:spPr>
          <a:xfrm>
            <a:off x="640080" y="2038320"/>
            <a:ext cx="639720" cy="639720"/>
          </a:xfrm>
          <a:prstGeom prst="roundRect">
            <a:avLst>
              <a:gd name="adj" fmla="val 20000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61" name="Иконка_1_Акцент" descr="/home/claude/vistas/assets/grad_square.png"/>
          <p:cNvPicPr/>
          <p:nvPr/>
        </p:nvPicPr>
        <p:blipFill>
          <a:blip r:embed="rId3"/>
          <a:stretch/>
        </p:blipFill>
        <p:spPr>
          <a:xfrm>
            <a:off x="804600" y="220284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162" name="Линия_1"/>
          <p:cNvSpPr/>
          <p:nvPr/>
        </p:nvSpPr>
        <p:spPr>
          <a:xfrm>
            <a:off x="639720" y="5069520"/>
            <a:ext cx="5347080" cy="360"/>
          </a:xfrm>
          <a:prstGeom prst="line">
            <a:avLst/>
          </a:prstGeom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3" name="SUBTITLE 2"/>
          <p:cNvSpPr/>
          <p:nvPr/>
        </p:nvSpPr>
        <p:spPr>
          <a:xfrm>
            <a:off x="1615320" y="5097960"/>
            <a:ext cx="4263840" cy="49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64" name="TEXT 2"/>
          <p:cNvSpPr/>
          <p:nvPr/>
        </p:nvSpPr>
        <p:spPr>
          <a:xfrm>
            <a:off x="1615320" y="5657040"/>
            <a:ext cx="4263840" cy="85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TEXT3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65" name="Иконка_1"/>
          <p:cNvSpPr/>
          <p:nvPr/>
        </p:nvSpPr>
        <p:spPr>
          <a:xfrm>
            <a:off x="640080" y="5321160"/>
            <a:ext cx="639720" cy="639720"/>
          </a:xfrm>
          <a:prstGeom prst="roundRect">
            <a:avLst>
              <a:gd name="adj" fmla="val 20000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66" name="Иконка_1_Акцент" descr="/home/claude/vistas/assets/grad_square.png"/>
          <p:cNvPicPr/>
          <p:nvPr/>
        </p:nvPicPr>
        <p:blipFill>
          <a:blip r:embed="rId4"/>
          <a:stretch/>
        </p:blipFill>
        <p:spPr>
          <a:xfrm>
            <a:off x="804600" y="5486040"/>
            <a:ext cx="310680" cy="310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IC"/>
          <p:cNvSpPr/>
          <p:nvPr/>
        </p:nvSpPr>
        <p:spPr>
          <a:xfrm>
            <a:off x="0" y="0"/>
            <a:ext cx="12188520" cy="3748680"/>
          </a:xfrm>
          <a:prstGeom prst="rect">
            <a:avLst/>
          </a:prstGeom>
          <a:solidFill>
            <a:srgbClr val="d9d9d9"/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68" name="TITLE"/>
          <p:cNvSpPr/>
          <p:nvPr/>
        </p:nvSpPr>
        <p:spPr>
          <a:xfrm>
            <a:off x="644760" y="3982320"/>
            <a:ext cx="10835280" cy="99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69" name="SUBTITLE 1"/>
          <p:cNvSpPr/>
          <p:nvPr/>
        </p:nvSpPr>
        <p:spPr>
          <a:xfrm>
            <a:off x="644760" y="5116320"/>
            <a:ext cx="4324680" cy="45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b7b7b7"/>
                </a:solidFill>
                <a:latin typeface="Arial"/>
                <a:ea typeface="Arial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70" name="TEXT 1"/>
          <p:cNvSpPr/>
          <p:nvPr/>
        </p:nvSpPr>
        <p:spPr>
          <a:xfrm>
            <a:off x="644760" y="5630760"/>
            <a:ext cx="4324680" cy="97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8a8a8a"/>
                </a:solidFill>
                <a:latin typeface="Arial"/>
                <a:ea typeface="Arial"/>
              </a:rPr>
              <a:t>TEXT</a:t>
            </a:r>
            <a:r>
              <a:rPr b="0" lang="ru-RU" sz="1300" spc="-1" strike="noStrike">
                <a:solidFill>
                  <a:srgbClr val="8a8a8a"/>
                </a:solidFill>
                <a:latin typeface="Arial"/>
                <a:ea typeface="Arial"/>
              </a:rPr>
              <a:t>1</a:t>
            </a:r>
            <a:r>
              <a:rPr b="0" lang="en-US" sz="1300" spc="-1" strike="noStrike">
                <a:solidFill>
                  <a:srgbClr val="8a8a8a"/>
                </a:solidFill>
                <a:latin typeface="Arial"/>
                <a:ea typeface="Arial"/>
              </a:rPr>
              <a:t> 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71" name="SUBTITLE 2"/>
          <p:cNvSpPr/>
          <p:nvPr/>
        </p:nvSpPr>
        <p:spPr>
          <a:xfrm>
            <a:off x="5347800" y="5116320"/>
            <a:ext cx="3034080" cy="45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117" strike="noStrike">
                <a:solidFill>
                  <a:srgbClr val="ff6a3d"/>
                </a:solidFill>
                <a:latin typeface="Arial"/>
                <a:ea typeface="Arial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72" name="TEXT 2"/>
          <p:cNvSpPr/>
          <p:nvPr/>
        </p:nvSpPr>
        <p:spPr>
          <a:xfrm>
            <a:off x="5347800" y="5697000"/>
            <a:ext cx="3034080" cy="91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TEXT2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73" name="SUBTITLE 2"/>
          <p:cNvSpPr/>
          <p:nvPr/>
        </p:nvSpPr>
        <p:spPr>
          <a:xfrm>
            <a:off x="8768160" y="5050080"/>
            <a:ext cx="3034080" cy="45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117" strike="noStrike">
                <a:solidFill>
                  <a:srgbClr val="ff6a3d"/>
                </a:solidFill>
                <a:latin typeface="Arial"/>
                <a:ea typeface="Arial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74" name="TEXT 2"/>
          <p:cNvSpPr/>
          <p:nvPr/>
        </p:nvSpPr>
        <p:spPr>
          <a:xfrm>
            <a:off x="8768160" y="5630760"/>
            <a:ext cx="3034080" cy="91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TEXT3</a:t>
            </a:r>
            <a:endParaRPr b="0" lang="en-US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Градиент_Фон" descr="/home/claude/vistas/assets/grad_full_diagonal.png"/>
          <p:cNvPicPr/>
          <p:nvPr/>
        </p:nvPicPr>
        <p:blipFill>
          <a:blip r:embed="rId1"/>
          <a:stretch/>
        </p:blipFill>
        <p:spPr>
          <a:xfrm>
            <a:off x="0" y="0"/>
            <a:ext cx="12188520" cy="6857640"/>
          </a:xfrm>
          <a:prstGeom prst="rect">
            <a:avLst/>
          </a:prstGeom>
          <a:ln w="0">
            <a:noFill/>
          </a:ln>
        </p:spPr>
      </p:pic>
      <p:sp>
        <p:nvSpPr>
          <p:cNvPr id="176" name="TITLE"/>
          <p:cNvSpPr/>
          <p:nvPr/>
        </p:nvSpPr>
        <p:spPr>
          <a:xfrm>
            <a:off x="822960" y="2011680"/>
            <a:ext cx="1061748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1" lang="en-US" sz="54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5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191</TotalTime>
  <Application>LibreOffice/7.3.7.2$Linux_X86_64 LibreOffice_project/30$Build-2</Application>
  <AppVersion>15.0000</AppVersion>
  <Words>140</Words>
  <Paragraphs>129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2026-08-10T08:45:52Z</dcterms:created>
  <dc:creator>PptxGenJS</dc:creator>
  <dc:description/>
  <dc:language>en-US</dc:language>
  <cp:lastModifiedBy/>
  <dcterms:modified xsi:type="dcterms:W3CDTF">2026-08-18T23:00:30Z</dcterms:modified>
  <cp:revision>10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14</vt:i4>
  </property>
  <property fmtid="{D5CDD505-2E9C-101B-9397-08002B2CF9AE}" pid="3" name="PresentationFormat">
    <vt:lpwstr>Произвольный</vt:lpwstr>
  </property>
  <property fmtid="{D5CDD505-2E9C-101B-9397-08002B2CF9AE}" pid="4" name="Slides">
    <vt:i4>14</vt:i4>
  </property>
</Properties>
</file>