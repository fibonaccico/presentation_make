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3FF3242-4B87-488E-8CF3-A038F2864D4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8857B7F-1F3B-4E2B-8DC0-017BC3787145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8C5AB02-C60D-4E37-8ED1-B968E50F67AC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614964E-7196-4ADB-A3C2-CE9964BBCDF0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C738CAD-2FA0-4F19-9662-7383A1AD28D5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593A91BC-64A7-4D23-AC7F-B59807A67A8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F42C5D87-09E5-404F-85D8-54CE53656C97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1B8B71A-7E8D-45EF-805C-F5632CBBF23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EADFC85-184C-44AA-B328-CC5CF5E3BF4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7EF19B05-D862-4905-89AE-4A6BB0608CE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F31441A-ED80-4787-A376-A7451146488C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74420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PIC"/>
          <p:cNvSpPr/>
          <p:nvPr/>
        </p:nvSpPr>
        <p:spPr>
          <a:xfrm>
            <a:off x="7589520" y="0"/>
            <a:ext cx="4599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40080" y="315720"/>
            <a:ext cx="6609600" cy="19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91" name="SUBTITLE 1"/>
          <p:cNvSpPr/>
          <p:nvPr/>
        </p:nvSpPr>
        <p:spPr>
          <a:xfrm>
            <a:off x="640080" y="2590920"/>
            <a:ext cx="660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e6dc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189600"/>
            <a:ext cx="660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c9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SUBTITLE 2"/>
          <p:cNvSpPr/>
          <p:nvPr/>
        </p:nvSpPr>
        <p:spPr>
          <a:xfrm>
            <a:off x="640080" y="4192920"/>
            <a:ext cx="31348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UBTITLE 3"/>
          <p:cNvSpPr/>
          <p:nvPr/>
        </p:nvSpPr>
        <p:spPr>
          <a:xfrm>
            <a:off x="4114800" y="4212720"/>
            <a:ext cx="31348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11480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" name="Кнопка_Навигация_Фон" descr="/home/claude/vistas/assets/grad_circle.png"/>
          <p:cNvPicPr/>
          <p:nvPr/>
        </p:nvPicPr>
        <p:blipFill>
          <a:blip r:embed="rId2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98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0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SUBTITLE 1"/>
          <p:cNvSpPr/>
          <p:nvPr/>
        </p:nvSpPr>
        <p:spPr>
          <a:xfrm>
            <a:off x="6400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400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Разделитель_1"/>
          <p:cNvSpPr/>
          <p:nvPr/>
        </p:nvSpPr>
        <p:spPr>
          <a:xfrm>
            <a:off x="4069080" y="2468880"/>
            <a:ext cx="360" cy="25491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UBTITLE 2"/>
          <p:cNvSpPr/>
          <p:nvPr/>
        </p:nvSpPr>
        <p:spPr>
          <a:xfrm>
            <a:off x="45172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172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Разделитель_2"/>
          <p:cNvSpPr/>
          <p:nvPr/>
        </p:nvSpPr>
        <p:spPr>
          <a:xfrm>
            <a:off x="7945920" y="2468520"/>
            <a:ext cx="360" cy="254952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UBTITLE 3"/>
          <p:cNvSpPr/>
          <p:nvPr/>
        </p:nvSpPr>
        <p:spPr>
          <a:xfrm>
            <a:off x="839412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39412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Затемнение"/>
          <p:cNvSpPr/>
          <p:nvPr/>
        </p:nvSpPr>
        <p:spPr>
          <a:xfrm>
            <a:off x="0" y="1328040"/>
            <a:ext cx="12188520" cy="55296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Чип_1"/>
          <p:cNvSpPr/>
          <p:nvPr/>
        </p:nvSpPr>
        <p:spPr>
          <a:xfrm>
            <a:off x="474480" y="5290560"/>
            <a:ext cx="467388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UBTITLE 2"/>
          <p:cNvSpPr/>
          <p:nvPr/>
        </p:nvSpPr>
        <p:spPr>
          <a:xfrm>
            <a:off x="63936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63936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1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1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6" name="Чип_1"/>
          <p:cNvSpPr/>
          <p:nvPr/>
        </p:nvSpPr>
        <p:spPr>
          <a:xfrm>
            <a:off x="5677560" y="5290560"/>
            <a:ext cx="467388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UBTITLE 2"/>
          <p:cNvSpPr/>
          <p:nvPr/>
        </p:nvSpPr>
        <p:spPr>
          <a:xfrm>
            <a:off x="584208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584208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9" name="Чип_1"/>
          <p:cNvSpPr/>
          <p:nvPr/>
        </p:nvSpPr>
        <p:spPr>
          <a:xfrm>
            <a:off x="474480" y="4143240"/>
            <a:ext cx="9876960" cy="97704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SUBTITLE 2"/>
          <p:cNvSpPr/>
          <p:nvPr/>
        </p:nvSpPr>
        <p:spPr>
          <a:xfrm>
            <a:off x="639360" y="4143240"/>
            <a:ext cx="9549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639360" y="4526280"/>
            <a:ext cx="954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2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Блок_3"/>
          <p:cNvSpPr/>
          <p:nvPr/>
        </p:nvSpPr>
        <p:spPr>
          <a:xfrm>
            <a:off x="822960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Блок_1"/>
          <p:cNvSpPr/>
          <p:nvPr/>
        </p:nvSpPr>
        <p:spPr>
          <a:xfrm>
            <a:off x="64008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5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26" name="SUBTITLE 1"/>
          <p:cNvSpPr/>
          <p:nvPr/>
        </p:nvSpPr>
        <p:spPr>
          <a:xfrm>
            <a:off x="91440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91440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8" name="Блок_2"/>
          <p:cNvSpPr/>
          <p:nvPr/>
        </p:nvSpPr>
        <p:spPr>
          <a:xfrm>
            <a:off x="443484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UBTITLE 2"/>
          <p:cNvSpPr/>
          <p:nvPr/>
        </p:nvSpPr>
        <p:spPr>
          <a:xfrm>
            <a:off x="470916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470916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SUBTITLE 3"/>
          <p:cNvSpPr/>
          <p:nvPr/>
        </p:nvSpPr>
        <p:spPr>
          <a:xfrm>
            <a:off x="850392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850392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3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Карточка_1"/>
          <p:cNvSpPr/>
          <p:nvPr/>
        </p:nvSpPr>
        <p:spPr>
          <a:xfrm>
            <a:off x="64008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PIC 1"/>
          <p:cNvSpPr/>
          <p:nvPr/>
        </p:nvSpPr>
        <p:spPr>
          <a:xfrm>
            <a:off x="82296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7" name="SUBTITLE 1"/>
          <p:cNvSpPr/>
          <p:nvPr/>
        </p:nvSpPr>
        <p:spPr>
          <a:xfrm>
            <a:off x="82296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82296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9" name="Карточка_2"/>
          <p:cNvSpPr/>
          <p:nvPr/>
        </p:nvSpPr>
        <p:spPr>
          <a:xfrm>
            <a:off x="443484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PIC 2"/>
          <p:cNvSpPr/>
          <p:nvPr/>
        </p:nvSpPr>
        <p:spPr>
          <a:xfrm>
            <a:off x="461772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1" name="SUBTITLE 2"/>
          <p:cNvSpPr/>
          <p:nvPr/>
        </p:nvSpPr>
        <p:spPr>
          <a:xfrm>
            <a:off x="461772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461772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3" name="Карточка_3"/>
          <p:cNvSpPr/>
          <p:nvPr/>
        </p:nvSpPr>
        <p:spPr>
          <a:xfrm>
            <a:off x="822960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PIC 3"/>
          <p:cNvSpPr/>
          <p:nvPr/>
        </p:nvSpPr>
        <p:spPr>
          <a:xfrm>
            <a:off x="841248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5" name="SUBTITLE 3"/>
          <p:cNvSpPr/>
          <p:nvPr/>
        </p:nvSpPr>
        <p:spPr>
          <a:xfrm>
            <a:off x="841248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841248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4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4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51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Application>LibreOffice/7.3.7.2$Linux_X86_64 LibreOffice_project/30$Build-2</Application>
  <AppVersion>15.0000</AppVersion>
  <Words>97</Words>
  <Paragraphs>87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2026-08-11T12:36:27Z</dcterms:modified>
  <cp:revision>12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Произвольный</vt:lpwstr>
  </property>
  <property fmtid="{D5CDD505-2E9C-101B-9397-08002B2CF9AE}" pid="4" name="Slides">
    <vt:i4>10</vt:i4>
  </property>
</Properties>
</file>