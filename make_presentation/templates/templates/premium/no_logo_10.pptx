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15.png" ContentType="image/png"/>
  <Override PartName="/ppt/media/image14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li</a:t>
            </a:r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k </a:t>
            </a:r>
            <a:r>
              <a:rPr b="0" lang="en-US" sz="4400" spc="-1" strike="noStrike">
                <a:latin typeface="Arial"/>
              </a:rPr>
              <a:t>to </a:t>
            </a:r>
            <a:r>
              <a:rPr b="0" lang="en-US" sz="4400" spc="-1" strike="noStrike">
                <a:latin typeface="Arial"/>
              </a:rPr>
              <a:t>m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v</a:t>
            </a:r>
            <a:r>
              <a:rPr b="0" lang="en-US" sz="4400" spc="-1" strike="noStrike">
                <a:latin typeface="Arial"/>
              </a:rPr>
              <a:t>e </a:t>
            </a:r>
            <a:r>
              <a:rPr b="0" lang="en-US" sz="4400" spc="-1" strike="noStrike">
                <a:latin typeface="Arial"/>
              </a:rPr>
              <a:t>th</a:t>
            </a:r>
            <a:r>
              <a:rPr b="0" lang="en-US" sz="4400" spc="-1" strike="noStrike">
                <a:latin typeface="Arial"/>
              </a:rPr>
              <a:t>e </a:t>
            </a:r>
            <a:r>
              <a:rPr b="0" lang="en-US" sz="4400" spc="-1" strike="noStrike">
                <a:latin typeface="Arial"/>
              </a:rPr>
              <a:t>sl</a:t>
            </a:r>
            <a:r>
              <a:rPr b="0" lang="en-US" sz="4400" spc="-1" strike="noStrike">
                <a:latin typeface="Arial"/>
              </a:rPr>
              <a:t>id</a:t>
            </a:r>
            <a:r>
              <a:rPr b="0" lang="en-US" sz="4400" spc="-1" strike="noStrike">
                <a:latin typeface="Arial"/>
              </a:rPr>
              <a:t>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6D2D209-DB2E-4240-99A0-541B2FF232F3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1CECB1B-B1FC-4A52-943F-0DC6556AACBE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00FA10-D469-4E75-B7C1-52A139167738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C9A766F-1A84-4C34-A08A-6E53C97FA6F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D38B008-98E6-4D92-84C9-38DEDE1985D0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CFFA2AA-8DA8-4967-AE71-CFB3FDCF9C2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4245E70-F8F8-4768-9723-EBCAAF638CA9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6ADAEE-CF41-419B-867E-60DA9C6925AC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B665D43-9A09-49F2-8C95-C68DBBC4A84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74900D7-60D6-4D1D-8BB0-5B3FEBDAAF11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FC4B272-991B-416F-96E0-CFF2A413A14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</a:t>
            </a:r>
            <a:r>
              <a:rPr b="0" lang="en-US" sz="4400" spc="-1" strike="noStrike">
                <a:latin typeface="Arial"/>
              </a:rPr>
              <a:t>the title text </a:t>
            </a:r>
            <a:r>
              <a:rPr b="0" lang="en-US" sz="4400" spc="-1" strike="noStrike">
                <a:latin typeface="Arial"/>
              </a:rPr>
              <a:t>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200" cy="50220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743840" cy="20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3760" cy="171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8720" cy="493704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200" cy="50220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36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0840" cy="11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36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0840" cy="11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36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0840" cy="11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0880" cy="97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200" cy="50220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000" cy="10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360" cy="63936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320" cy="31032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6840" cy="89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396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360" cy="63936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320" cy="31032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6840" cy="89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396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360" cy="63936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320" cy="31032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6840" cy="89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396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200" cy="50220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19720" cy="397692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3960" cy="155376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3960" cy="75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396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19720" cy="397692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3960" cy="155376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3960" cy="75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396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19720" cy="397692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3960" cy="155376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3960" cy="75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396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000" cy="10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160" cy="685728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8640" cy="685728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240" cy="195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240" cy="50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52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4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520" cy="11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52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4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520" cy="11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200" cy="50220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200" cy="502200"/>
          </a:xfrm>
          <a:prstGeom prst="rect">
            <a:avLst/>
          </a:prstGeom>
          <a:ln w="0">
            <a:noFill/>
          </a:ln>
        </p:spPr>
      </p:pic>
      <p:sp>
        <p:nvSpPr>
          <p:cNvPr id="100" name="Кнопка_Навигация_Стрелка"/>
          <p:cNvSpPr/>
          <p:nvPr/>
        </p:nvSpPr>
        <p:spPr>
          <a:xfrm>
            <a:off x="11228760" y="58978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SUBTITLE 1"/>
          <p:cNvSpPr/>
          <p:nvPr/>
        </p:nvSpPr>
        <p:spPr>
          <a:xfrm>
            <a:off x="640080" y="2460240"/>
            <a:ext cx="31539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40080" y="3385440"/>
            <a:ext cx="3153960" cy="16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Разделитель_1"/>
          <p:cNvSpPr/>
          <p:nvPr/>
        </p:nvSpPr>
        <p:spPr>
          <a:xfrm>
            <a:off x="4069080" y="2468880"/>
            <a:ext cx="360" cy="25491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UBTITLE 2"/>
          <p:cNvSpPr/>
          <p:nvPr/>
        </p:nvSpPr>
        <p:spPr>
          <a:xfrm>
            <a:off x="4517280" y="2460240"/>
            <a:ext cx="31539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17280" y="3385440"/>
            <a:ext cx="3153960" cy="16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Разделитель_2"/>
          <p:cNvSpPr/>
          <p:nvPr/>
        </p:nvSpPr>
        <p:spPr>
          <a:xfrm>
            <a:off x="7945920" y="2468520"/>
            <a:ext cx="360" cy="254952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UBTITLE 3"/>
          <p:cNvSpPr/>
          <p:nvPr/>
        </p:nvSpPr>
        <p:spPr>
          <a:xfrm>
            <a:off x="8394120" y="2460240"/>
            <a:ext cx="31539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394120" y="3385440"/>
            <a:ext cx="3153960" cy="16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640080" y="365760"/>
            <a:ext cx="10908000" cy="10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Затемнение"/>
          <p:cNvSpPr/>
          <p:nvPr/>
        </p:nvSpPr>
        <p:spPr>
          <a:xfrm>
            <a:off x="0" y="1328040"/>
            <a:ext cx="12188160" cy="552924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Чип_1"/>
          <p:cNvSpPr/>
          <p:nvPr/>
        </p:nvSpPr>
        <p:spPr>
          <a:xfrm>
            <a:off x="474480" y="5290560"/>
            <a:ext cx="4673520" cy="125532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UBTITLE 2"/>
          <p:cNvSpPr/>
          <p:nvPr/>
        </p:nvSpPr>
        <p:spPr>
          <a:xfrm>
            <a:off x="639360" y="5413320"/>
            <a:ext cx="434556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4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639360" y="5952240"/>
            <a:ext cx="4345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1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200" cy="502200"/>
          </a:xfrm>
          <a:prstGeom prst="rect">
            <a:avLst/>
          </a:prstGeom>
          <a:ln w="0">
            <a:noFill/>
          </a:ln>
        </p:spPr>
      </p:pic>
      <p:sp>
        <p:nvSpPr>
          <p:cNvPr id="115" name="Кнопка_Навигация_Стрелка"/>
          <p:cNvSpPr/>
          <p:nvPr/>
        </p:nvSpPr>
        <p:spPr>
          <a:xfrm>
            <a:off x="11228760" y="58978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16" name="Чип_1"/>
          <p:cNvSpPr/>
          <p:nvPr/>
        </p:nvSpPr>
        <p:spPr>
          <a:xfrm>
            <a:off x="5677560" y="5290560"/>
            <a:ext cx="4673520" cy="125532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UBTITLE 2"/>
          <p:cNvSpPr/>
          <p:nvPr/>
        </p:nvSpPr>
        <p:spPr>
          <a:xfrm>
            <a:off x="5842080" y="5413320"/>
            <a:ext cx="434556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4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4" strike="noStrike">
                <a:solidFill>
                  <a:srgbClr val="ff6a3d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5842080" y="5952240"/>
            <a:ext cx="4345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Чип_1"/>
          <p:cNvSpPr/>
          <p:nvPr/>
        </p:nvSpPr>
        <p:spPr>
          <a:xfrm>
            <a:off x="474480" y="4143240"/>
            <a:ext cx="9876600" cy="976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SUBTITLE 2"/>
          <p:cNvSpPr/>
          <p:nvPr/>
        </p:nvSpPr>
        <p:spPr>
          <a:xfrm>
            <a:off x="639360" y="4143240"/>
            <a:ext cx="954864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4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4" strike="noStrike">
                <a:solidFill>
                  <a:srgbClr val="ff6a3d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639360" y="4526280"/>
            <a:ext cx="9548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2" name="TITLE"/>
          <p:cNvSpPr/>
          <p:nvPr/>
        </p:nvSpPr>
        <p:spPr>
          <a:xfrm>
            <a:off x="640080" y="365760"/>
            <a:ext cx="10908000" cy="10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Блок_3"/>
          <p:cNvSpPr/>
          <p:nvPr/>
        </p:nvSpPr>
        <p:spPr>
          <a:xfrm>
            <a:off x="8229600" y="2377440"/>
            <a:ext cx="3519720" cy="3565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Блок_1"/>
          <p:cNvSpPr/>
          <p:nvPr/>
        </p:nvSpPr>
        <p:spPr>
          <a:xfrm>
            <a:off x="640080" y="2377440"/>
            <a:ext cx="3519720" cy="3565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25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200" cy="502200"/>
          </a:xfrm>
          <a:prstGeom prst="rect">
            <a:avLst/>
          </a:prstGeom>
          <a:ln w="0">
            <a:noFill/>
          </a:ln>
        </p:spPr>
      </p:pic>
      <p:sp>
        <p:nvSpPr>
          <p:cNvPr id="126" name="SUBTITLE 1"/>
          <p:cNvSpPr/>
          <p:nvPr/>
        </p:nvSpPr>
        <p:spPr>
          <a:xfrm>
            <a:off x="914400" y="2491920"/>
            <a:ext cx="2971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914400" y="3314880"/>
            <a:ext cx="297108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Блок_2"/>
          <p:cNvSpPr/>
          <p:nvPr/>
        </p:nvSpPr>
        <p:spPr>
          <a:xfrm>
            <a:off x="4434840" y="2377440"/>
            <a:ext cx="3519720" cy="3565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UBTITLE 2"/>
          <p:cNvSpPr/>
          <p:nvPr/>
        </p:nvSpPr>
        <p:spPr>
          <a:xfrm>
            <a:off x="4709160" y="2491920"/>
            <a:ext cx="2971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4709160" y="3314880"/>
            <a:ext cx="297108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SUBTITLE 3"/>
          <p:cNvSpPr/>
          <p:nvPr/>
        </p:nvSpPr>
        <p:spPr>
          <a:xfrm>
            <a:off x="8503920" y="2491920"/>
            <a:ext cx="2971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8503920" y="3314880"/>
            <a:ext cx="297108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3" name="TITLE"/>
          <p:cNvSpPr/>
          <p:nvPr/>
        </p:nvSpPr>
        <p:spPr>
          <a:xfrm>
            <a:off x="640080" y="365760"/>
            <a:ext cx="10908000" cy="10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4" name="Кнопка_Навигация_Стрелка"/>
          <p:cNvSpPr/>
          <p:nvPr/>
        </p:nvSpPr>
        <p:spPr>
          <a:xfrm>
            <a:off x="11228760" y="58978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Карточка_1"/>
          <p:cNvSpPr/>
          <p:nvPr/>
        </p:nvSpPr>
        <p:spPr>
          <a:xfrm>
            <a:off x="640080" y="1458720"/>
            <a:ext cx="3519720" cy="41140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PIC 1"/>
          <p:cNvSpPr/>
          <p:nvPr/>
        </p:nvSpPr>
        <p:spPr>
          <a:xfrm>
            <a:off x="822960" y="1641600"/>
            <a:ext cx="3153960" cy="182808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SUBTITLE 1"/>
          <p:cNvSpPr/>
          <p:nvPr/>
        </p:nvSpPr>
        <p:spPr>
          <a:xfrm>
            <a:off x="822960" y="3568320"/>
            <a:ext cx="3153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822960" y="4184640"/>
            <a:ext cx="3153960" cy="11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9" name="Карточка_2"/>
          <p:cNvSpPr/>
          <p:nvPr/>
        </p:nvSpPr>
        <p:spPr>
          <a:xfrm>
            <a:off x="4434840" y="1458720"/>
            <a:ext cx="3519720" cy="41140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PIC 2"/>
          <p:cNvSpPr/>
          <p:nvPr/>
        </p:nvSpPr>
        <p:spPr>
          <a:xfrm>
            <a:off x="4617720" y="1641600"/>
            <a:ext cx="3153960" cy="182808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1" name="SUBTITLE 2"/>
          <p:cNvSpPr/>
          <p:nvPr/>
        </p:nvSpPr>
        <p:spPr>
          <a:xfrm>
            <a:off x="4617720" y="3568320"/>
            <a:ext cx="3153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2" name="TEXT 2"/>
          <p:cNvSpPr/>
          <p:nvPr/>
        </p:nvSpPr>
        <p:spPr>
          <a:xfrm>
            <a:off x="4617720" y="4184640"/>
            <a:ext cx="3153960" cy="11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3" name="Карточка_3"/>
          <p:cNvSpPr/>
          <p:nvPr/>
        </p:nvSpPr>
        <p:spPr>
          <a:xfrm>
            <a:off x="8229600" y="1458720"/>
            <a:ext cx="3519720" cy="41140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PIC 3"/>
          <p:cNvSpPr/>
          <p:nvPr/>
        </p:nvSpPr>
        <p:spPr>
          <a:xfrm>
            <a:off x="8412480" y="1641600"/>
            <a:ext cx="3153960" cy="182808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5" name="SUBTITLE 3"/>
          <p:cNvSpPr/>
          <p:nvPr/>
        </p:nvSpPr>
        <p:spPr>
          <a:xfrm>
            <a:off x="8412480" y="3568320"/>
            <a:ext cx="3153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8412480" y="4184640"/>
            <a:ext cx="3153960" cy="11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7" name="TITLE"/>
          <p:cNvSpPr/>
          <p:nvPr/>
        </p:nvSpPr>
        <p:spPr>
          <a:xfrm>
            <a:off x="640080" y="365760"/>
            <a:ext cx="10908000" cy="10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14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200" cy="502200"/>
          </a:xfrm>
          <a:prstGeom prst="rect">
            <a:avLst/>
          </a:prstGeom>
          <a:ln w="0">
            <a:noFill/>
          </a:ln>
        </p:spPr>
      </p:pic>
      <p:sp>
        <p:nvSpPr>
          <p:cNvPr id="149" name="Кнопка_Навигация_Стрелка"/>
          <p:cNvSpPr/>
          <p:nvPr/>
        </p:nvSpPr>
        <p:spPr>
          <a:xfrm>
            <a:off x="11228760" y="58978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160" cy="6857280"/>
          </a:xfrm>
          <a:prstGeom prst="rect">
            <a:avLst/>
          </a:prstGeom>
          <a:ln w="0">
            <a:noFill/>
          </a:ln>
        </p:spPr>
      </p:pic>
      <p:sp>
        <p:nvSpPr>
          <p:cNvPr id="151" name="TITLE"/>
          <p:cNvSpPr/>
          <p:nvPr/>
        </p:nvSpPr>
        <p:spPr>
          <a:xfrm>
            <a:off x="822960" y="2011680"/>
            <a:ext cx="1061712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189</TotalTime>
  <Application>LibreOffice/7.3.7.2$Linux_X86_64 LibreOffice_project/30$Build-2</Application>
  <AppVersion>15.0000</AppVersion>
  <Words>97</Words>
  <Paragraphs>87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2026-08-15T18:43:32Z</dcterms:modified>
  <cp:revision>13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Произвольный</vt:lpwstr>
  </property>
  <property fmtid="{D5CDD505-2E9C-101B-9397-08002B2CF9AE}" pid="4" name="Slides">
    <vt:i4>10</vt:i4>
  </property>
</Properties>
</file>