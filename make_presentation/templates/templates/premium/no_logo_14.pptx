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10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05A4A8F-FE51-4C43-846A-138AD2A9955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48FA5B74-BD3C-4BC5-BBD1-9B9FAAF90C23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70DBB6E1-DDBA-4321-A022-21CE06CDF53B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D804061-A884-49DF-AC95-255FE4DB3D0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75FFCC1B-A7D5-4FEF-9DEA-3984A9F6683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CD8E8E74-B066-4D6C-8CF2-543464517ED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BE8EB17-28E4-4843-AA64-A5A7AE0262C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4DAF8F04-2F9E-49A4-A10D-FEBE3505B2DF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C146D146-AF75-4465-9D12-AEE561B981C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E59D1F3E-1A36-46BE-9380-F6D506D1667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99B8640-C9D2-4CCB-BA3B-7B299CEDAAF7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62170768-5FAB-4EE4-9F1B-604F5F9A4BCF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F997464-90C7-440A-BC09-CA65AFCC54AF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ED58890-B588-494F-A667-FEDFBB75D4C5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5FE742A7-2CDE-45F4-BB99-1A14CA5AFD7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92888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ITLE"/>
          <p:cNvSpPr/>
          <p:nvPr/>
        </p:nvSpPr>
        <p:spPr>
          <a:xfrm>
            <a:off x="640080" y="365760"/>
            <a:ext cx="1090836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Иконка_1"/>
          <p:cNvSpPr/>
          <p:nvPr/>
        </p:nvSpPr>
        <p:spPr>
          <a:xfrm>
            <a:off x="6400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" name="SUBTITLE 1"/>
          <p:cNvSpPr/>
          <p:nvPr/>
        </p:nvSpPr>
        <p:spPr>
          <a:xfrm>
            <a:off x="6400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Иконка_2"/>
          <p:cNvSpPr/>
          <p:nvPr/>
        </p:nvSpPr>
        <p:spPr>
          <a:xfrm>
            <a:off x="45172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Иконка_2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46818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7" name="SUBTITLE 2"/>
          <p:cNvSpPr/>
          <p:nvPr/>
        </p:nvSpPr>
        <p:spPr>
          <a:xfrm>
            <a:off x="45172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172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Иконка_3"/>
          <p:cNvSpPr/>
          <p:nvPr/>
        </p:nvSpPr>
        <p:spPr>
          <a:xfrm>
            <a:off x="839412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Иконка_3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55864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71" name="SUBTITLE 3"/>
          <p:cNvSpPr/>
          <p:nvPr/>
        </p:nvSpPr>
        <p:spPr>
          <a:xfrm>
            <a:off x="839412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br>
              <a:rPr sz="1900"/>
            </a:br>
            <a:endParaRPr b="0" lang="en-US" sz="19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39412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7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5" name="Карточка_1"/>
          <p:cNvSpPr/>
          <p:nvPr/>
        </p:nvSpPr>
        <p:spPr>
          <a:xfrm>
            <a:off x="64008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PIC 1"/>
          <p:cNvSpPr/>
          <p:nvPr/>
        </p:nvSpPr>
        <p:spPr>
          <a:xfrm>
            <a:off x="82296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UBTITLE 1"/>
          <p:cNvSpPr/>
          <p:nvPr/>
        </p:nvSpPr>
        <p:spPr>
          <a:xfrm>
            <a:off x="82296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</a:t>
            </a:r>
            <a:r>
              <a:rPr b="1" lang="ru-RU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82296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Карточка_2"/>
          <p:cNvSpPr/>
          <p:nvPr/>
        </p:nvSpPr>
        <p:spPr>
          <a:xfrm>
            <a:off x="443484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PIC 2"/>
          <p:cNvSpPr/>
          <p:nvPr/>
        </p:nvSpPr>
        <p:spPr>
          <a:xfrm>
            <a:off x="461772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SUBTITLE 2"/>
          <p:cNvSpPr/>
          <p:nvPr/>
        </p:nvSpPr>
        <p:spPr>
          <a:xfrm>
            <a:off x="461772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61772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Карточка_3"/>
          <p:cNvSpPr/>
          <p:nvPr/>
        </p:nvSpPr>
        <p:spPr>
          <a:xfrm>
            <a:off x="822960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PIC 3"/>
          <p:cNvSpPr/>
          <p:nvPr/>
        </p:nvSpPr>
        <p:spPr>
          <a:xfrm>
            <a:off x="841248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SUBTITLE 3"/>
          <p:cNvSpPr/>
          <p:nvPr/>
        </p:nvSpPr>
        <p:spPr>
          <a:xfrm>
            <a:off x="841248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41248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89" name="PIC"/>
          <p:cNvSpPr/>
          <p:nvPr/>
        </p:nvSpPr>
        <p:spPr>
          <a:xfrm>
            <a:off x="7589520" y="0"/>
            <a:ext cx="459900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640080" y="315720"/>
            <a:ext cx="6609600" cy="19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91" name="SUBTITLE 1"/>
          <p:cNvSpPr/>
          <p:nvPr/>
        </p:nvSpPr>
        <p:spPr>
          <a:xfrm>
            <a:off x="640080" y="2590920"/>
            <a:ext cx="6609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e6dc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3189600"/>
            <a:ext cx="660960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d9c9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SUBTITLE 2"/>
          <p:cNvSpPr/>
          <p:nvPr/>
        </p:nvSpPr>
        <p:spPr>
          <a:xfrm>
            <a:off x="640080" y="4192920"/>
            <a:ext cx="31348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4008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SUBTITLE 3"/>
          <p:cNvSpPr/>
          <p:nvPr/>
        </p:nvSpPr>
        <p:spPr>
          <a:xfrm>
            <a:off x="4114800" y="4212720"/>
            <a:ext cx="31348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411480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7" name="Кнопка_Навигация_Фон" descr="/home/claude/vistas/assets/grad_circle.png"/>
          <p:cNvPicPr/>
          <p:nvPr/>
        </p:nvPicPr>
        <p:blipFill>
          <a:blip r:embed="rId2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98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0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SUBTITLE 1"/>
          <p:cNvSpPr/>
          <p:nvPr/>
        </p:nvSpPr>
        <p:spPr>
          <a:xfrm>
            <a:off x="6400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6400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Разделитель_1"/>
          <p:cNvSpPr/>
          <p:nvPr/>
        </p:nvSpPr>
        <p:spPr>
          <a:xfrm>
            <a:off x="4069080" y="2468880"/>
            <a:ext cx="360" cy="25491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UBTITLE 2"/>
          <p:cNvSpPr/>
          <p:nvPr/>
        </p:nvSpPr>
        <p:spPr>
          <a:xfrm>
            <a:off x="45172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45172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Разделитель_2"/>
          <p:cNvSpPr/>
          <p:nvPr/>
        </p:nvSpPr>
        <p:spPr>
          <a:xfrm>
            <a:off x="7945920" y="2468520"/>
            <a:ext cx="360" cy="254952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UBTITLE 3"/>
          <p:cNvSpPr/>
          <p:nvPr/>
        </p:nvSpPr>
        <p:spPr>
          <a:xfrm>
            <a:off x="839412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839412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Чип_1"/>
          <p:cNvSpPr/>
          <p:nvPr/>
        </p:nvSpPr>
        <p:spPr>
          <a:xfrm>
            <a:off x="639360" y="5290560"/>
            <a:ext cx="531504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UBTITLE 2"/>
          <p:cNvSpPr/>
          <p:nvPr/>
        </p:nvSpPr>
        <p:spPr>
          <a:xfrm>
            <a:off x="80388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80388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3" name="Чип_1"/>
          <p:cNvSpPr/>
          <p:nvPr/>
        </p:nvSpPr>
        <p:spPr>
          <a:xfrm>
            <a:off x="6234480" y="5290560"/>
            <a:ext cx="531324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UBTITLE 2"/>
          <p:cNvSpPr/>
          <p:nvPr/>
        </p:nvSpPr>
        <p:spPr>
          <a:xfrm>
            <a:off x="639900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639900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6" name="Чип_1"/>
          <p:cNvSpPr/>
          <p:nvPr/>
        </p:nvSpPr>
        <p:spPr>
          <a:xfrm>
            <a:off x="639360" y="4143240"/>
            <a:ext cx="10908360" cy="97704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UBTITLE 2"/>
          <p:cNvSpPr/>
          <p:nvPr/>
        </p:nvSpPr>
        <p:spPr>
          <a:xfrm>
            <a:off x="803880" y="4143240"/>
            <a:ext cx="9549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803880" y="4526280"/>
            <a:ext cx="9549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0" name="PIC 1"/>
          <p:cNvSpPr/>
          <p:nvPr/>
        </p:nvSpPr>
        <p:spPr>
          <a:xfrm>
            <a:off x="638280" y="1410840"/>
            <a:ext cx="10908360" cy="244764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Блок_3"/>
          <p:cNvSpPr/>
          <p:nvPr/>
        </p:nvSpPr>
        <p:spPr>
          <a:xfrm>
            <a:off x="822960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Блок_1"/>
          <p:cNvSpPr/>
          <p:nvPr/>
        </p:nvSpPr>
        <p:spPr>
          <a:xfrm>
            <a:off x="64008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24" name="SUBTITLE 1"/>
          <p:cNvSpPr/>
          <p:nvPr/>
        </p:nvSpPr>
        <p:spPr>
          <a:xfrm>
            <a:off x="91440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91440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6" name="Блок_2"/>
          <p:cNvSpPr/>
          <p:nvPr/>
        </p:nvSpPr>
        <p:spPr>
          <a:xfrm>
            <a:off x="443484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UBTITLE 2"/>
          <p:cNvSpPr/>
          <p:nvPr/>
        </p:nvSpPr>
        <p:spPr>
          <a:xfrm>
            <a:off x="470916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470916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SUBTITLE 3"/>
          <p:cNvSpPr/>
          <p:nvPr/>
        </p:nvSpPr>
        <p:spPr>
          <a:xfrm>
            <a:off x="850392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850392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2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Карточка_1"/>
          <p:cNvSpPr/>
          <p:nvPr/>
        </p:nvSpPr>
        <p:spPr>
          <a:xfrm>
            <a:off x="64008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PIC 1"/>
          <p:cNvSpPr/>
          <p:nvPr/>
        </p:nvSpPr>
        <p:spPr>
          <a:xfrm>
            <a:off x="82296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" name="SUBTITLE 1"/>
          <p:cNvSpPr/>
          <p:nvPr/>
        </p:nvSpPr>
        <p:spPr>
          <a:xfrm>
            <a:off x="82296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82296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7" name="Карточка_2"/>
          <p:cNvSpPr/>
          <p:nvPr/>
        </p:nvSpPr>
        <p:spPr>
          <a:xfrm>
            <a:off x="443484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PIC 2"/>
          <p:cNvSpPr/>
          <p:nvPr/>
        </p:nvSpPr>
        <p:spPr>
          <a:xfrm>
            <a:off x="461772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SUBTITLE 2"/>
          <p:cNvSpPr/>
          <p:nvPr/>
        </p:nvSpPr>
        <p:spPr>
          <a:xfrm>
            <a:off x="461772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461772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1" name="Карточка_3"/>
          <p:cNvSpPr/>
          <p:nvPr/>
        </p:nvSpPr>
        <p:spPr>
          <a:xfrm>
            <a:off x="8229600" y="1458720"/>
            <a:ext cx="3520080" cy="411444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PIC 3"/>
          <p:cNvSpPr/>
          <p:nvPr/>
        </p:nvSpPr>
        <p:spPr>
          <a:xfrm>
            <a:off x="8412480" y="1641600"/>
            <a:ext cx="3154320" cy="182844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SUBTITLE 3"/>
          <p:cNvSpPr/>
          <p:nvPr/>
        </p:nvSpPr>
        <p:spPr>
          <a:xfrm>
            <a:off x="8412480" y="35683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8412480" y="4184640"/>
            <a:ext cx="3154320" cy="11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5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46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47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IC"/>
          <p:cNvSpPr/>
          <p:nvPr/>
        </p:nvSpPr>
        <p:spPr>
          <a:xfrm>
            <a:off x="6309360" y="0"/>
            <a:ext cx="5879160" cy="6857640"/>
          </a:xfrm>
          <a:prstGeom prst="rect">
            <a:avLst/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9" name="Линия_1"/>
          <p:cNvSpPr/>
          <p:nvPr/>
        </p:nvSpPr>
        <p:spPr>
          <a:xfrm>
            <a:off x="639720" y="342468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UBTITLE 2"/>
          <p:cNvSpPr/>
          <p:nvPr/>
        </p:nvSpPr>
        <p:spPr>
          <a:xfrm>
            <a:off x="1615320" y="345312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1615320" y="40118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52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53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4" name="TITLE"/>
          <p:cNvSpPr/>
          <p:nvPr/>
        </p:nvSpPr>
        <p:spPr>
          <a:xfrm>
            <a:off x="640080" y="365760"/>
            <a:ext cx="5454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" name="Иконка_1"/>
          <p:cNvSpPr/>
          <p:nvPr/>
        </p:nvSpPr>
        <p:spPr>
          <a:xfrm>
            <a:off x="640080" y="367632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56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3840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57" name="Линия_1"/>
          <p:cNvSpPr/>
          <p:nvPr/>
        </p:nvSpPr>
        <p:spPr>
          <a:xfrm>
            <a:off x="639720" y="178668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UBTITLE 2"/>
          <p:cNvSpPr/>
          <p:nvPr/>
        </p:nvSpPr>
        <p:spPr>
          <a:xfrm>
            <a:off x="1615320" y="181512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1615320" y="23738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0" name="Иконка_1"/>
          <p:cNvSpPr/>
          <p:nvPr/>
        </p:nvSpPr>
        <p:spPr>
          <a:xfrm>
            <a:off x="640080" y="203832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1" name="Иконка_1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804600" y="2202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62" name="Линия_1"/>
          <p:cNvSpPr/>
          <p:nvPr/>
        </p:nvSpPr>
        <p:spPr>
          <a:xfrm>
            <a:off x="639720" y="506952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UBTITLE 2"/>
          <p:cNvSpPr/>
          <p:nvPr/>
        </p:nvSpPr>
        <p:spPr>
          <a:xfrm>
            <a:off x="1615320" y="509796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1615320" y="56570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5" name="Иконка_1"/>
          <p:cNvSpPr/>
          <p:nvPr/>
        </p:nvSpPr>
        <p:spPr>
          <a:xfrm>
            <a:off x="640080" y="532116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6" name="Иконка_1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04600" y="5486040"/>
            <a:ext cx="310680" cy="31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IC"/>
          <p:cNvSpPr/>
          <p:nvPr/>
        </p:nvSpPr>
        <p:spPr>
          <a:xfrm>
            <a:off x="0" y="0"/>
            <a:ext cx="12188520" cy="3748680"/>
          </a:xfrm>
          <a:prstGeom prst="rect">
            <a:avLst/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8" name="TITLE"/>
          <p:cNvSpPr/>
          <p:nvPr/>
        </p:nvSpPr>
        <p:spPr>
          <a:xfrm>
            <a:off x="644760" y="3982320"/>
            <a:ext cx="10835280" cy="9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9" name="SUBTITLE 1"/>
          <p:cNvSpPr/>
          <p:nvPr/>
        </p:nvSpPr>
        <p:spPr>
          <a:xfrm>
            <a:off x="644760" y="5116320"/>
            <a:ext cx="43246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644760" y="5630760"/>
            <a:ext cx="4324680" cy="97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a8a8a"/>
                </a:solidFill>
                <a:latin typeface="Arial"/>
                <a:ea typeface="Arial"/>
              </a:rPr>
              <a:t>TEXT</a:t>
            </a:r>
            <a:r>
              <a:rPr b="0" lang="ru-RU" sz="1300" spc="-1" strike="noStrike">
                <a:solidFill>
                  <a:srgbClr val="8a8a8a"/>
                </a:solidFill>
                <a:latin typeface="Arial"/>
                <a:ea typeface="Arial"/>
              </a:rPr>
              <a:t>1</a:t>
            </a:r>
            <a:r>
              <a:rPr b="0" lang="en-US" sz="1300" spc="-1" strike="noStrike">
                <a:solidFill>
                  <a:srgbClr val="8a8a8a"/>
                </a:solidFill>
                <a:latin typeface="Arial"/>
                <a:ea typeface="Arial"/>
              </a:rPr>
              <a:t> 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1" name="SUBTITLE 2"/>
          <p:cNvSpPr/>
          <p:nvPr/>
        </p:nvSpPr>
        <p:spPr>
          <a:xfrm>
            <a:off x="5347800" y="5116320"/>
            <a:ext cx="30340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5347800" y="5697000"/>
            <a:ext cx="30340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3" name="SUBTITLE 2"/>
          <p:cNvSpPr/>
          <p:nvPr/>
        </p:nvSpPr>
        <p:spPr>
          <a:xfrm>
            <a:off x="8768160" y="5050080"/>
            <a:ext cx="30340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8768160" y="5630760"/>
            <a:ext cx="30340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76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7" name="PIC 1"/>
          <p:cNvSpPr/>
          <p:nvPr/>
        </p:nvSpPr>
        <p:spPr>
          <a:xfrm>
            <a:off x="640080" y="1671480"/>
            <a:ext cx="3520080" cy="2605680"/>
          </a:xfrm>
          <a:prstGeom prst="roundRect">
            <a:avLst>
              <a:gd name="adj" fmla="val 2807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SUBTITLE 1"/>
          <p:cNvSpPr/>
          <p:nvPr/>
        </p:nvSpPr>
        <p:spPr>
          <a:xfrm>
            <a:off x="640080" y="4414680"/>
            <a:ext cx="3520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640080" y="4940280"/>
            <a:ext cx="352008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0" name="PIC 2"/>
          <p:cNvSpPr/>
          <p:nvPr/>
        </p:nvSpPr>
        <p:spPr>
          <a:xfrm>
            <a:off x="4434840" y="1671480"/>
            <a:ext cx="3520080" cy="2605680"/>
          </a:xfrm>
          <a:prstGeom prst="roundRect">
            <a:avLst>
              <a:gd name="adj" fmla="val 2807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1" name="SUBTITLE 2"/>
          <p:cNvSpPr/>
          <p:nvPr/>
        </p:nvSpPr>
        <p:spPr>
          <a:xfrm>
            <a:off x="4434840" y="4414680"/>
            <a:ext cx="3520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4434840" y="4940280"/>
            <a:ext cx="352008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3" name="PIC 3"/>
          <p:cNvSpPr/>
          <p:nvPr/>
        </p:nvSpPr>
        <p:spPr>
          <a:xfrm>
            <a:off x="8229600" y="1671480"/>
            <a:ext cx="3520080" cy="2605680"/>
          </a:xfrm>
          <a:prstGeom prst="roundRect">
            <a:avLst>
              <a:gd name="adj" fmla="val 2807"/>
            </a:avLst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4" name="SUBTITLE 3"/>
          <p:cNvSpPr/>
          <p:nvPr/>
        </p:nvSpPr>
        <p:spPr>
          <a:xfrm>
            <a:off x="8229600" y="4414680"/>
            <a:ext cx="3520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8229600" y="4940280"/>
            <a:ext cx="352008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6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IC"/>
          <p:cNvSpPr/>
          <p:nvPr/>
        </p:nvSpPr>
        <p:spPr>
          <a:xfrm>
            <a:off x="0" y="0"/>
            <a:ext cx="5879160" cy="6857640"/>
          </a:xfrm>
          <a:prstGeom prst="rect">
            <a:avLst/>
          </a:prstGeom>
          <a:solidFill>
            <a:srgbClr val="d9d9d9"/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8" name="Линия_1"/>
          <p:cNvSpPr/>
          <p:nvPr/>
        </p:nvSpPr>
        <p:spPr>
          <a:xfrm>
            <a:off x="6277320" y="342468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UBTITLE 2"/>
          <p:cNvSpPr/>
          <p:nvPr/>
        </p:nvSpPr>
        <p:spPr>
          <a:xfrm>
            <a:off x="7252920" y="345312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7252920" y="40118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91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92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3" name="TITLE"/>
          <p:cNvSpPr/>
          <p:nvPr/>
        </p:nvSpPr>
        <p:spPr>
          <a:xfrm>
            <a:off x="6277320" y="365760"/>
            <a:ext cx="5454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4" name="Иконка_1"/>
          <p:cNvSpPr/>
          <p:nvPr/>
        </p:nvSpPr>
        <p:spPr>
          <a:xfrm>
            <a:off x="6277320" y="367632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Линия_1"/>
          <p:cNvSpPr/>
          <p:nvPr/>
        </p:nvSpPr>
        <p:spPr>
          <a:xfrm>
            <a:off x="6277320" y="178668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UBTITLE 2"/>
          <p:cNvSpPr/>
          <p:nvPr/>
        </p:nvSpPr>
        <p:spPr>
          <a:xfrm>
            <a:off x="7252920" y="181512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7252920" y="23738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8" name="Иконка_1"/>
          <p:cNvSpPr/>
          <p:nvPr/>
        </p:nvSpPr>
        <p:spPr>
          <a:xfrm>
            <a:off x="6277320" y="203832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Линия_1"/>
          <p:cNvSpPr/>
          <p:nvPr/>
        </p:nvSpPr>
        <p:spPr>
          <a:xfrm>
            <a:off x="6277320" y="5069520"/>
            <a:ext cx="5347080" cy="3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SUBTITLE 2"/>
          <p:cNvSpPr/>
          <p:nvPr/>
        </p:nvSpPr>
        <p:spPr>
          <a:xfrm>
            <a:off x="7252920" y="5097960"/>
            <a:ext cx="426384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7252920" y="5657040"/>
            <a:ext cx="42638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2" name="Иконка_1"/>
          <p:cNvSpPr/>
          <p:nvPr/>
        </p:nvSpPr>
        <p:spPr>
          <a:xfrm>
            <a:off x="6277320" y="532116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UBTITLE 2"/>
          <p:cNvSpPr/>
          <p:nvPr/>
        </p:nvSpPr>
        <p:spPr>
          <a:xfrm>
            <a:off x="6323400" y="2127960"/>
            <a:ext cx="54756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rgbClr val="ff6a3d"/>
                </a:solidFill>
                <a:latin typeface="Arial"/>
                <a:ea typeface="Arial"/>
              </a:rPr>
              <a:t>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4" name="SUBTITLE 2"/>
          <p:cNvSpPr/>
          <p:nvPr/>
        </p:nvSpPr>
        <p:spPr>
          <a:xfrm>
            <a:off x="6323400" y="3749760"/>
            <a:ext cx="54756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rgbClr val="ff6a3d"/>
                </a:solidFill>
                <a:latin typeface="Arial"/>
                <a:ea typeface="Arial"/>
              </a:rPr>
              <a:t>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5" name="SUBTITLE 2"/>
          <p:cNvSpPr/>
          <p:nvPr/>
        </p:nvSpPr>
        <p:spPr>
          <a:xfrm>
            <a:off x="6325920" y="5394960"/>
            <a:ext cx="54756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rgbClr val="ff6a3d"/>
                </a:solidFill>
                <a:latin typeface="Arial"/>
                <a:ea typeface="Arial"/>
              </a:rPr>
              <a:t>3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207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</TotalTime>
  <Application>LibreOffice/7.3.7.2$Linux_X86_64 LibreOffice_project/30$Build-2</Application>
  <AppVersion>15.0000</AppVersion>
  <Words>140</Words>
  <Paragraphs>129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>Алика Шпагина</cp:lastModifiedBy>
  <dcterms:modified xsi:type="dcterms:W3CDTF">2026-08-17T16:28:16Z</dcterms:modified>
  <cp:revision>8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Произвольный</vt:lpwstr>
  </property>
  <property fmtid="{D5CDD505-2E9C-101B-9397-08002B2CF9AE}" pid="4" name="Slides">
    <vt:i4>14</vt:i4>
  </property>
</Properties>
</file>