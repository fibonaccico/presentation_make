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</a:t>
            </a:r>
            <a:r>
              <a:rPr b="0" lang="en-US" sz="2000" spc="-1" strike="noStrike">
                <a:latin typeface="Arial"/>
              </a:rPr>
              <a:t>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DF67C87-38F9-40C6-BBAE-7563DDD3EE95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1768942-7EEE-40DD-BDA5-48818B35B9D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0DAB5C59-773D-4664-AFBC-352C3FB18A0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5506BE76-B4E3-4177-B728-54A788D6A28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E94E375-4228-4E31-BD7E-1B59A480A21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5746287-4A9D-4DC4-9E28-B5120132B75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8F89A1D8-E21A-4634-82E9-777D5F7DFD0D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5938CFB3-070A-4B25-8E0F-475868A0CD7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D40B0D6-A3E1-4237-8CEE-EA96A70E8CD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2C96C9B-F1D3-4DF4-A00C-5F29579C6ED7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92888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8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Чип_1"/>
          <p:cNvSpPr/>
          <p:nvPr/>
        </p:nvSpPr>
        <p:spPr>
          <a:xfrm>
            <a:off x="639360" y="5290560"/>
            <a:ext cx="531504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SUBTITLE 2"/>
          <p:cNvSpPr/>
          <p:nvPr/>
        </p:nvSpPr>
        <p:spPr>
          <a:xfrm>
            <a:off x="8038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8038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Чип_1"/>
          <p:cNvSpPr/>
          <p:nvPr/>
        </p:nvSpPr>
        <p:spPr>
          <a:xfrm>
            <a:off x="6234480" y="5290560"/>
            <a:ext cx="531324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SUBTITLE 2"/>
          <p:cNvSpPr/>
          <p:nvPr/>
        </p:nvSpPr>
        <p:spPr>
          <a:xfrm>
            <a:off x="639900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639900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639360" y="4143240"/>
            <a:ext cx="109083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80388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80388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20" name="PIC 1"/>
          <p:cNvSpPr/>
          <p:nvPr/>
        </p:nvSpPr>
        <p:spPr>
          <a:xfrm>
            <a:off x="638280" y="1410840"/>
            <a:ext cx="10908360" cy="244764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Блок_3"/>
          <p:cNvSpPr/>
          <p:nvPr/>
        </p:nvSpPr>
        <p:spPr>
          <a:xfrm>
            <a:off x="822960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Блок_1"/>
          <p:cNvSpPr/>
          <p:nvPr/>
        </p:nvSpPr>
        <p:spPr>
          <a:xfrm>
            <a:off x="64008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24" name="SUBTITLE 1"/>
          <p:cNvSpPr/>
          <p:nvPr/>
        </p:nvSpPr>
        <p:spPr>
          <a:xfrm>
            <a:off x="91440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91440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6" name="Блок_2"/>
          <p:cNvSpPr/>
          <p:nvPr/>
        </p:nvSpPr>
        <p:spPr>
          <a:xfrm>
            <a:off x="443484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SUBTITLE 2"/>
          <p:cNvSpPr/>
          <p:nvPr/>
        </p:nvSpPr>
        <p:spPr>
          <a:xfrm>
            <a:off x="470916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470916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SUBTITLE 3"/>
          <p:cNvSpPr/>
          <p:nvPr/>
        </p:nvSpPr>
        <p:spPr>
          <a:xfrm>
            <a:off x="850392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850392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2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34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Application>LibreOffice/7.3.7.2$Linux_X86_64 LibreOffice_project/30$Build-2</Application>
  <AppVersion>15.0000</AppVersion>
  <Words>140</Words>
  <Paragraphs>129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2026-08-18T23:01:05Z</dcterms:modified>
  <cp:revision>13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Произвольный</vt:lpwstr>
  </property>
  <property fmtid="{D5CDD505-2E9C-101B-9397-08002B2CF9AE}" pid="4" name="Slides">
    <vt:i4>14</vt:i4>
  </property>
</Properties>
</file>