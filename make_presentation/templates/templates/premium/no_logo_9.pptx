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_rels/notesSlide9.xml.rels" ContentType="application/vnd.openxmlformats-package.relationships+xml"/>
  <Override PartName="/ppt/notesSlides/_rels/notesSlide6.xml.rels" ContentType="application/vnd.openxmlformats-package.relationships+xml"/>
  <Override PartName="/ppt/notesSlides/_rels/notesSlide8.xml.rels" ContentType="application/vnd.openxmlformats-package.relationships+xml"/>
  <Override PartName="/ppt/notesSlides/_rels/notesSlide2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.xml.rels" ContentType="application/vnd.openxmlformats-package.relationships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3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9.png" ContentType="image/png"/>
  <Override PartName="/ppt/media/image14.png" ContentType="image/png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10.png" ContentType="image/png"/>
  <Override PartName="/ppt/media/image6.png" ContentType="image/png"/>
  <Override PartName="/ppt/media/image11.png" ContentType="image/png"/>
  <Override PartName="/ppt/media/image7.png" ContentType="image/png"/>
  <Override PartName="/ppt/media/image12.png" ContentType="image/png"/>
  <Override PartName="/ppt/media/image8.png" ContentType="image/png"/>
  <Override PartName="/ppt/media/image13.png" ContentType="image/png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12188825" cy="6858000"/>
  <p:notesSz cx="6858000" cy="12188825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Click to move the slide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000" spc="-1" strike="noStrike">
                <a:latin typeface="Arial"/>
              </a:rPr>
              <a:t>Click to edit the notes format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400" spc="-1" strike="noStrike">
                <a:latin typeface="Times New Roman"/>
              </a:rPr>
              <a:t>&lt;header&gt;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F218E5B3-0753-4F7E-89FF-2AF80FC76D9B}" type="slidenum">
              <a:rPr b="0" lang="en-US" sz="1400" spc="-1" strike="noStrike">
                <a:latin typeface="Times New Roman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3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39" name="PlaceHolder 3"/>
          <p:cNvSpPr>
            <a:spLocks noGrp="1"/>
          </p:cNvSpPr>
          <p:nvPr>
            <p:ph type="sldNum" idx="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lstStyle>
            <a:lvl1pPr>
              <a:lnSpc>
                <a:spcPct val="100000"/>
              </a:lnSpc>
              <a:buNone/>
              <a:defRPr b="0" lang="en-US" sz="18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lnSpc>
                <a:spcPct val="100000"/>
              </a:lnSpc>
              <a:buNone/>
            </a:pPr>
            <a:fld id="{2E7416D9-FFBB-4F79-865C-8395AB2288A2}" type="slidenum">
              <a:rPr b="0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4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42" name="PlaceHolder 3"/>
          <p:cNvSpPr>
            <a:spLocks noGrp="1"/>
          </p:cNvSpPr>
          <p:nvPr>
            <p:ph type="sldNum" idx="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lstStyle>
            <a:lvl1pPr>
              <a:lnSpc>
                <a:spcPct val="100000"/>
              </a:lnSpc>
              <a:buNone/>
              <a:defRPr b="0" lang="en-US" sz="18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lnSpc>
                <a:spcPct val="100000"/>
              </a:lnSpc>
              <a:buNone/>
            </a:pPr>
            <a:fld id="{330C53AA-882A-46A4-AC38-2F1ADADE052A}" type="slidenum">
              <a:rPr b="0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4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45" name="PlaceHolder 3"/>
          <p:cNvSpPr>
            <a:spLocks noGrp="1"/>
          </p:cNvSpPr>
          <p:nvPr>
            <p:ph type="sldNum" idx="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lstStyle>
            <a:lvl1pPr>
              <a:lnSpc>
                <a:spcPct val="100000"/>
              </a:lnSpc>
              <a:buNone/>
              <a:defRPr b="0" lang="en-US" sz="18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lnSpc>
                <a:spcPct val="100000"/>
              </a:lnSpc>
              <a:buNone/>
            </a:pPr>
            <a:fld id="{1C3A18C0-0D41-4BD3-8980-23B5AA7F9C16}" type="slidenum">
              <a:rPr b="0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4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48" name="PlaceHolder 3"/>
          <p:cNvSpPr>
            <a:spLocks noGrp="1"/>
          </p:cNvSpPr>
          <p:nvPr>
            <p:ph type="sldNum" idx="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lstStyle>
            <a:lvl1pPr>
              <a:lnSpc>
                <a:spcPct val="100000"/>
              </a:lnSpc>
              <a:buNone/>
              <a:defRPr b="0" lang="en-US" sz="18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lnSpc>
                <a:spcPct val="100000"/>
              </a:lnSpc>
              <a:buNone/>
            </a:pPr>
            <a:fld id="{C53EBFB8-1F40-44C0-8FB0-8DCFF7206C93}" type="slidenum">
              <a:rPr b="0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5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51" name="PlaceHolder 3"/>
          <p:cNvSpPr>
            <a:spLocks noGrp="1"/>
          </p:cNvSpPr>
          <p:nvPr>
            <p:ph type="sldNum" idx="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lstStyle>
            <a:lvl1pPr>
              <a:lnSpc>
                <a:spcPct val="100000"/>
              </a:lnSpc>
              <a:buNone/>
              <a:defRPr b="0" lang="en-US" sz="18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lnSpc>
                <a:spcPct val="100000"/>
              </a:lnSpc>
              <a:buNone/>
            </a:pPr>
            <a:fld id="{60688C54-B27F-4E3F-A926-99A1E042D78B}" type="slidenum">
              <a:rPr b="0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5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54" name="PlaceHolder 3"/>
          <p:cNvSpPr>
            <a:spLocks noGrp="1"/>
          </p:cNvSpPr>
          <p:nvPr>
            <p:ph type="sldNum" idx="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lstStyle>
            <a:lvl1pPr>
              <a:lnSpc>
                <a:spcPct val="100000"/>
              </a:lnSpc>
              <a:buNone/>
              <a:defRPr b="0" lang="en-US" sz="18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lnSpc>
                <a:spcPct val="100000"/>
              </a:lnSpc>
              <a:buNone/>
            </a:pPr>
            <a:fld id="{05FDD8E0-256B-470E-9342-CEE7526161DC}" type="slidenum">
              <a:rPr b="0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5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57" name="PlaceHolder 3"/>
          <p:cNvSpPr>
            <a:spLocks noGrp="1"/>
          </p:cNvSpPr>
          <p:nvPr>
            <p:ph type="sldNum" idx="1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lstStyle>
            <a:lvl1pPr>
              <a:lnSpc>
                <a:spcPct val="100000"/>
              </a:lnSpc>
              <a:buNone/>
              <a:defRPr b="0" lang="en-US" sz="18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lnSpc>
                <a:spcPct val="100000"/>
              </a:lnSpc>
              <a:buNone/>
            </a:pPr>
            <a:fld id="{0B761933-8A3B-4299-B8EB-1C909CE22D36}" type="slidenum">
              <a:rPr b="0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5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60" name="PlaceHolder 3"/>
          <p:cNvSpPr>
            <a:spLocks noGrp="1"/>
          </p:cNvSpPr>
          <p:nvPr>
            <p:ph type="sldNum" idx="1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lstStyle>
            <a:lvl1pPr>
              <a:lnSpc>
                <a:spcPct val="100000"/>
              </a:lnSpc>
              <a:buNone/>
              <a:defRPr b="0" lang="en-US" sz="18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lnSpc>
                <a:spcPct val="100000"/>
              </a:lnSpc>
              <a:buNone/>
            </a:pPr>
            <a:fld id="{15F022E2-97C5-490E-BD56-60680755D5EA}" type="slidenum">
              <a:rPr b="0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6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63" name="PlaceHolder 3"/>
          <p:cNvSpPr>
            <a:spLocks noGrp="1"/>
          </p:cNvSpPr>
          <p:nvPr>
            <p:ph type="sldNum" idx="1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lstStyle>
            <a:lvl1pPr>
              <a:lnSpc>
                <a:spcPct val="100000"/>
              </a:lnSpc>
              <a:buNone/>
              <a:defRPr b="0" lang="en-US" sz="18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lnSpc>
                <a:spcPct val="100000"/>
              </a:lnSpc>
              <a:buNone/>
            </a:pPr>
            <a:fld id="{ACA7049B-C173-4DEE-8A7D-D532182DCF44}" type="slidenum">
              <a:rPr b="0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120" y="1604520"/>
            <a:ext cx="109695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609120" y="1604520"/>
            <a:ext cx="109695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609120" y="1604520"/>
            <a:ext cx="53528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>
          <a:xfrm>
            <a:off x="6230160" y="1604520"/>
            <a:ext cx="53528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609120" y="273600"/>
            <a:ext cx="1096956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609120" y="1604520"/>
            <a:ext cx="53528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6230160" y="1604520"/>
            <a:ext cx="53528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>
          <a:xfrm>
            <a:off x="609120" y="3682080"/>
            <a:ext cx="53528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609120" y="1604520"/>
            <a:ext cx="53528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6230160" y="1604520"/>
            <a:ext cx="53528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6230160" y="3682080"/>
            <a:ext cx="53528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609120" y="1604520"/>
            <a:ext cx="53528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6230160" y="1604520"/>
            <a:ext cx="53528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609120" y="3682080"/>
            <a:ext cx="1096956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609120" y="1604520"/>
            <a:ext cx="1096956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609120" y="3682080"/>
            <a:ext cx="1096956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120" y="1604520"/>
            <a:ext cx="53528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230160" y="1604520"/>
            <a:ext cx="53528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609120" y="3682080"/>
            <a:ext cx="53528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/>
          </p:nvPr>
        </p:nvSpPr>
        <p:spPr>
          <a:xfrm>
            <a:off x="6230160" y="3682080"/>
            <a:ext cx="53528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609120" y="1604520"/>
            <a:ext cx="353196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318200" y="1604520"/>
            <a:ext cx="353196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8026920" y="1604520"/>
            <a:ext cx="353196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609120" y="3682080"/>
            <a:ext cx="353196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/>
          </p:nvPr>
        </p:nvSpPr>
        <p:spPr>
          <a:xfrm>
            <a:off x="4318200" y="3682080"/>
            <a:ext cx="353196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/>
          </p:nvPr>
        </p:nvSpPr>
        <p:spPr>
          <a:xfrm>
            <a:off x="8026920" y="3682080"/>
            <a:ext cx="353196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120" y="1604520"/>
            <a:ext cx="109695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Кнопка_Навигация_Фон" descr="/home/claude/vistas/assets/grad_circle.png"/>
          <p:cNvPicPr/>
          <p:nvPr/>
        </p:nvPicPr>
        <p:blipFill>
          <a:blip r:embed="rId1"/>
          <a:stretch/>
        </p:blipFill>
        <p:spPr>
          <a:xfrm>
            <a:off x="11228760" y="5897880"/>
            <a:ext cx="502560" cy="502560"/>
          </a:xfrm>
          <a:prstGeom prst="rect">
            <a:avLst/>
          </a:prstGeom>
          <a:ln w="0">
            <a:noFill/>
          </a:ln>
        </p:spPr>
      </p:pic>
      <p:sp>
        <p:nvSpPr>
          <p:cNvPr id="45" name="Кнопка_Навигация_Стрелка"/>
          <p:cNvSpPr/>
          <p:nvPr/>
        </p:nvSpPr>
        <p:spPr>
          <a:xfrm>
            <a:off x="11228760" y="589788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Arial"/>
                <a:ea typeface="Arial"/>
              </a:rPr>
              <a:t>→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46" name="Заголовок"/>
          <p:cNvSpPr/>
          <p:nvPr/>
        </p:nvSpPr>
        <p:spPr>
          <a:xfrm>
            <a:off x="457200" y="4027680"/>
            <a:ext cx="10744200" cy="203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2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ffffff"/>
                </a:solidFill>
                <a:latin typeface="Arial"/>
                <a:ea typeface="Arial"/>
              </a:rPr>
              <a:t>TITLE</a:t>
            </a:r>
            <a:endParaRPr b="0" lang="en-US" sz="4000" spc="-1" strike="noStrike">
              <a:latin typeface="Arial"/>
            </a:endParaRPr>
          </a:p>
        </p:txBody>
      </p:sp>
      <p:pic>
        <p:nvPicPr>
          <p:cNvPr id="47" name="Год_Плашка_Фон" descr="/home/claude/vistas/assets/grad_pill.png"/>
          <p:cNvPicPr/>
          <p:nvPr/>
        </p:nvPicPr>
        <p:blipFill>
          <a:blip r:embed="rId2"/>
          <a:stretch/>
        </p:blipFill>
        <p:spPr>
          <a:xfrm>
            <a:off x="457200" y="3692160"/>
            <a:ext cx="1554120" cy="1720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IC"/>
          <p:cNvSpPr/>
          <p:nvPr/>
        </p:nvSpPr>
        <p:spPr>
          <a:xfrm>
            <a:off x="6492240" y="1463040"/>
            <a:ext cx="5239080" cy="4937400"/>
          </a:xfrm>
          <a:prstGeom prst="roundRect">
            <a:avLst>
              <a:gd name="adj" fmla="val 1481"/>
            </a:avLst>
          </a:prstGeom>
          <a:solidFill>
            <a:schemeClr val="bg1">
              <a:lumMod val="85000"/>
            </a:schemeClr>
          </a:solidFill>
          <a:ln w="9525">
            <a:solidFill>
              <a:srgbClr val="6e6e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PIC</a:t>
            </a:r>
            <a:endParaRPr b="0" lang="en-US" sz="1800" spc="-1" strike="noStrike">
              <a:latin typeface="Arial"/>
            </a:endParaRPr>
          </a:p>
        </p:txBody>
      </p:sp>
      <p:pic>
        <p:nvPicPr>
          <p:cNvPr id="49" name="Кнопка_Навигация_Фон" descr="/home/claude/vistas/assets/grad_circle.png"/>
          <p:cNvPicPr/>
          <p:nvPr/>
        </p:nvPicPr>
        <p:blipFill>
          <a:blip r:embed="rId1"/>
          <a:stretch/>
        </p:blipFill>
        <p:spPr>
          <a:xfrm>
            <a:off x="11228760" y="5897880"/>
            <a:ext cx="502560" cy="502560"/>
          </a:xfrm>
          <a:prstGeom prst="rect">
            <a:avLst/>
          </a:prstGeom>
          <a:ln w="0">
            <a:noFill/>
          </a:ln>
        </p:spPr>
      </p:pic>
      <p:sp>
        <p:nvSpPr>
          <p:cNvPr id="50" name="Кнопка_Навигация_Стрелка"/>
          <p:cNvSpPr/>
          <p:nvPr/>
        </p:nvSpPr>
        <p:spPr>
          <a:xfrm>
            <a:off x="11228760" y="589788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Arial"/>
                <a:ea typeface="Arial"/>
              </a:rPr>
              <a:t>→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51" name="TextBox 10"/>
          <p:cNvSpPr/>
          <p:nvPr/>
        </p:nvSpPr>
        <p:spPr>
          <a:xfrm>
            <a:off x="640080" y="1463040"/>
            <a:ext cx="5454000" cy="55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1800" spc="-1" strike="noStrike">
                <a:solidFill>
                  <a:srgbClr val="ffffff"/>
                </a:solidFill>
                <a:latin typeface="Arial"/>
                <a:ea typeface="DejaVu Sans"/>
              </a:rPr>
              <a:t>SUBTITLE</a:t>
            </a:r>
            <a:r>
              <a:rPr b="1" lang="ru-RU" sz="1800" spc="-1" strike="noStrike">
                <a:solidFill>
                  <a:srgbClr val="ffffff"/>
                </a:solidFill>
                <a:latin typeface="Arial"/>
                <a:ea typeface="DejaVu Sans"/>
              </a:rPr>
              <a:t>1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52" name="TextBox 10"/>
          <p:cNvSpPr/>
          <p:nvPr/>
        </p:nvSpPr>
        <p:spPr>
          <a:xfrm>
            <a:off x="640080" y="1998720"/>
            <a:ext cx="5461200" cy="110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400" spc="-1" strike="noStrike">
                <a:solidFill>
                  <a:srgbClr val="ffffff"/>
                </a:solidFill>
                <a:latin typeface="Arial"/>
                <a:ea typeface="DejaVu Sans"/>
              </a:rPr>
              <a:t>1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53" name="TextBox 10"/>
          <p:cNvSpPr/>
          <p:nvPr/>
        </p:nvSpPr>
        <p:spPr>
          <a:xfrm>
            <a:off x="636480" y="3128040"/>
            <a:ext cx="5454000" cy="55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1800" spc="-1" strike="noStrike">
                <a:solidFill>
                  <a:srgbClr val="ffffff"/>
                </a:solidFill>
                <a:latin typeface="Arial"/>
                <a:ea typeface="DejaVu Sans"/>
              </a:rPr>
              <a:t>SUBTITLE2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54" name="TextBox 10"/>
          <p:cNvSpPr/>
          <p:nvPr/>
        </p:nvSpPr>
        <p:spPr>
          <a:xfrm>
            <a:off x="636480" y="3660840"/>
            <a:ext cx="5461200" cy="117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400" spc="-1" strike="noStrike">
                <a:solidFill>
                  <a:srgbClr val="ffffff"/>
                </a:solidFill>
                <a:latin typeface="Arial"/>
                <a:ea typeface="DejaVu Sans"/>
              </a:rPr>
              <a:t>2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55" name="TextBox 10"/>
          <p:cNvSpPr/>
          <p:nvPr/>
        </p:nvSpPr>
        <p:spPr>
          <a:xfrm>
            <a:off x="636480" y="4843800"/>
            <a:ext cx="5454000" cy="55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1800" spc="-1" strike="noStrike">
                <a:solidFill>
                  <a:srgbClr val="ffffff"/>
                </a:solidFill>
                <a:latin typeface="Arial"/>
                <a:ea typeface="DejaVu Sans"/>
              </a:rPr>
              <a:t>SUBTITLE3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56" name="TextBox 10"/>
          <p:cNvSpPr/>
          <p:nvPr/>
        </p:nvSpPr>
        <p:spPr>
          <a:xfrm>
            <a:off x="636480" y="5376600"/>
            <a:ext cx="5461200" cy="11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400" spc="-1" strike="noStrike">
                <a:solidFill>
                  <a:srgbClr val="ffffff"/>
                </a:solidFill>
                <a:latin typeface="Arial"/>
                <a:ea typeface="DejaVu Sans"/>
              </a:rPr>
              <a:t>3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57" name="TITLE"/>
          <p:cNvSpPr/>
          <p:nvPr/>
        </p:nvSpPr>
        <p:spPr>
          <a:xfrm>
            <a:off x="640080" y="365760"/>
            <a:ext cx="11091240" cy="97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2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Arial"/>
                <a:ea typeface="Arial"/>
              </a:rPr>
              <a:t>TITLE</a:t>
            </a:r>
            <a:endParaRPr b="0" lang="en-US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Кнопка_Навигация_Фон" descr="/home/claude/vistas/assets/grad_circle.png"/>
          <p:cNvPicPr/>
          <p:nvPr/>
        </p:nvPicPr>
        <p:blipFill>
          <a:blip r:embed="rId1"/>
          <a:stretch/>
        </p:blipFill>
        <p:spPr>
          <a:xfrm>
            <a:off x="11228760" y="5897880"/>
            <a:ext cx="502560" cy="502560"/>
          </a:xfrm>
          <a:prstGeom prst="rect">
            <a:avLst/>
          </a:prstGeom>
          <a:ln w="0">
            <a:noFill/>
          </a:ln>
        </p:spPr>
      </p:pic>
      <p:sp>
        <p:nvSpPr>
          <p:cNvPr id="59" name="Кнопка_Навигация_Стрелка"/>
          <p:cNvSpPr/>
          <p:nvPr/>
        </p:nvSpPr>
        <p:spPr>
          <a:xfrm>
            <a:off x="11228760" y="589788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Arial"/>
                <a:ea typeface="Arial"/>
              </a:rPr>
              <a:t>→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60" name="TITLE"/>
          <p:cNvSpPr/>
          <p:nvPr/>
        </p:nvSpPr>
        <p:spPr>
          <a:xfrm>
            <a:off x="640080" y="365760"/>
            <a:ext cx="10908360" cy="107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2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Arial"/>
                <a:ea typeface="Arial"/>
              </a:rPr>
              <a:t>TITLE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61" name="Иконка_1"/>
          <p:cNvSpPr/>
          <p:nvPr/>
        </p:nvSpPr>
        <p:spPr>
          <a:xfrm>
            <a:off x="640080" y="2309040"/>
            <a:ext cx="639720" cy="639720"/>
          </a:xfrm>
          <a:prstGeom prst="roundRect">
            <a:avLst>
              <a:gd name="adj" fmla="val 20000"/>
            </a:avLst>
          </a:prstGeom>
          <a:solidFill>
            <a:srgbClr val="161616"/>
          </a:solidFill>
          <a:ln w="12700">
            <a:solidFill>
              <a:srgbClr val="2a2a2a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62" name="Иконка_1_Акцент" descr="/home/claude/vistas/assets/grad_square.png"/>
          <p:cNvPicPr/>
          <p:nvPr/>
        </p:nvPicPr>
        <p:blipFill>
          <a:blip r:embed="rId2"/>
          <a:stretch/>
        </p:blipFill>
        <p:spPr>
          <a:xfrm>
            <a:off x="804600" y="2473560"/>
            <a:ext cx="310680" cy="310680"/>
          </a:xfrm>
          <a:prstGeom prst="rect">
            <a:avLst/>
          </a:prstGeom>
          <a:ln w="0">
            <a:noFill/>
          </a:ln>
        </p:spPr>
      </p:pic>
      <p:sp>
        <p:nvSpPr>
          <p:cNvPr id="63" name="SUBTITLE 1"/>
          <p:cNvSpPr/>
          <p:nvPr/>
        </p:nvSpPr>
        <p:spPr>
          <a:xfrm>
            <a:off x="640080" y="3223440"/>
            <a:ext cx="3337200" cy="89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900" spc="-1" strike="noStrike">
                <a:solidFill>
                  <a:srgbClr val="ffffff"/>
                </a:solidFill>
                <a:latin typeface="Arial"/>
                <a:ea typeface="Arial"/>
              </a:rPr>
              <a:t>SUBTITLE1</a:t>
            </a:r>
            <a:endParaRPr b="0" lang="en-US" sz="1900" spc="-1" strike="noStrike">
              <a:latin typeface="Arial"/>
            </a:endParaRPr>
          </a:p>
        </p:txBody>
      </p:sp>
      <p:sp>
        <p:nvSpPr>
          <p:cNvPr id="64" name="TEXT 1"/>
          <p:cNvSpPr/>
          <p:nvPr/>
        </p:nvSpPr>
        <p:spPr>
          <a:xfrm>
            <a:off x="640080" y="4114800"/>
            <a:ext cx="3154320" cy="21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35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b7b7b7"/>
                </a:solidFill>
                <a:latin typeface="Arial"/>
                <a:ea typeface="Arial"/>
              </a:rPr>
              <a:t>TEXT1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65" name="Иконка_2"/>
          <p:cNvSpPr/>
          <p:nvPr/>
        </p:nvSpPr>
        <p:spPr>
          <a:xfrm>
            <a:off x="4517280" y="2309040"/>
            <a:ext cx="639720" cy="639720"/>
          </a:xfrm>
          <a:prstGeom prst="roundRect">
            <a:avLst>
              <a:gd name="adj" fmla="val 20000"/>
            </a:avLst>
          </a:prstGeom>
          <a:solidFill>
            <a:srgbClr val="161616"/>
          </a:solidFill>
          <a:ln w="12700">
            <a:solidFill>
              <a:srgbClr val="2a2a2a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66" name="Иконка_2_Акцент" descr="/home/claude/vistas/assets/grad_square.png"/>
          <p:cNvPicPr/>
          <p:nvPr/>
        </p:nvPicPr>
        <p:blipFill>
          <a:blip r:embed="rId3"/>
          <a:stretch/>
        </p:blipFill>
        <p:spPr>
          <a:xfrm>
            <a:off x="4681800" y="2473560"/>
            <a:ext cx="310680" cy="310680"/>
          </a:xfrm>
          <a:prstGeom prst="rect">
            <a:avLst/>
          </a:prstGeom>
          <a:ln w="0">
            <a:noFill/>
          </a:ln>
        </p:spPr>
      </p:pic>
      <p:sp>
        <p:nvSpPr>
          <p:cNvPr id="67" name="SUBTITLE 2"/>
          <p:cNvSpPr/>
          <p:nvPr/>
        </p:nvSpPr>
        <p:spPr>
          <a:xfrm>
            <a:off x="4517280" y="3223440"/>
            <a:ext cx="3337200" cy="89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900" spc="-1" strike="noStrike">
                <a:solidFill>
                  <a:srgbClr val="ffffff"/>
                </a:solidFill>
                <a:latin typeface="Arial"/>
                <a:ea typeface="Arial"/>
              </a:rPr>
              <a:t>SUBTITLE2</a:t>
            </a:r>
            <a:endParaRPr b="0" lang="en-US" sz="1900" spc="-1" strike="noStrike">
              <a:latin typeface="Arial"/>
            </a:endParaRPr>
          </a:p>
        </p:txBody>
      </p:sp>
      <p:sp>
        <p:nvSpPr>
          <p:cNvPr id="68" name="TEXT 2"/>
          <p:cNvSpPr/>
          <p:nvPr/>
        </p:nvSpPr>
        <p:spPr>
          <a:xfrm>
            <a:off x="4517280" y="4114800"/>
            <a:ext cx="3154320" cy="21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35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b7b7b7"/>
                </a:solidFill>
                <a:latin typeface="Arial"/>
                <a:ea typeface="Arial"/>
              </a:rPr>
              <a:t>TEXT2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69" name="Иконка_3"/>
          <p:cNvSpPr/>
          <p:nvPr/>
        </p:nvSpPr>
        <p:spPr>
          <a:xfrm>
            <a:off x="8394120" y="2309040"/>
            <a:ext cx="639720" cy="639720"/>
          </a:xfrm>
          <a:prstGeom prst="roundRect">
            <a:avLst>
              <a:gd name="adj" fmla="val 20000"/>
            </a:avLst>
          </a:prstGeom>
          <a:solidFill>
            <a:srgbClr val="161616"/>
          </a:solidFill>
          <a:ln w="12700">
            <a:solidFill>
              <a:srgbClr val="2a2a2a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70" name="Иконка_3_Акцент" descr="/home/claude/vistas/assets/grad_square.png"/>
          <p:cNvPicPr/>
          <p:nvPr/>
        </p:nvPicPr>
        <p:blipFill>
          <a:blip r:embed="rId4"/>
          <a:stretch/>
        </p:blipFill>
        <p:spPr>
          <a:xfrm>
            <a:off x="8558640" y="2473560"/>
            <a:ext cx="310680" cy="310680"/>
          </a:xfrm>
          <a:prstGeom prst="rect">
            <a:avLst/>
          </a:prstGeom>
          <a:ln w="0">
            <a:noFill/>
          </a:ln>
        </p:spPr>
      </p:pic>
      <p:sp>
        <p:nvSpPr>
          <p:cNvPr id="71" name="SUBTITLE 3"/>
          <p:cNvSpPr/>
          <p:nvPr/>
        </p:nvSpPr>
        <p:spPr>
          <a:xfrm>
            <a:off x="8394120" y="3223440"/>
            <a:ext cx="3337200" cy="89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900" spc="-1" strike="noStrike">
                <a:solidFill>
                  <a:srgbClr val="ffffff"/>
                </a:solidFill>
                <a:latin typeface="Arial"/>
                <a:ea typeface="Arial"/>
              </a:rPr>
              <a:t>SUBTITLE3</a:t>
            </a:r>
            <a:br>
              <a:rPr sz="1900"/>
            </a:br>
            <a:endParaRPr b="0" lang="en-US" sz="1900" spc="-1" strike="noStrike">
              <a:latin typeface="Arial"/>
            </a:endParaRPr>
          </a:p>
        </p:txBody>
      </p:sp>
      <p:sp>
        <p:nvSpPr>
          <p:cNvPr id="72" name="TEXT 3"/>
          <p:cNvSpPr/>
          <p:nvPr/>
        </p:nvSpPr>
        <p:spPr>
          <a:xfrm>
            <a:off x="8394120" y="4114800"/>
            <a:ext cx="3154320" cy="21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35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b7b7b7"/>
                </a:solidFill>
                <a:latin typeface="Arial"/>
                <a:ea typeface="Arial"/>
              </a:rPr>
              <a:t>TEXT3</a:t>
            </a:r>
            <a:endParaRPr b="0" lang="en-US" sz="1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Кнопка_Навигация_Фон" descr="/home/claude/vistas/assets/grad_circle.png"/>
          <p:cNvPicPr/>
          <p:nvPr/>
        </p:nvPicPr>
        <p:blipFill>
          <a:blip r:embed="rId1"/>
          <a:stretch/>
        </p:blipFill>
        <p:spPr>
          <a:xfrm>
            <a:off x="11228760" y="5897880"/>
            <a:ext cx="502560" cy="502560"/>
          </a:xfrm>
          <a:prstGeom prst="rect">
            <a:avLst/>
          </a:prstGeom>
          <a:ln w="0">
            <a:noFill/>
          </a:ln>
        </p:spPr>
      </p:pic>
      <p:sp>
        <p:nvSpPr>
          <p:cNvPr id="74" name="Кнопка_Навигация_Стрелка"/>
          <p:cNvSpPr/>
          <p:nvPr/>
        </p:nvSpPr>
        <p:spPr>
          <a:xfrm>
            <a:off x="11228760" y="589788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Arial"/>
                <a:ea typeface="Arial"/>
              </a:rPr>
              <a:t>→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75" name="Карточка_1"/>
          <p:cNvSpPr/>
          <p:nvPr/>
        </p:nvSpPr>
        <p:spPr>
          <a:xfrm>
            <a:off x="640080" y="1607760"/>
            <a:ext cx="3520080" cy="3977280"/>
          </a:xfrm>
          <a:prstGeom prst="roundRect">
            <a:avLst>
              <a:gd name="adj" fmla="val 2078"/>
            </a:avLst>
          </a:prstGeom>
          <a:solidFill>
            <a:srgbClr val="161616"/>
          </a:solidFill>
          <a:ln w="12700">
            <a:solidFill>
              <a:srgbClr val="2a2a2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6" name="PIC 1"/>
          <p:cNvSpPr/>
          <p:nvPr/>
        </p:nvSpPr>
        <p:spPr>
          <a:xfrm>
            <a:off x="822960" y="1790640"/>
            <a:ext cx="3154320" cy="1554120"/>
          </a:xfrm>
          <a:prstGeom prst="roundRect">
            <a:avLst>
              <a:gd name="adj" fmla="val 4706"/>
            </a:avLst>
          </a:prstGeom>
          <a:solidFill>
            <a:schemeClr val="bg1">
              <a:lumMod val="85000"/>
            </a:schemeClr>
          </a:solidFill>
          <a:ln w="9525">
            <a:solidFill>
              <a:srgbClr val="6e6e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PIC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77" name="SUBTITLE 1"/>
          <p:cNvSpPr/>
          <p:nvPr/>
        </p:nvSpPr>
        <p:spPr>
          <a:xfrm>
            <a:off x="822960" y="3429000"/>
            <a:ext cx="3154320" cy="75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Arial"/>
              </a:rPr>
              <a:t>SUBTITLE</a:t>
            </a:r>
            <a:r>
              <a:rPr b="1" lang="ru-RU" sz="1500" spc="-1" strike="noStrike">
                <a:solidFill>
                  <a:srgbClr val="ffffff"/>
                </a:solidFill>
                <a:latin typeface="Arial"/>
                <a:ea typeface="Arial"/>
              </a:rPr>
              <a:t>1</a:t>
            </a: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Arial"/>
              </a:rPr>
              <a:t> 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78" name="TEXT 1"/>
          <p:cNvSpPr/>
          <p:nvPr/>
        </p:nvSpPr>
        <p:spPr>
          <a:xfrm>
            <a:off x="822960" y="4293000"/>
            <a:ext cx="3154320" cy="109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b7b7b7"/>
                </a:solidFill>
                <a:latin typeface="Arial"/>
                <a:ea typeface="Arial"/>
              </a:rPr>
              <a:t>TEXT1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79" name="Карточка_2"/>
          <p:cNvSpPr/>
          <p:nvPr/>
        </p:nvSpPr>
        <p:spPr>
          <a:xfrm>
            <a:off x="4434840" y="1607760"/>
            <a:ext cx="3520080" cy="3977280"/>
          </a:xfrm>
          <a:prstGeom prst="roundRect">
            <a:avLst>
              <a:gd name="adj" fmla="val 2078"/>
            </a:avLst>
          </a:prstGeom>
          <a:solidFill>
            <a:srgbClr val="161616"/>
          </a:solidFill>
          <a:ln w="12700">
            <a:solidFill>
              <a:srgbClr val="2a2a2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0" name="PIC 2"/>
          <p:cNvSpPr/>
          <p:nvPr/>
        </p:nvSpPr>
        <p:spPr>
          <a:xfrm>
            <a:off x="4617720" y="1790640"/>
            <a:ext cx="3154320" cy="1554120"/>
          </a:xfrm>
          <a:prstGeom prst="roundRect">
            <a:avLst>
              <a:gd name="adj" fmla="val 4706"/>
            </a:avLst>
          </a:prstGeom>
          <a:solidFill>
            <a:schemeClr val="bg1">
              <a:lumMod val="85000"/>
            </a:schemeClr>
          </a:solidFill>
          <a:ln w="9525">
            <a:solidFill>
              <a:srgbClr val="6e6e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PIC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81" name="SUBTITLE 2"/>
          <p:cNvSpPr/>
          <p:nvPr/>
        </p:nvSpPr>
        <p:spPr>
          <a:xfrm>
            <a:off x="4617720" y="3429000"/>
            <a:ext cx="3154320" cy="75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Arial"/>
              </a:rPr>
              <a:t>SUBTITLE2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82" name="TEXT 2"/>
          <p:cNvSpPr/>
          <p:nvPr/>
        </p:nvSpPr>
        <p:spPr>
          <a:xfrm>
            <a:off x="4617720" y="4293000"/>
            <a:ext cx="3154320" cy="109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b7b7b7"/>
                </a:solidFill>
                <a:latin typeface="Arial"/>
                <a:ea typeface="Arial"/>
              </a:rPr>
              <a:t>TEXT2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83" name="Карточка_3"/>
          <p:cNvSpPr/>
          <p:nvPr/>
        </p:nvSpPr>
        <p:spPr>
          <a:xfrm>
            <a:off x="8229600" y="1607760"/>
            <a:ext cx="3520080" cy="3977280"/>
          </a:xfrm>
          <a:prstGeom prst="roundRect">
            <a:avLst>
              <a:gd name="adj" fmla="val 2078"/>
            </a:avLst>
          </a:prstGeom>
          <a:solidFill>
            <a:srgbClr val="161616"/>
          </a:solidFill>
          <a:ln w="12700">
            <a:solidFill>
              <a:srgbClr val="2a2a2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4" name="PIC 3"/>
          <p:cNvSpPr/>
          <p:nvPr/>
        </p:nvSpPr>
        <p:spPr>
          <a:xfrm>
            <a:off x="8412480" y="1790640"/>
            <a:ext cx="3154320" cy="1554120"/>
          </a:xfrm>
          <a:prstGeom prst="roundRect">
            <a:avLst>
              <a:gd name="adj" fmla="val 4706"/>
            </a:avLst>
          </a:prstGeom>
          <a:solidFill>
            <a:schemeClr val="bg1">
              <a:lumMod val="85000"/>
            </a:schemeClr>
          </a:solidFill>
          <a:ln w="9525">
            <a:solidFill>
              <a:srgbClr val="6e6e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PIC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85" name="SUBTITLE 3"/>
          <p:cNvSpPr/>
          <p:nvPr/>
        </p:nvSpPr>
        <p:spPr>
          <a:xfrm>
            <a:off x="8412480" y="3429000"/>
            <a:ext cx="3154320" cy="75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Arial"/>
              </a:rPr>
              <a:t>SUBTITLE3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86" name="TEXT 3"/>
          <p:cNvSpPr/>
          <p:nvPr/>
        </p:nvSpPr>
        <p:spPr>
          <a:xfrm>
            <a:off x="8412480" y="4293000"/>
            <a:ext cx="3154320" cy="109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b7b7b7"/>
                </a:solidFill>
                <a:latin typeface="Arial"/>
                <a:ea typeface="Arial"/>
              </a:rPr>
              <a:t>TEXT3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87" name="TITLE"/>
          <p:cNvSpPr/>
          <p:nvPr/>
        </p:nvSpPr>
        <p:spPr>
          <a:xfrm>
            <a:off x="640080" y="365760"/>
            <a:ext cx="10908360" cy="104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2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Arial"/>
                <a:ea typeface="Arial"/>
              </a:rPr>
              <a:t>TITLE</a:t>
            </a:r>
            <a:endParaRPr b="0" lang="en-US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Градиент_Фон" descr="/home/claude/vistas/assets/grad_full_diagonal.png"/>
          <p:cNvPicPr/>
          <p:nvPr/>
        </p:nvPicPr>
        <p:blipFill>
          <a:blip r:embed="rId1"/>
          <a:stretch/>
        </p:blipFill>
        <p:spPr>
          <a:xfrm>
            <a:off x="0" y="0"/>
            <a:ext cx="12188520" cy="6857640"/>
          </a:xfrm>
          <a:prstGeom prst="rect">
            <a:avLst/>
          </a:prstGeom>
          <a:ln w="0">
            <a:noFill/>
          </a:ln>
        </p:spPr>
      </p:pic>
      <p:sp>
        <p:nvSpPr>
          <p:cNvPr id="89" name="PIC"/>
          <p:cNvSpPr/>
          <p:nvPr/>
        </p:nvSpPr>
        <p:spPr>
          <a:xfrm>
            <a:off x="7589520" y="0"/>
            <a:ext cx="4599000" cy="6857640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rgbClr val="6e6e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PIC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90" name="TITLE"/>
          <p:cNvSpPr/>
          <p:nvPr/>
        </p:nvSpPr>
        <p:spPr>
          <a:xfrm>
            <a:off x="640080" y="315720"/>
            <a:ext cx="6609600" cy="195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2000"/>
              </a:lnSpc>
              <a:buNone/>
              <a:tabLst>
                <a:tab algn="l" pos="0"/>
              </a:tabLst>
            </a:pPr>
            <a:r>
              <a:rPr b="1" lang="en-US" sz="4200" spc="-1" strike="noStrike">
                <a:solidFill>
                  <a:srgbClr val="ffffff"/>
                </a:solidFill>
                <a:latin typeface="Arial"/>
                <a:ea typeface="Arial"/>
              </a:rPr>
              <a:t>TITLE</a:t>
            </a:r>
            <a:endParaRPr b="0" lang="en-US" sz="4200" spc="-1" strike="noStrike">
              <a:latin typeface="Arial"/>
            </a:endParaRPr>
          </a:p>
        </p:txBody>
      </p:sp>
      <p:sp>
        <p:nvSpPr>
          <p:cNvPr id="91" name="SUBTITLE 1"/>
          <p:cNvSpPr/>
          <p:nvPr/>
        </p:nvSpPr>
        <p:spPr>
          <a:xfrm>
            <a:off x="640080" y="2590920"/>
            <a:ext cx="6609600" cy="50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ffe6dc"/>
                </a:solidFill>
                <a:latin typeface="Arial"/>
                <a:ea typeface="Arial"/>
              </a:rPr>
              <a:t>SUBTITLE1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92" name="TEXT 1"/>
          <p:cNvSpPr/>
          <p:nvPr/>
        </p:nvSpPr>
        <p:spPr>
          <a:xfrm>
            <a:off x="640080" y="3189600"/>
            <a:ext cx="6609600" cy="63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ffd9c9"/>
                </a:solidFill>
                <a:latin typeface="Arial"/>
                <a:ea typeface="Arial"/>
              </a:rPr>
              <a:t>TEXT1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93" name="SUBTITLE 2"/>
          <p:cNvSpPr/>
          <p:nvPr/>
        </p:nvSpPr>
        <p:spPr>
          <a:xfrm>
            <a:off x="640080" y="4192920"/>
            <a:ext cx="3134880" cy="49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117" strike="noStrike">
                <a:solidFill>
                  <a:srgbClr val="ff6a3d"/>
                </a:solidFill>
                <a:latin typeface="Arial"/>
                <a:ea typeface="Arial"/>
              </a:rPr>
              <a:t>SUBTITLE2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94" name="TEXT 2"/>
          <p:cNvSpPr/>
          <p:nvPr/>
        </p:nvSpPr>
        <p:spPr>
          <a:xfrm>
            <a:off x="640080" y="4787280"/>
            <a:ext cx="3134880" cy="111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1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ffffff"/>
                </a:solidFill>
                <a:latin typeface="Arial"/>
                <a:ea typeface="Arial"/>
              </a:rPr>
              <a:t>TEXT2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95" name="SUBTITLE 3"/>
          <p:cNvSpPr/>
          <p:nvPr/>
        </p:nvSpPr>
        <p:spPr>
          <a:xfrm>
            <a:off x="4114800" y="4212720"/>
            <a:ext cx="3134880" cy="45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117" strike="noStrike">
                <a:solidFill>
                  <a:srgbClr val="ff6a3d"/>
                </a:solidFill>
                <a:latin typeface="Arial"/>
                <a:ea typeface="Arial"/>
              </a:rPr>
              <a:t>SUBTITLE3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96" name="TEXT 3"/>
          <p:cNvSpPr/>
          <p:nvPr/>
        </p:nvSpPr>
        <p:spPr>
          <a:xfrm>
            <a:off x="4114800" y="4787280"/>
            <a:ext cx="3134880" cy="111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1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ffffff"/>
                </a:solidFill>
                <a:latin typeface="Arial"/>
                <a:ea typeface="Arial"/>
              </a:rPr>
              <a:t>TEXT3</a:t>
            </a:r>
            <a:endParaRPr b="0" lang="en-US" sz="1200" spc="-1" strike="noStrike">
              <a:latin typeface="Arial"/>
            </a:endParaRPr>
          </a:p>
        </p:txBody>
      </p:sp>
      <p:pic>
        <p:nvPicPr>
          <p:cNvPr id="97" name="Кнопка_Навигация_Фон" descr="/home/claude/vistas/assets/grad_circle.png"/>
          <p:cNvPicPr/>
          <p:nvPr/>
        </p:nvPicPr>
        <p:blipFill>
          <a:blip r:embed="rId2"/>
          <a:stretch/>
        </p:blipFill>
        <p:spPr>
          <a:xfrm>
            <a:off x="11228760" y="5897880"/>
            <a:ext cx="502560" cy="502560"/>
          </a:xfrm>
          <a:prstGeom prst="rect">
            <a:avLst/>
          </a:prstGeom>
          <a:ln w="0">
            <a:noFill/>
          </a:ln>
        </p:spPr>
      </p:pic>
      <p:sp>
        <p:nvSpPr>
          <p:cNvPr id="98" name="Кнопка_Навигация_Стрелка"/>
          <p:cNvSpPr/>
          <p:nvPr/>
        </p:nvSpPr>
        <p:spPr>
          <a:xfrm>
            <a:off x="11228760" y="589788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Arial"/>
                <a:ea typeface="Arial"/>
              </a:rPr>
              <a:t>→</a:t>
            </a:r>
            <a:endParaRPr b="0" lang="en-US" sz="2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Кнопка_Навигация_Фон" descr="/home/claude/vistas/assets/grad_circle.png"/>
          <p:cNvPicPr/>
          <p:nvPr/>
        </p:nvPicPr>
        <p:blipFill>
          <a:blip r:embed="rId1"/>
          <a:stretch/>
        </p:blipFill>
        <p:spPr>
          <a:xfrm>
            <a:off x="11228760" y="5897880"/>
            <a:ext cx="502560" cy="502560"/>
          </a:xfrm>
          <a:prstGeom prst="rect">
            <a:avLst/>
          </a:prstGeom>
          <a:ln w="0">
            <a:noFill/>
          </a:ln>
        </p:spPr>
      </p:pic>
      <p:sp>
        <p:nvSpPr>
          <p:cNvPr id="100" name="Кнопка_Навигация_Стрелка"/>
          <p:cNvSpPr/>
          <p:nvPr/>
        </p:nvSpPr>
        <p:spPr>
          <a:xfrm>
            <a:off x="11228760" y="589788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Arial"/>
                <a:ea typeface="Arial"/>
              </a:rPr>
              <a:t>→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01" name="SUBTITLE 1"/>
          <p:cNvSpPr/>
          <p:nvPr/>
        </p:nvSpPr>
        <p:spPr>
          <a:xfrm>
            <a:off x="640080" y="2460240"/>
            <a:ext cx="31543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ff6a3d"/>
                </a:solidFill>
                <a:latin typeface="Arial"/>
                <a:ea typeface="Arial"/>
              </a:rPr>
              <a:t>SUBTITLE1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102" name="TEXT 1"/>
          <p:cNvSpPr/>
          <p:nvPr/>
        </p:nvSpPr>
        <p:spPr>
          <a:xfrm>
            <a:off x="640080" y="3385440"/>
            <a:ext cx="3154320" cy="163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b7b7b7"/>
                </a:solidFill>
                <a:latin typeface="Arial"/>
                <a:ea typeface="Arial"/>
              </a:rPr>
              <a:t>TEXT1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03" name="Разделитель_1"/>
          <p:cNvSpPr/>
          <p:nvPr/>
        </p:nvSpPr>
        <p:spPr>
          <a:xfrm>
            <a:off x="4069080" y="2468880"/>
            <a:ext cx="360" cy="2549160"/>
          </a:xfrm>
          <a:prstGeom prst="line">
            <a:avLst/>
          </a:prstGeom>
          <a:ln w="12700">
            <a:solidFill>
              <a:srgbClr val="2a2a2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4" name="SUBTITLE 2"/>
          <p:cNvSpPr/>
          <p:nvPr/>
        </p:nvSpPr>
        <p:spPr>
          <a:xfrm>
            <a:off x="4517280" y="2460240"/>
            <a:ext cx="31543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ff6a3d"/>
                </a:solidFill>
                <a:latin typeface="Arial"/>
                <a:ea typeface="Arial"/>
              </a:rPr>
              <a:t>SUBTITLE2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105" name="TEXT 2"/>
          <p:cNvSpPr/>
          <p:nvPr/>
        </p:nvSpPr>
        <p:spPr>
          <a:xfrm>
            <a:off x="4517280" y="3385440"/>
            <a:ext cx="3154320" cy="163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b7b7b7"/>
                </a:solidFill>
                <a:latin typeface="Arial"/>
                <a:ea typeface="Arial"/>
              </a:rPr>
              <a:t>TEXT2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06" name="Разделитель_2"/>
          <p:cNvSpPr/>
          <p:nvPr/>
        </p:nvSpPr>
        <p:spPr>
          <a:xfrm>
            <a:off x="7945920" y="2468520"/>
            <a:ext cx="360" cy="2549520"/>
          </a:xfrm>
          <a:prstGeom prst="line">
            <a:avLst/>
          </a:prstGeom>
          <a:ln w="12700">
            <a:solidFill>
              <a:srgbClr val="2a2a2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7" name="SUBTITLE 3"/>
          <p:cNvSpPr/>
          <p:nvPr/>
        </p:nvSpPr>
        <p:spPr>
          <a:xfrm>
            <a:off x="8394120" y="2460240"/>
            <a:ext cx="31543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ff6a3d"/>
                </a:solidFill>
                <a:latin typeface="Arial"/>
                <a:ea typeface="Arial"/>
              </a:rPr>
              <a:t>SUBTITLE3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108" name="TEXT 3"/>
          <p:cNvSpPr/>
          <p:nvPr/>
        </p:nvSpPr>
        <p:spPr>
          <a:xfrm>
            <a:off x="8394120" y="3385440"/>
            <a:ext cx="3154320" cy="163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b7b7b7"/>
                </a:solidFill>
                <a:latin typeface="Arial"/>
                <a:ea typeface="Arial"/>
              </a:rPr>
              <a:t>TEXT3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09" name="TITLE"/>
          <p:cNvSpPr/>
          <p:nvPr/>
        </p:nvSpPr>
        <p:spPr>
          <a:xfrm>
            <a:off x="640080" y="365760"/>
            <a:ext cx="10908360" cy="104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2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Arial"/>
                <a:ea typeface="Arial"/>
              </a:rPr>
              <a:t>TITLE</a:t>
            </a:r>
            <a:endParaRPr b="0" lang="en-US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Затемнение"/>
          <p:cNvSpPr/>
          <p:nvPr/>
        </p:nvSpPr>
        <p:spPr>
          <a:xfrm>
            <a:off x="0" y="1328040"/>
            <a:ext cx="12188520" cy="5529600"/>
          </a:xfrm>
          <a:prstGeom prst="rect">
            <a:avLst/>
          </a:prstGeom>
          <a:solidFill>
            <a:srgbClr val="d9d9d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PIC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11" name="Чип_1"/>
          <p:cNvSpPr/>
          <p:nvPr/>
        </p:nvSpPr>
        <p:spPr>
          <a:xfrm>
            <a:off x="474480" y="5290560"/>
            <a:ext cx="4673880" cy="1255680"/>
          </a:xfrm>
          <a:prstGeom prst="roundRect">
            <a:avLst>
              <a:gd name="adj" fmla="val 10667"/>
            </a:avLst>
          </a:prstGeom>
          <a:solidFill>
            <a:srgbClr val="000000">
              <a:alpha val="65000"/>
            </a:srgbClr>
          </a:solidFill>
          <a:ln w="9525">
            <a:solidFill>
              <a:srgbClr val="2a2a2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2" name="SUBTITLE 2"/>
          <p:cNvSpPr/>
          <p:nvPr/>
        </p:nvSpPr>
        <p:spPr>
          <a:xfrm>
            <a:off x="639360" y="5413320"/>
            <a:ext cx="4345920" cy="46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97" strike="noStrike">
                <a:solidFill>
                  <a:srgbClr val="ff6a3d"/>
                </a:solidFill>
                <a:latin typeface="Arial"/>
                <a:ea typeface="Arial"/>
              </a:rPr>
              <a:t>SUBTITLE2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13" name="TEXT 2"/>
          <p:cNvSpPr/>
          <p:nvPr/>
        </p:nvSpPr>
        <p:spPr>
          <a:xfrm>
            <a:off x="639360" y="5952240"/>
            <a:ext cx="43459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ffffff"/>
                </a:solidFill>
                <a:latin typeface="Arial"/>
                <a:ea typeface="Arial"/>
              </a:rPr>
              <a:t>TEXT2</a:t>
            </a:r>
            <a:endParaRPr b="0" lang="en-US" sz="1200" spc="-1" strike="noStrike">
              <a:latin typeface="Arial"/>
            </a:endParaRPr>
          </a:p>
        </p:txBody>
      </p:sp>
      <p:pic>
        <p:nvPicPr>
          <p:cNvPr id="114" name="Кнопка_Навигация_Фон" descr="/home/claude/vistas/assets/grad_circle.png"/>
          <p:cNvPicPr/>
          <p:nvPr/>
        </p:nvPicPr>
        <p:blipFill>
          <a:blip r:embed="rId1"/>
          <a:stretch/>
        </p:blipFill>
        <p:spPr>
          <a:xfrm>
            <a:off x="11228760" y="5897880"/>
            <a:ext cx="502560" cy="502560"/>
          </a:xfrm>
          <a:prstGeom prst="rect">
            <a:avLst/>
          </a:prstGeom>
          <a:ln w="0">
            <a:noFill/>
          </a:ln>
        </p:spPr>
      </p:pic>
      <p:sp>
        <p:nvSpPr>
          <p:cNvPr id="115" name="Кнопка_Навигация_Стрелка"/>
          <p:cNvSpPr/>
          <p:nvPr/>
        </p:nvSpPr>
        <p:spPr>
          <a:xfrm>
            <a:off x="11228760" y="589788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Arial"/>
                <a:ea typeface="Arial"/>
              </a:rPr>
              <a:t>→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16" name="Чип_1"/>
          <p:cNvSpPr/>
          <p:nvPr/>
        </p:nvSpPr>
        <p:spPr>
          <a:xfrm>
            <a:off x="5677560" y="5290560"/>
            <a:ext cx="4673880" cy="1255680"/>
          </a:xfrm>
          <a:prstGeom prst="roundRect">
            <a:avLst>
              <a:gd name="adj" fmla="val 10667"/>
            </a:avLst>
          </a:prstGeom>
          <a:solidFill>
            <a:srgbClr val="000000">
              <a:alpha val="65000"/>
            </a:srgbClr>
          </a:solidFill>
          <a:ln w="9525">
            <a:solidFill>
              <a:srgbClr val="2a2a2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7" name="SUBTITLE 2"/>
          <p:cNvSpPr/>
          <p:nvPr/>
        </p:nvSpPr>
        <p:spPr>
          <a:xfrm>
            <a:off x="5842080" y="5413320"/>
            <a:ext cx="4345920" cy="46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97" strike="noStrike">
                <a:solidFill>
                  <a:srgbClr val="ff6a3d"/>
                </a:solidFill>
                <a:latin typeface="Arial"/>
                <a:ea typeface="Arial"/>
              </a:rPr>
              <a:t>SUBTITLE</a:t>
            </a:r>
            <a:r>
              <a:rPr b="1" lang="ru-RU" sz="1200" spc="97" strike="noStrike">
                <a:solidFill>
                  <a:srgbClr val="ff6a3d"/>
                </a:solidFill>
                <a:latin typeface="Arial"/>
                <a:ea typeface="Arial"/>
              </a:rPr>
              <a:t>3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18" name="TEXT 2"/>
          <p:cNvSpPr/>
          <p:nvPr/>
        </p:nvSpPr>
        <p:spPr>
          <a:xfrm>
            <a:off x="5842080" y="5952240"/>
            <a:ext cx="43459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ffffff"/>
                </a:solidFill>
                <a:latin typeface="Arial"/>
                <a:ea typeface="Arial"/>
              </a:rPr>
              <a:t>TEXT</a:t>
            </a:r>
            <a:r>
              <a:rPr b="0" lang="ru-RU" sz="1200" spc="-1" strike="noStrike">
                <a:solidFill>
                  <a:srgbClr val="ffffff"/>
                </a:solidFill>
                <a:latin typeface="Arial"/>
                <a:ea typeface="Arial"/>
              </a:rPr>
              <a:t>3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19" name="Чип_1"/>
          <p:cNvSpPr/>
          <p:nvPr/>
        </p:nvSpPr>
        <p:spPr>
          <a:xfrm>
            <a:off x="474480" y="4143240"/>
            <a:ext cx="9876960" cy="977040"/>
          </a:xfrm>
          <a:prstGeom prst="roundRect">
            <a:avLst>
              <a:gd name="adj" fmla="val 10667"/>
            </a:avLst>
          </a:prstGeom>
          <a:solidFill>
            <a:srgbClr val="000000">
              <a:alpha val="65000"/>
            </a:srgbClr>
          </a:solidFill>
          <a:ln w="9525">
            <a:solidFill>
              <a:srgbClr val="2a2a2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0" name="SUBTITLE 2"/>
          <p:cNvSpPr/>
          <p:nvPr/>
        </p:nvSpPr>
        <p:spPr>
          <a:xfrm>
            <a:off x="639360" y="4143240"/>
            <a:ext cx="9549000" cy="30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97" strike="noStrike">
                <a:solidFill>
                  <a:srgbClr val="ff6a3d"/>
                </a:solidFill>
                <a:latin typeface="Arial"/>
                <a:ea typeface="Arial"/>
              </a:rPr>
              <a:t>SUBTITLE</a:t>
            </a:r>
            <a:r>
              <a:rPr b="1" lang="ru-RU" sz="1200" spc="97" strike="noStrike">
                <a:solidFill>
                  <a:srgbClr val="ff6a3d"/>
                </a:solidFill>
                <a:latin typeface="Arial"/>
                <a:ea typeface="Arial"/>
              </a:rPr>
              <a:t>1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21" name="TEXT 2"/>
          <p:cNvSpPr/>
          <p:nvPr/>
        </p:nvSpPr>
        <p:spPr>
          <a:xfrm>
            <a:off x="639360" y="4526280"/>
            <a:ext cx="95490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ffffff"/>
                </a:solidFill>
                <a:latin typeface="Arial"/>
                <a:ea typeface="Arial"/>
              </a:rPr>
              <a:t>TEXT</a:t>
            </a:r>
            <a:r>
              <a:rPr b="0" lang="ru-RU" sz="1200" spc="-1" strike="noStrike">
                <a:solidFill>
                  <a:srgbClr val="ffffff"/>
                </a:solidFill>
                <a:latin typeface="Arial"/>
                <a:ea typeface="Arial"/>
              </a:rPr>
              <a:t>1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22" name="TITLE"/>
          <p:cNvSpPr/>
          <p:nvPr/>
        </p:nvSpPr>
        <p:spPr>
          <a:xfrm>
            <a:off x="640080" y="365760"/>
            <a:ext cx="10908360" cy="104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2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Arial"/>
                <a:ea typeface="Arial"/>
              </a:rPr>
              <a:t>TITLE</a:t>
            </a:r>
            <a:endParaRPr b="0" lang="en-US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Блок_3"/>
          <p:cNvSpPr/>
          <p:nvPr/>
        </p:nvSpPr>
        <p:spPr>
          <a:xfrm>
            <a:off x="8229600" y="2377440"/>
            <a:ext cx="3520080" cy="3565800"/>
          </a:xfrm>
          <a:prstGeom prst="roundRect">
            <a:avLst>
              <a:gd name="adj" fmla="val 2078"/>
            </a:avLst>
          </a:prstGeom>
          <a:solidFill>
            <a:srgbClr val="161616"/>
          </a:solidFill>
          <a:ln w="12700">
            <a:solidFill>
              <a:srgbClr val="2a2a2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4" name="Блок_1"/>
          <p:cNvSpPr/>
          <p:nvPr/>
        </p:nvSpPr>
        <p:spPr>
          <a:xfrm>
            <a:off x="640080" y="2377440"/>
            <a:ext cx="3520080" cy="3565800"/>
          </a:xfrm>
          <a:prstGeom prst="roundRect">
            <a:avLst>
              <a:gd name="adj" fmla="val 2078"/>
            </a:avLst>
          </a:prstGeom>
          <a:solidFill>
            <a:srgbClr val="161616"/>
          </a:solidFill>
          <a:ln w="12700">
            <a:solidFill>
              <a:srgbClr val="2a2a2a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125" name="Кнопка_Навигация_Фон" descr="/home/claude/vistas/assets/grad_circle.png"/>
          <p:cNvPicPr/>
          <p:nvPr/>
        </p:nvPicPr>
        <p:blipFill>
          <a:blip r:embed="rId1"/>
          <a:stretch/>
        </p:blipFill>
        <p:spPr>
          <a:xfrm>
            <a:off x="11228760" y="5897880"/>
            <a:ext cx="502560" cy="502560"/>
          </a:xfrm>
          <a:prstGeom prst="rect">
            <a:avLst/>
          </a:prstGeom>
          <a:ln w="0">
            <a:noFill/>
          </a:ln>
        </p:spPr>
      </p:pic>
      <p:sp>
        <p:nvSpPr>
          <p:cNvPr id="126" name="SUBTITLE 1"/>
          <p:cNvSpPr/>
          <p:nvPr/>
        </p:nvSpPr>
        <p:spPr>
          <a:xfrm>
            <a:off x="914400" y="2491920"/>
            <a:ext cx="29714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700" spc="-1" strike="noStrike">
                <a:solidFill>
                  <a:srgbClr val="ffffff"/>
                </a:solidFill>
                <a:latin typeface="Arial"/>
                <a:ea typeface="Arial"/>
              </a:rPr>
              <a:t>SUBTITLE1</a:t>
            </a:r>
            <a:endParaRPr b="0" lang="en-US" sz="1700" spc="-1" strike="noStrike">
              <a:latin typeface="Arial"/>
            </a:endParaRPr>
          </a:p>
        </p:txBody>
      </p:sp>
      <p:sp>
        <p:nvSpPr>
          <p:cNvPr id="127" name="TEXT 1"/>
          <p:cNvSpPr/>
          <p:nvPr/>
        </p:nvSpPr>
        <p:spPr>
          <a:xfrm>
            <a:off x="914400" y="3314880"/>
            <a:ext cx="2971440" cy="246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b7b7b7"/>
                </a:solidFill>
                <a:latin typeface="Arial"/>
                <a:ea typeface="Arial"/>
              </a:rPr>
              <a:t>TEXT1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28" name="Блок_2"/>
          <p:cNvSpPr/>
          <p:nvPr/>
        </p:nvSpPr>
        <p:spPr>
          <a:xfrm>
            <a:off x="4434840" y="2377440"/>
            <a:ext cx="3520080" cy="3565800"/>
          </a:xfrm>
          <a:prstGeom prst="roundRect">
            <a:avLst>
              <a:gd name="adj" fmla="val 2078"/>
            </a:avLst>
          </a:prstGeom>
          <a:solidFill>
            <a:srgbClr val="161616"/>
          </a:solidFill>
          <a:ln w="12700">
            <a:solidFill>
              <a:srgbClr val="2a2a2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9" name="SUBTITLE 2"/>
          <p:cNvSpPr/>
          <p:nvPr/>
        </p:nvSpPr>
        <p:spPr>
          <a:xfrm>
            <a:off x="4709160" y="2491920"/>
            <a:ext cx="29714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700" spc="-1" strike="noStrike">
                <a:solidFill>
                  <a:srgbClr val="ffffff"/>
                </a:solidFill>
                <a:latin typeface="Arial"/>
                <a:ea typeface="Arial"/>
              </a:rPr>
              <a:t>SUBTITLE2</a:t>
            </a:r>
            <a:endParaRPr b="0" lang="en-US" sz="1700" spc="-1" strike="noStrike">
              <a:latin typeface="Arial"/>
            </a:endParaRPr>
          </a:p>
        </p:txBody>
      </p:sp>
      <p:sp>
        <p:nvSpPr>
          <p:cNvPr id="130" name="TEXT 2"/>
          <p:cNvSpPr/>
          <p:nvPr/>
        </p:nvSpPr>
        <p:spPr>
          <a:xfrm>
            <a:off x="4709160" y="3314880"/>
            <a:ext cx="2971440" cy="246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b7b7b7"/>
                </a:solidFill>
                <a:latin typeface="Arial"/>
                <a:ea typeface="Arial"/>
              </a:rPr>
              <a:t>TEXT2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31" name="SUBTITLE 3"/>
          <p:cNvSpPr/>
          <p:nvPr/>
        </p:nvSpPr>
        <p:spPr>
          <a:xfrm>
            <a:off x="8503920" y="2491920"/>
            <a:ext cx="29714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700" spc="-1" strike="noStrike">
                <a:solidFill>
                  <a:srgbClr val="ffffff"/>
                </a:solidFill>
                <a:latin typeface="Arial"/>
                <a:ea typeface="Arial"/>
              </a:rPr>
              <a:t>SUBTITLE3</a:t>
            </a:r>
            <a:endParaRPr b="0" lang="en-US" sz="1700" spc="-1" strike="noStrike">
              <a:latin typeface="Arial"/>
            </a:endParaRPr>
          </a:p>
        </p:txBody>
      </p:sp>
      <p:sp>
        <p:nvSpPr>
          <p:cNvPr id="132" name="TEXT 3"/>
          <p:cNvSpPr/>
          <p:nvPr/>
        </p:nvSpPr>
        <p:spPr>
          <a:xfrm>
            <a:off x="8503920" y="3314880"/>
            <a:ext cx="2971440" cy="246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b7b7b7"/>
                </a:solidFill>
                <a:latin typeface="Arial"/>
                <a:ea typeface="Arial"/>
              </a:rPr>
              <a:t>TEXT3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33" name="TITLE"/>
          <p:cNvSpPr/>
          <p:nvPr/>
        </p:nvSpPr>
        <p:spPr>
          <a:xfrm>
            <a:off x="640080" y="365760"/>
            <a:ext cx="10908360" cy="104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2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ff6a3d"/>
                </a:solidFill>
                <a:latin typeface="Arial"/>
                <a:ea typeface="Arial"/>
              </a:rPr>
              <a:t>TITLE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134" name="Кнопка_Навигация_Стрелка"/>
          <p:cNvSpPr/>
          <p:nvPr/>
        </p:nvSpPr>
        <p:spPr>
          <a:xfrm>
            <a:off x="11228760" y="589788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Arial"/>
                <a:ea typeface="Arial"/>
              </a:rPr>
              <a:t>→</a:t>
            </a:r>
            <a:endParaRPr b="0" lang="en-US" sz="2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Градиент_Фон" descr="/home/claude/vistas/assets/grad_full_diagonal.png"/>
          <p:cNvPicPr/>
          <p:nvPr/>
        </p:nvPicPr>
        <p:blipFill>
          <a:blip r:embed="rId1"/>
          <a:stretch/>
        </p:blipFill>
        <p:spPr>
          <a:xfrm>
            <a:off x="0" y="0"/>
            <a:ext cx="12188520" cy="6857640"/>
          </a:xfrm>
          <a:prstGeom prst="rect">
            <a:avLst/>
          </a:prstGeom>
          <a:ln w="0">
            <a:noFill/>
          </a:ln>
        </p:spPr>
      </p:pic>
      <p:sp>
        <p:nvSpPr>
          <p:cNvPr id="136" name="TITLE"/>
          <p:cNvSpPr/>
          <p:nvPr/>
        </p:nvSpPr>
        <p:spPr>
          <a:xfrm>
            <a:off x="822960" y="2011680"/>
            <a:ext cx="1061748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5000"/>
              </a:lnSpc>
              <a:buNone/>
              <a:tabLst>
                <a:tab algn="l" pos="0"/>
              </a:tabLst>
            </a:pPr>
            <a:r>
              <a:rPr b="1" lang="en-US" sz="5400" spc="-1" strike="noStrike">
                <a:solidFill>
                  <a:srgbClr val="ffffff"/>
                </a:solidFill>
                <a:latin typeface="Arial"/>
                <a:ea typeface="Arial"/>
              </a:rPr>
              <a:t>TITLE</a:t>
            </a:r>
            <a:endParaRPr b="0" lang="en-US" sz="5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188</TotalTime>
  <Application>LibreOffice/7.3.7.2$Linux_X86_64 LibreOffice_project/30$Build-2</Application>
  <AppVersion>15.0000</AppVersion>
  <Words>85</Words>
  <Paragraphs>75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2026-08-10T08:45:52Z</dcterms:created>
  <dc:creator>PptxGenJS</dc:creator>
  <dc:description/>
  <dc:language>en-US</dc:language>
  <cp:lastModifiedBy/>
  <dcterms:modified xsi:type="dcterms:W3CDTF">2026-08-11T12:36:05Z</dcterms:modified>
  <cp:revision>13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9</vt:i4>
  </property>
  <property fmtid="{D5CDD505-2E9C-101B-9397-08002B2CF9AE}" pid="3" name="PresentationFormat">
    <vt:lpwstr>Произвольный</vt:lpwstr>
  </property>
  <property fmtid="{D5CDD505-2E9C-101B-9397-08002B2CF9AE}" pid="4" name="Slides">
    <vt:i4>9</vt:i4>
  </property>
</Properties>
</file>