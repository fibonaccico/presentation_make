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0BFFA15-9DC5-4E89-BB5D-91F9ED2588F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87287B3-9FD9-4A33-AB60-AF2D63F13199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2027968-84FE-4650-8F30-3C056DF10D8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0D232A5-EF93-4273-96C9-12418FED5CF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D2595C4C-24F9-4956-B6FE-3D001FA9751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A5263ED-35F2-4334-9DC9-F41580FBAEB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8708418-3A1E-42FD-987A-1E8E28CF4FD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E23C714-5D70-4629-9705-765594EC86A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8C1AD8E0-9108-46D8-9EE1-AA9F2307901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Чип_1"/>
          <p:cNvSpPr/>
          <p:nvPr/>
        </p:nvSpPr>
        <p:spPr>
          <a:xfrm>
            <a:off x="639360" y="5290560"/>
            <a:ext cx="53150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UBTITLE 2"/>
          <p:cNvSpPr/>
          <p:nvPr/>
        </p:nvSpPr>
        <p:spPr>
          <a:xfrm>
            <a:off x="8038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8038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Чип_1"/>
          <p:cNvSpPr/>
          <p:nvPr/>
        </p:nvSpPr>
        <p:spPr>
          <a:xfrm>
            <a:off x="6234480" y="5290560"/>
            <a:ext cx="531324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UBTITLE 2"/>
          <p:cNvSpPr/>
          <p:nvPr/>
        </p:nvSpPr>
        <p:spPr>
          <a:xfrm>
            <a:off x="639900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39900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639360" y="4143240"/>
            <a:ext cx="109083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80388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0388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PIC 1"/>
          <p:cNvSpPr/>
          <p:nvPr/>
        </p:nvSpPr>
        <p:spPr>
          <a:xfrm>
            <a:off x="638280" y="1410840"/>
            <a:ext cx="10908360" cy="244764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22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2026-08-18T23:01:17Z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