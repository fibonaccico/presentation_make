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Default Extension="jpeg" ContentType="image/jpeg"/>
  <Override PartName="/_rels/.rels" ContentType="application/vnd.openxmlformats-package.relationship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_rels/slideMaster1.xml.rels" ContentType="application/vnd.openxmlformats-package.relationships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notesSlides/_rels/notesSlide8.xml.rels" ContentType="application/vnd.openxmlformats-package.relationships+xml"/>
  <Override PartName="/ppt/notesSlides/_rels/notesSlide2.xml.rels" ContentType="application/vnd.openxmlformats-package.relationships+xml"/>
  <Override PartName="/ppt/notesSlides/_rels/notesSlide7.xml.rels" ContentType="application/vnd.openxmlformats-package.relationships+xml"/>
  <Override PartName="/ppt/notesSlides/_rels/notesSlide1.xml.rels" ContentType="application/vnd.openxmlformats-package.relationships+xml"/>
  <Override PartName="/ppt/notesSlides/_rels/notesSlide6.xml.rels" ContentType="application/vnd.openxmlformats-package.relationships+xml"/>
  <Override PartName="/ppt/notesSlides/_rels/notesSlide5.xml.rels" ContentType="application/vnd.openxmlformats-package.relationships+xml"/>
  <Override PartName="/ppt/notesSlides/_rels/notesSlide4.xml.rels" ContentType="application/vnd.openxmlformats-package.relationships+xml"/>
  <Override PartName="/ppt/notesSlides/_rels/notesSlide3.xml.rels" ContentType="application/vnd.openxmlformats-package.relationships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_rels/presentation.xml.rels" ContentType="application/vnd.openxmlformats-package.relationship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_rels/slideLayout12.xml.rels" ContentType="application/vnd.openxmlformats-package.relationships+xml"/>
  <Override PartName="/ppt/slideLayouts/_rels/slideLayout11.xml.rels" ContentType="application/vnd.openxmlformats-package.relationships+xml"/>
  <Override PartName="/ppt/slideLayouts/_rels/slideLayout9.xml.rels" ContentType="application/vnd.openxmlformats-package.relationships+xml"/>
  <Override PartName="/ppt/slideLayouts/_rels/slideLayout10.xml.rels" ContentType="application/vnd.openxmlformats-package.relationships+xml"/>
  <Override PartName="/ppt/slideLayouts/_rels/slideLayout8.xml.rels" ContentType="application/vnd.openxmlformats-package.relationships+xml"/>
  <Override PartName="/ppt/slideLayouts/_rels/slideLayout5.xml.rels" ContentType="application/vnd.openxmlformats-package.relationships+xml"/>
  <Override PartName="/ppt/slideLayouts/_rels/slideLayout7.xml.rels" ContentType="application/vnd.openxmlformats-package.relationships+xml"/>
  <Override PartName="/ppt/slideLayouts/_rels/slideLayout4.xml.rels" ContentType="application/vnd.openxmlformats-package.relationships+xml"/>
  <Override PartName="/ppt/slideLayouts/_rels/slideLayout6.xml.rels" ContentType="application/vnd.openxmlformats-package.relationships+xml"/>
  <Override PartName="/ppt/slideLayouts/_rels/slideLayout3.xml.rels" ContentType="application/vnd.openxmlformats-package.relationships+xml"/>
  <Override PartName="/ppt/slideLayouts/_rels/slideLayout2.xml.rels" ContentType="application/vnd.openxmlformats-package.relationships+xml"/>
  <Override PartName="/ppt/slideLayouts/_rels/slideLayout1.xml.rels" ContentType="application/vnd.openxmlformats-package.relationships+xml"/>
  <Override PartName="/ppt/slideLayouts/slideLayout9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media/image1.png" ContentType="image/png"/>
  <Override PartName="/ppt/media/image2.png" ContentType="image/png"/>
  <Override PartName="/ppt/media/image3.png" ContentType="image/png"/>
  <Override PartName="/ppt/media/image4.png" ContentType="image/png"/>
  <Override PartName="/ppt/media/image5.png" ContentType="image/png"/>
  <Override PartName="/ppt/media/image10.png" ContentType="image/png"/>
  <Override PartName="/ppt/media/image6.png" ContentType="image/png"/>
  <Override PartName="/ppt/media/image11.png" ContentType="image/png"/>
  <Override PartName="/ppt/media/image7.png" ContentType="image/png"/>
  <Override PartName="/ppt/media/image12.png" ContentType="image/png"/>
  <Override PartName="/ppt/media/image8.png" ContentType="image/png"/>
  <Override PartName="/ppt/media/image13.png" ContentType="image/png"/>
  <Override PartName="/ppt/media/image9.png" ContentType="image/png"/>
  <Override PartName="/ppt/presProps.xml" ContentType="application/vnd.openxmlformats-officedocument.presentationml.presProps+xml"/>
  <Override PartName="/ppt/notesMasters/_rels/notesMaster1.xml.rels" ContentType="application/vnd.openxmlformats-package.relationships+xml"/>
  <Override PartName="/ppt/notesMasters/notesMaster1.xml" ContentType="application/vnd.openxmlformats-officedocument.presentationml.notesMaster+xml"/>
  <Override PartName="/ppt/slides/slide1.xml" ContentType="application/vnd.openxmlformats-officedocument.presentationml.slide+xml"/>
  <Override PartName="/ppt/slides/_rels/slide8.xml.rels" ContentType="application/vnd.openxmlformats-package.relationships+xml"/>
  <Override PartName="/ppt/slides/_rels/slide7.xml.rels" ContentType="application/vnd.openxmlformats-package.relationships+xml"/>
  <Override PartName="/ppt/slides/_rels/slide6.xml.rels" ContentType="application/vnd.openxmlformats-package.relationships+xml"/>
  <Override PartName="/ppt/slides/_rels/slide3.xml.rels" ContentType="application/vnd.openxmlformats-package.relationships+xml"/>
  <Override PartName="/ppt/slides/_rels/slide5.xml.rels" ContentType="application/vnd.openxmlformats-package.relationships+xml"/>
  <Override PartName="/ppt/slides/_rels/slide2.xml.rels" ContentType="application/vnd.openxmlformats-package.relationships+xml"/>
  <Override PartName="/ppt/slides/_rels/slide4.xml.rels" ContentType="application/vnd.openxmlformats-package.relationships+xml"/>
  <Override PartName="/ppt/slides/_rels/slide1.xml.rels" ContentType="application/vnd.openxmlformats-package.relationships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88825" cy="6858000"/>
  <p:notesSz cx="6858000" cy="12188825"/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PlaceHolder 1"/>
          <p:cNvSpPr>
            <a:spLocks noGrp="1"/>
          </p:cNvSpPr>
          <p:nvPr>
            <p:ph type="sldImg"/>
          </p:nvPr>
        </p:nvSpPr>
        <p:spPr>
          <a:xfrm>
            <a:off x="216000" y="812520"/>
            <a:ext cx="7127280" cy="400896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move the slide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2000" spc="-1" strike="noStrike">
                <a:latin typeface="Arial"/>
              </a:rPr>
              <a:t>Click to edit the notes format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0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p>
            <a:r>
              <a:rPr b="0" lang="en-US" sz="1400" spc="-1" strike="noStrike">
                <a:latin typeface="Times New Roman"/>
              </a:rPr>
              <a:t>&lt;header&gt;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1" name="PlaceHolder 4"/>
          <p:cNvSpPr>
            <a:spLocks noGrp="1"/>
          </p:cNvSpPr>
          <p:nvPr>
            <p:ph type="dt" idx="1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r>
              <a:rPr b="0" lang="en-US" sz="1400" spc="-1" strike="noStrike">
                <a:latin typeface="Times New Roman"/>
              </a:rPr>
              <a:t>&lt;date/time&gt;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2" name="PlaceHolder 5"/>
          <p:cNvSpPr>
            <a:spLocks noGrp="1"/>
          </p:cNvSpPr>
          <p:nvPr>
            <p:ph type="ftr" idx="2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>
              <a:defRPr b="0" lang="en-US" sz="1400" spc="-1" strike="noStrike">
                <a:latin typeface="Times New Roman"/>
              </a:defRPr>
            </a:lvl1pPr>
          </a:lstStyle>
          <a:p>
            <a:r>
              <a:rPr b="0" lang="en-US" sz="1400" spc="-1" strike="noStrike">
                <a:latin typeface="Times New Roman"/>
              </a:rPr>
              <a:t>&lt;footer&gt;</a:t>
            </a:r>
            <a:endParaRPr b="0" lang="en-US" sz="1400" spc="-1" strike="noStrike">
              <a:latin typeface="Times New Roman"/>
            </a:endParaRPr>
          </a:p>
        </p:txBody>
      </p:sp>
      <p:sp>
        <p:nvSpPr>
          <p:cNvPr id="43" name="PlaceHolder 6"/>
          <p:cNvSpPr>
            <a:spLocks noGrp="1"/>
          </p:cNvSpPr>
          <p:nvPr>
            <p:ph type="sldNum" idx="3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b">
            <a:noAutofit/>
          </a:bodyPr>
          <a:lstStyle>
            <a:lvl1pPr algn="r">
              <a:buNone/>
              <a:defRPr b="0" lang="en-US" sz="1400" spc="-1" strike="noStrike">
                <a:latin typeface="Times New Roman"/>
              </a:defRPr>
            </a:lvl1pPr>
          </a:lstStyle>
          <a:p>
            <a:pPr algn="r">
              <a:buNone/>
            </a:pPr>
            <a:fld id="{C565F7ED-D958-483F-9ED5-19A74E8A56F9}" type="slidenum">
              <a:rPr b="0" lang="en-US" sz="1400" spc="-1" strike="noStrike">
                <a:latin typeface="Times New Roman"/>
              </a:rPr>
              <a:t>&lt;number&gt;</a:t>
            </a:fld>
            <a:endParaRPr b="0" lang="en-US" sz="1400" spc="-1" strike="noStrike"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6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27" name="PlaceHolder 3"/>
          <p:cNvSpPr>
            <a:spLocks noGrp="1"/>
          </p:cNvSpPr>
          <p:nvPr>
            <p:ph type="sldNum" idx="4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7ADF8285-D617-4277-AD97-92D3DE81BD93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29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5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6B691B2A-6050-430F-8D77-E0C4465E467B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2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33" name="PlaceHolder 3"/>
          <p:cNvSpPr>
            <a:spLocks noGrp="1"/>
          </p:cNvSpPr>
          <p:nvPr>
            <p:ph type="sldNum" idx="6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41B2F4C2-4156-4760-9666-C0926E3BC05E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5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36" name="PlaceHolder 3"/>
          <p:cNvSpPr>
            <a:spLocks noGrp="1"/>
          </p:cNvSpPr>
          <p:nvPr>
            <p:ph type="sldNum" idx="7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DE93C754-5D70-45F0-918B-23C5A6B4B44E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38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39" name="PlaceHolder 3"/>
          <p:cNvSpPr>
            <a:spLocks noGrp="1"/>
          </p:cNvSpPr>
          <p:nvPr>
            <p:ph type="sldNum" idx="8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71A944D4-0758-4069-ABE7-D38FBD8AC6F9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1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42" name="PlaceHolder 3"/>
          <p:cNvSpPr>
            <a:spLocks noGrp="1"/>
          </p:cNvSpPr>
          <p:nvPr>
            <p:ph type="sldNum" idx="9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9F18D6BC-F508-4580-A88D-91AF7D1995A3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4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10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6FF213AE-C21F-4A37-8AF1-134C1E694817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sldImg"/>
          </p:nvPr>
        </p:nvSpPr>
        <p:spPr>
          <a:xfrm>
            <a:off x="0" y="0"/>
            <a:ext cx="0" cy="0"/>
          </a:xfrm>
          <a:prstGeom prst="rect">
            <a:avLst/>
          </a:prstGeom>
          <a:ln w="0">
            <a:noFill/>
          </a:ln>
        </p:spPr>
      </p:sp>
      <p:sp>
        <p:nvSpPr>
          <p:cNvPr id="147" name="PlaceHolder 2"/>
          <p:cNvSpPr>
            <a:spLocks noGrp="1"/>
          </p:cNvSpPr>
          <p:nvPr>
            <p:ph type="body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p>
            <a:endParaRPr b="0" lang="en-US" sz="2000" spc="-1" strike="noStrike">
              <a:latin typeface="Arial"/>
            </a:endParaRPr>
          </a:p>
        </p:txBody>
      </p:sp>
      <p:sp>
        <p:nvSpPr>
          <p:cNvPr id="148" name="PlaceHolder 3"/>
          <p:cNvSpPr>
            <a:spLocks noGrp="1"/>
          </p:cNvSpPr>
          <p:nvPr>
            <p:ph type="sldNum" idx="11"/>
          </p:nvPr>
        </p:nvSpPr>
        <p:spPr>
          <a:xfrm>
            <a:off x="0" y="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90000" rIns="90000" tIns="90000" bIns="90000" anchor="t">
            <a:noAutofit/>
          </a:bodyPr>
          <a:lstStyle>
            <a:lvl1pPr>
              <a:lnSpc>
                <a:spcPct val="100000"/>
              </a:lnSpc>
              <a:buNone/>
              <a:defRPr b="0" lang="en-US" sz="1800" spc="-1" strike="noStrike">
                <a:solidFill>
                  <a:srgbClr val="000000"/>
                </a:solidFill>
                <a:latin typeface="+mn-lt"/>
                <a:ea typeface="+mn-ea"/>
              </a:defRPr>
            </a:lvl1pPr>
          </a:lstStyle>
          <a:p>
            <a:pPr>
              <a:lnSpc>
                <a:spcPct val="100000"/>
              </a:lnSpc>
              <a:buNone/>
            </a:pPr>
            <a:fld id="{4BC915C6-4971-4ADD-BA8D-3B9042355ABC}" type="slidenum">
              <a:rPr b="0" lang="en-US" sz="1800" spc="-1" strike="noStrike">
                <a:solidFill>
                  <a:srgbClr val="000000"/>
                </a:solidFill>
                <a:latin typeface="+mn-lt"/>
                <a:ea typeface="+mn-ea"/>
              </a:rPr>
              <a:t>&lt;number&gt;</a:t>
            </a:fld>
            <a:endParaRPr b="0" lang="en-US" sz="1800" spc="-1" strike="noStrike"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3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4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5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6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7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8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9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0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_rels/slideLayout12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Blank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Layouts/slideLayout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x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subTitle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3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" preserve="1">
  <p:cSld name="Title,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4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" preserve="1">
  <p:cSld name="Title,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5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6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nly" preserve="1">
  <p:cSld name="Centere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laceHolder 1"/>
          <p:cNvSpPr>
            <a:spLocks noGrp="1"/>
          </p:cNvSpPr>
          <p:nvPr>
            <p:ph type="subTitle"/>
          </p:nvPr>
        </p:nvSpPr>
        <p:spPr>
          <a:xfrm>
            <a:off x="609120" y="273600"/>
            <a:ext cx="10969560" cy="5307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pPr algn="ctr">
              <a:buNone/>
            </a:pPr>
            <a:endParaRPr b="0" lang="en-US" sz="3200" spc="-1" strike="noStrike">
              <a:latin typeface="Arial"/>
            </a:endParaRPr>
          </a:p>
        </p:txBody>
      </p:sp>
    </p:spTree>
  </p:cSld>
</p:sldLayout>
</file>

<file path=ppt/slideLayouts/slideLayout7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AndObj" preserve="1">
  <p:cSld name="Title, 2 Content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3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4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8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AndTwoObj" preserve="1">
  <p:cSld name="Title Content and 2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6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7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8" name="PlaceHolder 4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9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twoObjOverTx" preserve="1">
  <p:cSld name="Title, 2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0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1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2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0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objOverTx" preserve="1">
  <p:cSld name="Title, Content over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4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5" name="PlaceHolder 3"/>
          <p:cNvSpPr>
            <a:spLocks noGrp="1"/>
          </p:cNvSpPr>
          <p:nvPr>
            <p:ph/>
          </p:nvPr>
        </p:nvSpPr>
        <p:spPr>
          <a:xfrm>
            <a:off x="609120" y="3682080"/>
            <a:ext cx="109695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fourObj" preserve="1">
  <p:cSld name="Title, 4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7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8" name="PlaceHolder 3"/>
          <p:cNvSpPr>
            <a:spLocks noGrp="1"/>
          </p:cNvSpPr>
          <p:nvPr>
            <p:ph/>
          </p:nvPr>
        </p:nvSpPr>
        <p:spPr>
          <a:xfrm>
            <a:off x="6230160" y="160452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29" name="PlaceHolder 4"/>
          <p:cNvSpPr>
            <a:spLocks noGrp="1"/>
          </p:cNvSpPr>
          <p:nvPr>
            <p:ph/>
          </p:nvPr>
        </p:nvSpPr>
        <p:spPr>
          <a:xfrm>
            <a:off x="60912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0" name="PlaceHolder 5"/>
          <p:cNvSpPr>
            <a:spLocks noGrp="1"/>
          </p:cNvSpPr>
          <p:nvPr>
            <p:ph/>
          </p:nvPr>
        </p:nvSpPr>
        <p:spPr>
          <a:xfrm>
            <a:off x="6230160" y="3682080"/>
            <a:ext cx="535284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Layouts/slideLayout12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Title, 6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2" name="PlaceHolder 2"/>
          <p:cNvSpPr>
            <a:spLocks noGrp="1"/>
          </p:cNvSpPr>
          <p:nvPr>
            <p:ph/>
          </p:nvPr>
        </p:nvSpPr>
        <p:spPr>
          <a:xfrm>
            <a:off x="6091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3" name="PlaceHolder 3"/>
          <p:cNvSpPr>
            <a:spLocks noGrp="1"/>
          </p:cNvSpPr>
          <p:nvPr>
            <p:ph/>
          </p:nvPr>
        </p:nvSpPr>
        <p:spPr>
          <a:xfrm>
            <a:off x="431820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4" name="PlaceHolder 4"/>
          <p:cNvSpPr>
            <a:spLocks noGrp="1"/>
          </p:cNvSpPr>
          <p:nvPr>
            <p:ph/>
          </p:nvPr>
        </p:nvSpPr>
        <p:spPr>
          <a:xfrm>
            <a:off x="8026920" y="160452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5" name="PlaceHolder 5"/>
          <p:cNvSpPr>
            <a:spLocks noGrp="1"/>
          </p:cNvSpPr>
          <p:nvPr>
            <p:ph/>
          </p:nvPr>
        </p:nvSpPr>
        <p:spPr>
          <a:xfrm>
            <a:off x="6091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6" name="PlaceHolder 6"/>
          <p:cNvSpPr>
            <a:spLocks noGrp="1"/>
          </p:cNvSpPr>
          <p:nvPr>
            <p:ph/>
          </p:nvPr>
        </p:nvSpPr>
        <p:spPr>
          <a:xfrm>
            <a:off x="431820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37" name="PlaceHolder 7"/>
          <p:cNvSpPr>
            <a:spLocks noGrp="1"/>
          </p:cNvSpPr>
          <p:nvPr>
            <p:ph/>
          </p:nvPr>
        </p:nvSpPr>
        <p:spPr>
          <a:xfrm>
            <a:off x="8026920" y="3682080"/>
            <a:ext cx="3531960" cy="189684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<Relationship Id="rId3" Type="http://schemas.openxmlformats.org/officeDocument/2006/relationships/slideLayout" Target="../slideLayouts/slideLayout2.xml"/><Relationship Id="rId4" Type="http://schemas.openxmlformats.org/officeDocument/2006/relationships/slideLayout" Target="../slideLayouts/slideLayout3.xml"/><Relationship Id="rId5" Type="http://schemas.openxmlformats.org/officeDocument/2006/relationships/slideLayout" Target="../slideLayouts/slideLayout4.xml"/><Relationship Id="rId6" Type="http://schemas.openxmlformats.org/officeDocument/2006/relationships/slideLayout" Target="../slideLayouts/slideLayout5.xml"/><Relationship Id="rId7" Type="http://schemas.openxmlformats.org/officeDocument/2006/relationships/slideLayout" Target="../slideLayouts/slideLayout6.xml"/><Relationship Id="rId8" Type="http://schemas.openxmlformats.org/officeDocument/2006/relationships/slideLayout" Target="../slideLayouts/slideLayout7.xml"/><Relationship Id="rId9" Type="http://schemas.openxmlformats.org/officeDocument/2006/relationships/slideLayout" Target="../slideLayouts/slideLayout8.xml"/><Relationship Id="rId10" Type="http://schemas.openxmlformats.org/officeDocument/2006/relationships/slideLayout" Target="../slideLayouts/slideLayout9.xml"/><Relationship Id="rId11" Type="http://schemas.openxmlformats.org/officeDocument/2006/relationships/slideLayout" Target="../slideLayouts/slideLayout10.xml"/><Relationship Id="rId12" Type="http://schemas.openxmlformats.org/officeDocument/2006/relationships/slideLayout" Target="../slideLayouts/slideLayout11.xml"/><Relationship Id="rId13" Type="http://schemas.openxmlformats.org/officeDocument/2006/relationships/slideLayout" Target="../slideLayouts/slideLayout12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0" name="PlaceHolder 1"/>
          <p:cNvSpPr>
            <a:spLocks noGrp="1"/>
          </p:cNvSpPr>
          <p:nvPr>
            <p:ph type="title"/>
          </p:nvPr>
        </p:nvSpPr>
        <p:spPr>
          <a:xfrm>
            <a:off x="609120" y="273600"/>
            <a:ext cx="10969560" cy="114480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ctr">
            <a:noAutofit/>
          </a:bodyPr>
          <a:p>
            <a:r>
              <a:rPr b="0" lang="en-US" sz="1800" spc="-1" strike="noStrike">
                <a:solidFill>
                  <a:srgbClr val="000000"/>
                </a:solidFill>
                <a:latin typeface="Calibri"/>
              </a:rPr>
              <a:t>Click to edit the title text format</a:t>
            </a:r>
            <a:endParaRPr b="0" lang="en-US" sz="1800" spc="-1" strike="noStrike">
              <a:solidFill>
                <a:srgbClr val="000000"/>
              </a:solidFill>
              <a:latin typeface="Calibri"/>
            </a:endParaRPr>
          </a:p>
        </p:txBody>
      </p:sp>
      <p:sp>
        <p:nvSpPr>
          <p:cNvPr id="1" name="PlaceHolder 2"/>
          <p:cNvSpPr>
            <a:spLocks noGrp="1"/>
          </p:cNvSpPr>
          <p:nvPr>
            <p:ph type="body"/>
          </p:nvPr>
        </p:nvSpPr>
        <p:spPr>
          <a:xfrm>
            <a:off x="609120" y="1604520"/>
            <a:ext cx="10969560" cy="3977280"/>
          </a:xfrm>
          <a:prstGeom prst="rect">
            <a:avLst/>
          </a:prstGeom>
          <a:noFill/>
          <a:ln w="0">
            <a:noFill/>
          </a:ln>
        </p:spPr>
        <p:txBody>
          <a:bodyPr lIns="0" rIns="0" tIns="0" bIns="0" anchor="t">
            <a:normAutofit/>
          </a:bodyPr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3200" spc="-1" strike="noStrike">
                <a:solidFill>
                  <a:srgbClr val="000000"/>
                </a:solidFill>
                <a:latin typeface="Calibri"/>
              </a:rPr>
              <a:t>Click to edit the outline text format</a:t>
            </a:r>
            <a:endParaRPr b="0" lang="en-US" sz="3200" spc="-1" strike="noStrike">
              <a:solidFill>
                <a:srgbClr val="000000"/>
              </a:solidFill>
              <a:latin typeface="Calibri"/>
            </a:endParaRPr>
          </a:p>
          <a:p>
            <a:pPr lvl="1" marL="864000" indent="-324000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400" spc="-1" strike="noStrike">
                <a:solidFill>
                  <a:srgbClr val="000000"/>
                </a:solidFill>
                <a:latin typeface="Calibri"/>
              </a:rPr>
              <a:t>Second Outline Level</a:t>
            </a:r>
            <a:endParaRPr b="0" lang="en-US" sz="2400" spc="-1" strike="noStrike">
              <a:solidFill>
                <a:srgbClr val="000000"/>
              </a:solidFill>
              <a:latin typeface="Calibri"/>
            </a:endParaRPr>
          </a:p>
          <a:p>
            <a:pPr lvl="2" marL="1296000" indent="-288000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Third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3" marL="1728000" indent="-216000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Fourth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4" marL="2160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Fifth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5" marL="2592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Sixth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  <a:p>
            <a:pPr lvl="6" marL="3024000" indent="-216000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b="0" lang="en-US" sz="2000" spc="-1" strike="noStrike">
                <a:solidFill>
                  <a:srgbClr val="000000"/>
                </a:solidFill>
                <a:latin typeface="Calibri"/>
              </a:rPr>
              <a:t>Seventh Outline Level</a:t>
            </a:r>
            <a:endParaRPr b="0" lang="en-US" sz="2000" spc="-1" strike="noStrike">
              <a:solidFill>
                <a:srgbClr val="000000"/>
              </a:solidFill>
              <a:latin typeface="Calibri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  <p:sldLayoutIdLst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10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4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46" name="Заголовок"/>
          <p:cNvSpPr/>
          <p:nvPr/>
        </p:nvSpPr>
        <p:spPr>
          <a:xfrm>
            <a:off x="457200" y="4027680"/>
            <a:ext cx="10744200" cy="2030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0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000" spc="-1" strike="noStrike">
              <a:latin typeface="Arial"/>
            </a:endParaRPr>
          </a:p>
        </p:txBody>
      </p:sp>
      <p:pic>
        <p:nvPicPr>
          <p:cNvPr id="47" name="Год_Плашка_Фон" descr="/home/claude/vistas/assets/grad_pill.png"/>
          <p:cNvPicPr/>
          <p:nvPr/>
        </p:nvPicPr>
        <p:blipFill>
          <a:blip r:embed="rId2"/>
          <a:stretch/>
        </p:blipFill>
        <p:spPr>
          <a:xfrm>
            <a:off x="457200" y="3692160"/>
            <a:ext cx="1554120" cy="172080"/>
          </a:xfrm>
          <a:prstGeom prst="rect">
            <a:avLst/>
          </a:prstGeom>
          <a:ln w="0">
            <a:noFill/>
          </a:ln>
        </p:spPr>
      </p:pic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PIC"/>
          <p:cNvSpPr/>
          <p:nvPr/>
        </p:nvSpPr>
        <p:spPr>
          <a:xfrm>
            <a:off x="6492240" y="1463040"/>
            <a:ext cx="5239080" cy="4937400"/>
          </a:xfrm>
          <a:prstGeom prst="roundRect">
            <a:avLst>
              <a:gd name="adj" fmla="val 1481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pic>
        <p:nvPicPr>
          <p:cNvPr id="4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51" name="TextBox 10"/>
          <p:cNvSpPr/>
          <p:nvPr/>
        </p:nvSpPr>
        <p:spPr>
          <a:xfrm>
            <a:off x="640080" y="1463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</a:t>
            </a:r>
            <a:r>
              <a:rPr b="1" lang="ru-RU" sz="18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2" name="TextBox 10"/>
          <p:cNvSpPr/>
          <p:nvPr/>
        </p:nvSpPr>
        <p:spPr>
          <a:xfrm>
            <a:off x="640080" y="1998720"/>
            <a:ext cx="5461200" cy="1102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3" name="TextBox 10"/>
          <p:cNvSpPr/>
          <p:nvPr/>
        </p:nvSpPr>
        <p:spPr>
          <a:xfrm>
            <a:off x="636480" y="312804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SUBTITLE2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4" name="TextBox 10"/>
          <p:cNvSpPr/>
          <p:nvPr/>
        </p:nvSpPr>
        <p:spPr>
          <a:xfrm>
            <a:off x="636480" y="3660840"/>
            <a:ext cx="5461200" cy="1176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5" name="TextBox 10"/>
          <p:cNvSpPr/>
          <p:nvPr/>
        </p:nvSpPr>
        <p:spPr>
          <a:xfrm>
            <a:off x="636480" y="4843800"/>
            <a:ext cx="5454000" cy="550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b">
            <a:noAutofit/>
          </a:bodyPr>
          <a:p>
            <a:pPr>
              <a:lnSpc>
                <a:spcPct val="100000"/>
              </a:lnSpc>
              <a:buNone/>
            </a:pPr>
            <a:r>
              <a:rPr b="1" lang="en-US" sz="1800" spc="-1" strike="noStrike">
                <a:solidFill>
                  <a:srgbClr val="ffffff"/>
                </a:solidFill>
                <a:latin typeface="Arial"/>
                <a:ea typeface="DejaVu Sans"/>
              </a:rPr>
              <a:t>SUBTITLE3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56" name="TextBox 10"/>
          <p:cNvSpPr/>
          <p:nvPr/>
        </p:nvSpPr>
        <p:spPr>
          <a:xfrm>
            <a:off x="636480" y="5376600"/>
            <a:ext cx="5461200" cy="1109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t">
            <a:noAutofit/>
          </a:bodyPr>
          <a:p>
            <a:pPr>
              <a:lnSpc>
                <a:spcPct val="100000"/>
              </a:lnSpc>
              <a:buNone/>
            </a:pPr>
            <a:r>
              <a:rPr b="0" lang="en-US" sz="1400" spc="-1" strike="noStrike">
                <a:solidFill>
                  <a:srgbClr val="ffffff"/>
                </a:solidFill>
                <a:latin typeface="Arial"/>
                <a:ea typeface="DejaVu Sans"/>
              </a:rPr>
              <a:t>TEXT</a:t>
            </a:r>
            <a:r>
              <a:rPr b="0" lang="ru-RU" sz="1400" spc="-1" strike="noStrike">
                <a:solidFill>
                  <a:srgbClr val="ffffff"/>
                </a:solidFill>
                <a:latin typeface="Arial"/>
                <a:ea typeface="DejaVu Sans"/>
              </a:rPr>
              <a:t>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57" name="TITLE"/>
          <p:cNvSpPr/>
          <p:nvPr/>
        </p:nvSpPr>
        <p:spPr>
          <a:xfrm>
            <a:off x="640080" y="365760"/>
            <a:ext cx="11091240" cy="972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8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59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60" name="TITLE"/>
          <p:cNvSpPr/>
          <p:nvPr/>
        </p:nvSpPr>
        <p:spPr>
          <a:xfrm>
            <a:off x="640080" y="365760"/>
            <a:ext cx="10908360" cy="1074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  <p:sp>
        <p:nvSpPr>
          <p:cNvPr id="61" name="Иконка_1"/>
          <p:cNvSpPr/>
          <p:nvPr/>
        </p:nvSpPr>
        <p:spPr>
          <a:xfrm>
            <a:off x="6400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2" name="Иконка_1_Акцент" descr="/home/claude/vistas/assets/grad_square.png"/>
          <p:cNvPicPr/>
          <p:nvPr/>
        </p:nvPicPr>
        <p:blipFill>
          <a:blip r:embed="rId2"/>
          <a:stretch/>
        </p:blipFill>
        <p:spPr>
          <a:xfrm>
            <a:off x="8046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3" name="SUBTITLE 1"/>
          <p:cNvSpPr/>
          <p:nvPr/>
        </p:nvSpPr>
        <p:spPr>
          <a:xfrm>
            <a:off x="6400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SUBTITLE1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4" name="TEXT 1"/>
          <p:cNvSpPr/>
          <p:nvPr/>
        </p:nvSpPr>
        <p:spPr>
          <a:xfrm>
            <a:off x="6400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5" name="Иконка_2"/>
          <p:cNvSpPr/>
          <p:nvPr/>
        </p:nvSpPr>
        <p:spPr>
          <a:xfrm>
            <a:off x="451728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66" name="Иконка_2_Акцент" descr="/home/claude/vistas/assets/grad_square.png"/>
          <p:cNvPicPr/>
          <p:nvPr/>
        </p:nvPicPr>
        <p:blipFill>
          <a:blip r:embed="rId3"/>
          <a:stretch/>
        </p:blipFill>
        <p:spPr>
          <a:xfrm>
            <a:off x="468180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67" name="SUBTITLE 2"/>
          <p:cNvSpPr/>
          <p:nvPr/>
        </p:nvSpPr>
        <p:spPr>
          <a:xfrm>
            <a:off x="451728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900" spc="-1" strike="noStrike">
              <a:latin typeface="Arial"/>
            </a:endParaRPr>
          </a:p>
        </p:txBody>
      </p:sp>
      <p:sp>
        <p:nvSpPr>
          <p:cNvPr id="68" name="TEXT 2"/>
          <p:cNvSpPr/>
          <p:nvPr/>
        </p:nvSpPr>
        <p:spPr>
          <a:xfrm>
            <a:off x="451728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69" name="Иконка_3"/>
          <p:cNvSpPr/>
          <p:nvPr/>
        </p:nvSpPr>
        <p:spPr>
          <a:xfrm>
            <a:off x="8394120" y="2309040"/>
            <a:ext cx="639720" cy="639720"/>
          </a:xfrm>
          <a:prstGeom prst="roundRect">
            <a:avLst>
              <a:gd name="adj" fmla="val 20000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pic>
        <p:nvPicPr>
          <p:cNvPr id="70" name="Иконка_3_Акцент" descr="/home/claude/vistas/assets/grad_square.png"/>
          <p:cNvPicPr/>
          <p:nvPr/>
        </p:nvPicPr>
        <p:blipFill>
          <a:blip r:embed="rId4"/>
          <a:stretch/>
        </p:blipFill>
        <p:spPr>
          <a:xfrm>
            <a:off x="8558640" y="2473560"/>
            <a:ext cx="310680" cy="310680"/>
          </a:xfrm>
          <a:prstGeom prst="rect">
            <a:avLst/>
          </a:prstGeom>
          <a:ln w="0">
            <a:noFill/>
          </a:ln>
        </p:spPr>
      </p:pic>
      <p:sp>
        <p:nvSpPr>
          <p:cNvPr id="71" name="SUBTITLE 3"/>
          <p:cNvSpPr/>
          <p:nvPr/>
        </p:nvSpPr>
        <p:spPr>
          <a:xfrm>
            <a:off x="8394120" y="3223440"/>
            <a:ext cx="3337200" cy="8913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9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br>
              <a:rPr sz="1900"/>
            </a:br>
            <a:endParaRPr b="0" lang="en-US" sz="1900" spc="-1" strike="noStrike">
              <a:latin typeface="Arial"/>
            </a:endParaRPr>
          </a:p>
        </p:txBody>
      </p:sp>
      <p:sp>
        <p:nvSpPr>
          <p:cNvPr id="72" name="TEXT 3"/>
          <p:cNvSpPr/>
          <p:nvPr/>
        </p:nvSpPr>
        <p:spPr>
          <a:xfrm>
            <a:off x="8394120" y="4114800"/>
            <a:ext cx="3154320" cy="2194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5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3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74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75" name="Карточка_1"/>
          <p:cNvSpPr/>
          <p:nvPr/>
        </p:nvSpPr>
        <p:spPr>
          <a:xfrm>
            <a:off x="64008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76" name="PIC 1"/>
          <p:cNvSpPr/>
          <p:nvPr/>
        </p:nvSpPr>
        <p:spPr>
          <a:xfrm>
            <a:off x="82296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77" name="SUBTITLE 1"/>
          <p:cNvSpPr/>
          <p:nvPr/>
        </p:nvSpPr>
        <p:spPr>
          <a:xfrm>
            <a:off x="82296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</a:t>
            </a:r>
            <a:r>
              <a:rPr b="1" lang="ru-RU" sz="15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 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78" name="TEXT 1"/>
          <p:cNvSpPr/>
          <p:nvPr/>
        </p:nvSpPr>
        <p:spPr>
          <a:xfrm>
            <a:off x="82296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79" name="Карточка_2"/>
          <p:cNvSpPr/>
          <p:nvPr/>
        </p:nvSpPr>
        <p:spPr>
          <a:xfrm>
            <a:off x="443484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0" name="PIC 2"/>
          <p:cNvSpPr/>
          <p:nvPr/>
        </p:nvSpPr>
        <p:spPr>
          <a:xfrm>
            <a:off x="461772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1" name="SUBTITLE 2"/>
          <p:cNvSpPr/>
          <p:nvPr/>
        </p:nvSpPr>
        <p:spPr>
          <a:xfrm>
            <a:off x="461772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2" name="TEXT 2"/>
          <p:cNvSpPr/>
          <p:nvPr/>
        </p:nvSpPr>
        <p:spPr>
          <a:xfrm>
            <a:off x="461772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3" name="Карточка_3"/>
          <p:cNvSpPr/>
          <p:nvPr/>
        </p:nvSpPr>
        <p:spPr>
          <a:xfrm>
            <a:off x="8229600" y="1607760"/>
            <a:ext cx="3520080" cy="3977280"/>
          </a:xfrm>
          <a:prstGeom prst="roundRect">
            <a:avLst>
              <a:gd name="adj" fmla="val 2078"/>
            </a:avLst>
          </a:prstGeom>
          <a:solidFill>
            <a:srgbClr val="161616"/>
          </a:solidFill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84" name="PIC 3"/>
          <p:cNvSpPr/>
          <p:nvPr/>
        </p:nvSpPr>
        <p:spPr>
          <a:xfrm>
            <a:off x="8412480" y="1790640"/>
            <a:ext cx="3154320" cy="1554120"/>
          </a:xfrm>
          <a:prstGeom prst="roundRect">
            <a:avLst>
              <a:gd name="adj" fmla="val 4706"/>
            </a:avLst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85" name="SUBTITLE 3"/>
          <p:cNvSpPr/>
          <p:nvPr/>
        </p:nvSpPr>
        <p:spPr>
          <a:xfrm>
            <a:off x="8412480" y="3429000"/>
            <a:ext cx="3154320" cy="7527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ffff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86" name="TEXT 3"/>
          <p:cNvSpPr/>
          <p:nvPr/>
        </p:nvSpPr>
        <p:spPr>
          <a:xfrm>
            <a:off x="8412480" y="4293000"/>
            <a:ext cx="3154320" cy="1095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87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8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89" name="PIC"/>
          <p:cNvSpPr/>
          <p:nvPr/>
        </p:nvSpPr>
        <p:spPr>
          <a:xfrm>
            <a:off x="7589520" y="0"/>
            <a:ext cx="4599000" cy="6857640"/>
          </a:xfrm>
          <a:prstGeom prst="rect">
            <a:avLst/>
          </a:prstGeom>
          <a:solidFill>
            <a:schemeClr val="bg1">
              <a:lumMod val="85000"/>
            </a:schemeClr>
          </a:solidFill>
          <a:ln w="9525">
            <a:solidFill>
              <a:srgbClr val="6e6e6e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90" name="TITLE"/>
          <p:cNvSpPr/>
          <p:nvPr/>
        </p:nvSpPr>
        <p:spPr>
          <a:xfrm>
            <a:off x="640080" y="315720"/>
            <a:ext cx="6609600" cy="19591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4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4200" spc="-1" strike="noStrike">
              <a:latin typeface="Arial"/>
            </a:endParaRPr>
          </a:p>
        </p:txBody>
      </p:sp>
      <p:sp>
        <p:nvSpPr>
          <p:cNvPr id="91" name="SUBTITLE 1"/>
          <p:cNvSpPr/>
          <p:nvPr/>
        </p:nvSpPr>
        <p:spPr>
          <a:xfrm>
            <a:off x="640080" y="2590920"/>
            <a:ext cx="6609600" cy="5090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0" lang="en-US" sz="1500" spc="-1" strike="noStrike">
                <a:solidFill>
                  <a:srgbClr val="ffe6dc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92" name="TEXT 1"/>
          <p:cNvSpPr/>
          <p:nvPr/>
        </p:nvSpPr>
        <p:spPr>
          <a:xfrm>
            <a:off x="640080" y="3189600"/>
            <a:ext cx="6609600" cy="631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300" spc="-1" strike="noStrike">
                <a:solidFill>
                  <a:srgbClr val="ffd9c9"/>
                </a:solidFill>
                <a:latin typeface="Arial"/>
                <a:ea typeface="Arial"/>
              </a:rPr>
              <a:t>TEXT1</a:t>
            </a:r>
            <a:endParaRPr b="0" lang="en-US" sz="1300" spc="-1" strike="noStrike">
              <a:latin typeface="Arial"/>
            </a:endParaRPr>
          </a:p>
        </p:txBody>
      </p:sp>
      <p:sp>
        <p:nvSpPr>
          <p:cNvPr id="93" name="SUBTITLE 2"/>
          <p:cNvSpPr/>
          <p:nvPr/>
        </p:nvSpPr>
        <p:spPr>
          <a:xfrm>
            <a:off x="640080" y="4192920"/>
            <a:ext cx="3134880" cy="496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4" name="TEXT 2"/>
          <p:cNvSpPr/>
          <p:nvPr/>
        </p:nvSpPr>
        <p:spPr>
          <a:xfrm>
            <a:off x="64008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5" name="SUBTITLE 3"/>
          <p:cNvSpPr/>
          <p:nvPr/>
        </p:nvSpPr>
        <p:spPr>
          <a:xfrm>
            <a:off x="4114800" y="4212720"/>
            <a:ext cx="3134880" cy="4579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117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96" name="TEXT 3"/>
          <p:cNvSpPr/>
          <p:nvPr/>
        </p:nvSpPr>
        <p:spPr>
          <a:xfrm>
            <a:off x="4114800" y="4787280"/>
            <a:ext cx="3134880" cy="1110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1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TEXT3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97" name="Кнопка_Навигация_Фон" descr="/home/claude/vistas/assets/grad_circle.png"/>
          <p:cNvPicPr/>
          <p:nvPr/>
        </p:nvPicPr>
        <p:blipFill>
          <a:blip r:embed="rId2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98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9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00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01" name="SUBTITLE 1"/>
          <p:cNvSpPr/>
          <p:nvPr/>
        </p:nvSpPr>
        <p:spPr>
          <a:xfrm>
            <a:off x="6400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SUBTITLE1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2" name="TEXT 1"/>
          <p:cNvSpPr/>
          <p:nvPr/>
        </p:nvSpPr>
        <p:spPr>
          <a:xfrm>
            <a:off x="6400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TEXT1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3" name="Разделитель_1"/>
          <p:cNvSpPr/>
          <p:nvPr/>
        </p:nvSpPr>
        <p:spPr>
          <a:xfrm>
            <a:off x="4069080" y="2468880"/>
            <a:ext cx="360" cy="254916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4" name="SUBTITLE 2"/>
          <p:cNvSpPr/>
          <p:nvPr/>
        </p:nvSpPr>
        <p:spPr>
          <a:xfrm>
            <a:off x="451728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5" name="TEXT 2"/>
          <p:cNvSpPr/>
          <p:nvPr/>
        </p:nvSpPr>
        <p:spPr>
          <a:xfrm>
            <a:off x="451728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TEXT2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6" name="Разделитель_2"/>
          <p:cNvSpPr/>
          <p:nvPr/>
        </p:nvSpPr>
        <p:spPr>
          <a:xfrm>
            <a:off x="7945920" y="2468520"/>
            <a:ext cx="360" cy="2549520"/>
          </a:xfrm>
          <a:prstGeom prst="line">
            <a:avLst/>
          </a:prstGeom>
          <a:ln w="12700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07" name="SUBTITLE 3"/>
          <p:cNvSpPr/>
          <p:nvPr/>
        </p:nvSpPr>
        <p:spPr>
          <a:xfrm>
            <a:off x="8394120" y="2460240"/>
            <a:ext cx="3154320" cy="731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500" spc="-1" strike="noStrike">
                <a:solidFill>
                  <a:srgbClr val="ff6a3d"/>
                </a:solidFill>
                <a:latin typeface="Arial"/>
                <a:ea typeface="Arial"/>
              </a:rPr>
              <a:t>SUBTITLE3</a:t>
            </a:r>
            <a:endParaRPr b="0" lang="en-US" sz="1500" spc="-1" strike="noStrike">
              <a:latin typeface="Arial"/>
            </a:endParaRPr>
          </a:p>
        </p:txBody>
      </p:sp>
      <p:sp>
        <p:nvSpPr>
          <p:cNvPr id="108" name="TEXT 3"/>
          <p:cNvSpPr/>
          <p:nvPr/>
        </p:nvSpPr>
        <p:spPr>
          <a:xfrm>
            <a:off x="8394120" y="3385440"/>
            <a:ext cx="3154320" cy="1632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400" spc="-1" strike="noStrike">
                <a:solidFill>
                  <a:srgbClr val="b7b7b7"/>
                </a:solidFill>
                <a:latin typeface="Arial"/>
                <a:ea typeface="Arial"/>
              </a:rPr>
              <a:t>TEXT3</a:t>
            </a:r>
            <a:endParaRPr b="0" lang="en-US" sz="1400" spc="-1" strike="noStrike">
              <a:latin typeface="Arial"/>
            </a:endParaRPr>
          </a:p>
        </p:txBody>
      </p:sp>
      <p:sp>
        <p:nvSpPr>
          <p:cNvPr id="109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Затемнение"/>
          <p:cNvSpPr/>
          <p:nvPr/>
        </p:nvSpPr>
        <p:spPr>
          <a:xfrm>
            <a:off x="0" y="1328040"/>
            <a:ext cx="12188520" cy="5529600"/>
          </a:xfrm>
          <a:prstGeom prst="rect">
            <a:avLst/>
          </a:prstGeom>
          <a:solidFill>
            <a:srgbClr val="d9d9d9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rIns="90000" tIns="45000" bIns="45000" anchor="ctr">
            <a:noAutofit/>
          </a:bodyPr>
          <a:p>
            <a:pPr algn="ctr">
              <a:lnSpc>
                <a:spcPct val="100000"/>
              </a:lnSpc>
              <a:buNone/>
            </a:pPr>
            <a:r>
              <a:rPr b="0" lang="en-US" sz="1800" spc="-1" strike="noStrike">
                <a:solidFill>
                  <a:srgbClr val="ffffff"/>
                </a:solidFill>
                <a:latin typeface="Calibri"/>
              </a:rPr>
              <a:t>PIC</a:t>
            </a:r>
            <a:endParaRPr b="0" lang="en-US" sz="1800" spc="-1" strike="noStrike">
              <a:latin typeface="Arial"/>
            </a:endParaRPr>
          </a:p>
        </p:txBody>
      </p:sp>
      <p:sp>
        <p:nvSpPr>
          <p:cNvPr id="111" name="Чип_1"/>
          <p:cNvSpPr/>
          <p:nvPr/>
        </p:nvSpPr>
        <p:spPr>
          <a:xfrm>
            <a:off x="474480" y="5290560"/>
            <a:ext cx="4673880" cy="1255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2" name="SUBTITLE 2"/>
          <p:cNvSpPr/>
          <p:nvPr/>
        </p:nvSpPr>
        <p:spPr>
          <a:xfrm>
            <a:off x="639360" y="5413320"/>
            <a:ext cx="43459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SUBTITLE2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3" name="TEXT 2"/>
          <p:cNvSpPr/>
          <p:nvPr/>
        </p:nvSpPr>
        <p:spPr>
          <a:xfrm>
            <a:off x="639360" y="5952240"/>
            <a:ext cx="4345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TEXT2</a:t>
            </a:r>
            <a:endParaRPr b="0" lang="en-US" sz="1200" spc="-1" strike="noStrike">
              <a:latin typeface="Arial"/>
            </a:endParaRPr>
          </a:p>
        </p:txBody>
      </p:sp>
      <p:pic>
        <p:nvPicPr>
          <p:cNvPr id="114" name="Кнопка_Навигация_Фон" descr="/home/claude/vistas/assets/grad_circle.png"/>
          <p:cNvPicPr/>
          <p:nvPr/>
        </p:nvPicPr>
        <p:blipFill>
          <a:blip r:embed="rId1"/>
          <a:stretch/>
        </p:blipFill>
        <p:spPr>
          <a:xfrm>
            <a:off x="11228760" y="5897880"/>
            <a:ext cx="502560" cy="502560"/>
          </a:xfrm>
          <a:prstGeom prst="rect">
            <a:avLst/>
          </a:prstGeom>
          <a:ln w="0">
            <a:noFill/>
          </a:ln>
        </p:spPr>
      </p:pic>
      <p:sp>
        <p:nvSpPr>
          <p:cNvPr id="115" name="Кнопка_Навигация_Стрелка"/>
          <p:cNvSpPr/>
          <p:nvPr/>
        </p:nvSpPr>
        <p:spPr>
          <a:xfrm>
            <a:off x="11228760" y="5897880"/>
            <a:ext cx="50256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ctr">
            <a:noAutofit/>
          </a:bodyPr>
          <a:p>
            <a:pPr algn="ctr"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2000" spc="-1" strike="noStrike">
                <a:solidFill>
                  <a:srgbClr val="ffffff"/>
                </a:solidFill>
                <a:latin typeface="Arial"/>
                <a:ea typeface="Arial"/>
              </a:rPr>
              <a:t>→</a:t>
            </a:r>
            <a:endParaRPr b="0" lang="en-US" sz="2000" spc="-1" strike="noStrike">
              <a:latin typeface="Arial"/>
            </a:endParaRPr>
          </a:p>
        </p:txBody>
      </p:sp>
      <p:sp>
        <p:nvSpPr>
          <p:cNvPr id="116" name="Чип_1"/>
          <p:cNvSpPr/>
          <p:nvPr/>
        </p:nvSpPr>
        <p:spPr>
          <a:xfrm>
            <a:off x="5677560" y="5290560"/>
            <a:ext cx="4673880" cy="125568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17" name="SUBTITLE 2"/>
          <p:cNvSpPr/>
          <p:nvPr/>
        </p:nvSpPr>
        <p:spPr>
          <a:xfrm>
            <a:off x="5842080" y="5413320"/>
            <a:ext cx="4345920" cy="465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7" strike="noStrike">
                <a:solidFill>
                  <a:srgbClr val="ff6a3d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8" name="TEXT 2"/>
          <p:cNvSpPr/>
          <p:nvPr/>
        </p:nvSpPr>
        <p:spPr>
          <a:xfrm>
            <a:off x="5842080" y="5952240"/>
            <a:ext cx="434592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3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19" name="Чип_1"/>
          <p:cNvSpPr/>
          <p:nvPr/>
        </p:nvSpPr>
        <p:spPr>
          <a:xfrm>
            <a:off x="474480" y="4143240"/>
            <a:ext cx="9876960" cy="977040"/>
          </a:xfrm>
          <a:prstGeom prst="roundRect">
            <a:avLst>
              <a:gd name="adj" fmla="val 10667"/>
            </a:avLst>
          </a:prstGeom>
          <a:solidFill>
            <a:srgbClr val="000000">
              <a:alpha val="65000"/>
            </a:srgbClr>
          </a:solidFill>
          <a:ln w="9525">
            <a:solidFill>
              <a:srgbClr val="2a2a2a"/>
            </a:solidFill>
            <a:round/>
          </a:ln>
        </p:spPr>
        <p:style>
          <a:lnRef idx="0"/>
          <a:fillRef idx="0"/>
          <a:effectRef idx="0"/>
          <a:fontRef idx="minor"/>
        </p:style>
      </p:sp>
      <p:sp>
        <p:nvSpPr>
          <p:cNvPr id="120" name="SUBTITLE 2"/>
          <p:cNvSpPr/>
          <p:nvPr/>
        </p:nvSpPr>
        <p:spPr>
          <a:xfrm>
            <a:off x="639360" y="4143240"/>
            <a:ext cx="9549000" cy="309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b">
            <a:noAutofit/>
          </a:bodyPr>
          <a:p>
            <a:pPr>
              <a:lnSpc>
                <a:spcPct val="100000"/>
              </a:lnSpc>
              <a:buNone/>
              <a:tabLst>
                <a:tab algn="l" pos="0"/>
              </a:tabLst>
            </a:pPr>
            <a:r>
              <a:rPr b="1" lang="en-US" sz="1200" spc="97" strike="noStrike">
                <a:solidFill>
                  <a:srgbClr val="ff6a3d"/>
                </a:solidFill>
                <a:latin typeface="Arial"/>
                <a:ea typeface="Arial"/>
              </a:rPr>
              <a:t>SUBTITLE</a:t>
            </a:r>
            <a:r>
              <a:rPr b="1" lang="ru-RU" sz="1200" spc="97" strike="noStrike">
                <a:solidFill>
                  <a:srgbClr val="ff6a3d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639360" y="4526280"/>
            <a:ext cx="9549000" cy="502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30000"/>
              </a:lnSpc>
              <a:buNone/>
              <a:tabLst>
                <a:tab algn="l" pos="0"/>
              </a:tabLst>
            </a:pPr>
            <a:r>
              <a:rPr b="0" lang="en-US" sz="1200" spc="-1" strike="noStrike">
                <a:solidFill>
                  <a:srgbClr val="ffffff"/>
                </a:solidFill>
                <a:latin typeface="Arial"/>
                <a:ea typeface="Arial"/>
              </a:rPr>
              <a:t>TEXT</a:t>
            </a:r>
            <a:r>
              <a:rPr b="0" lang="ru-RU" sz="1200" spc="-1" strike="noStrike">
                <a:solidFill>
                  <a:srgbClr val="ffffff"/>
                </a:solidFill>
                <a:latin typeface="Arial"/>
                <a:ea typeface="Arial"/>
              </a:rPr>
              <a:t>1</a:t>
            </a:r>
            <a:endParaRPr b="0" lang="en-US" sz="1200" spc="-1" strike="noStrike">
              <a:latin typeface="Arial"/>
            </a:endParaRPr>
          </a:p>
        </p:txBody>
      </p:sp>
      <p:sp>
        <p:nvSpPr>
          <p:cNvPr id="122" name="TITLE"/>
          <p:cNvSpPr/>
          <p:nvPr/>
        </p:nvSpPr>
        <p:spPr>
          <a:xfrm>
            <a:off x="640080" y="365760"/>
            <a:ext cx="10908360" cy="1044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2000"/>
              </a:lnSpc>
              <a:buNone/>
              <a:tabLst>
                <a:tab algn="l" pos="0"/>
              </a:tabLst>
            </a:pPr>
            <a:r>
              <a:rPr b="1" lang="en-US" sz="32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32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0d0d0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3" name="Градиент_Фон" descr="/home/claude/vistas/assets/grad_full_diagonal.png"/>
          <p:cNvPicPr/>
          <p:nvPr/>
        </p:nvPicPr>
        <p:blipFill>
          <a:blip r:embed="rId1"/>
          <a:stretch/>
        </p:blipFill>
        <p:spPr>
          <a:xfrm>
            <a:off x="0" y="0"/>
            <a:ext cx="12188520" cy="6857640"/>
          </a:xfrm>
          <a:prstGeom prst="rect">
            <a:avLst/>
          </a:prstGeom>
          <a:ln w="0">
            <a:noFill/>
          </a:ln>
        </p:spPr>
      </p:pic>
      <p:sp>
        <p:nvSpPr>
          <p:cNvPr id="124" name="TITLE"/>
          <p:cNvSpPr/>
          <p:nvPr/>
        </p:nvSpPr>
        <p:spPr>
          <a:xfrm>
            <a:off x="822960" y="2011680"/>
            <a:ext cx="10617480" cy="1828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rIns="0" tIns="0" bIns="0" anchor="t">
            <a:noAutofit/>
          </a:bodyPr>
          <a:p>
            <a:pPr>
              <a:lnSpc>
                <a:spcPct val="105000"/>
              </a:lnSpc>
              <a:buNone/>
              <a:tabLst>
                <a:tab algn="l" pos="0"/>
              </a:tabLst>
            </a:pPr>
            <a:r>
              <a:rPr b="1" lang="en-US" sz="5400" spc="-1" strike="noStrike">
                <a:solidFill>
                  <a:srgbClr val="ffffff"/>
                </a:solidFill>
                <a:latin typeface="Arial"/>
                <a:ea typeface="Arial"/>
              </a:rPr>
              <a:t>TITLE</a:t>
            </a:r>
            <a:endParaRPr b="0" lang="en-US" sz="5400" spc="-1" strike="noStrike">
              <a:latin typeface="Arial"/>
            </a:endParaRPr>
          </a:p>
        </p:txBody>
      </p:sp>
    </p:spTree>
  </p:cSld>
  <mc:AlternateContent>
    <mc:Choice Requires="p14">
      <p:transition spd="slow" p14:dur="2000"/>
    </mc:Choice>
    <mc:Fallback>
      <p:transition spd="slow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  <a:miter/>
        </a:ln>
        <a:ln w="25400" cap="flat" cmpd="sng" algn="ctr">
          <a:solidFill>
            <a:schemeClr val="phClr"/>
          </a:solidFill>
          <a:prstDash val="solid"/>
          <a:miter/>
        </a:ln>
        <a:ln w="38100" cap="flat" cmpd="sng" algn="ctr">
          <a:solidFill>
            <a:schemeClr val="phClr"/>
          </a:solidFill>
          <a:prstDash val="solid"/>
          <a:miter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188</TotalTime>
  <Application>LibreOffice/7.3.7.2$Linux_X86_64 LibreOffice_project/30$Build-2</Application>
  <AppVersion>15.0000</AppVersion>
  <Words>76</Words>
  <Paragraphs>66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2026-08-10T08:45:52Z</dcterms:created>
  <dc:creator>PptxGenJS</dc:creator>
  <dc:description/>
  <dc:language>en-US</dc:language>
  <cp:lastModifiedBy/>
  <dcterms:modified xsi:type="dcterms:W3CDTF">2026-08-11T12:35:43Z</dcterms:modified>
  <cp:revision>14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8</vt:i4>
  </property>
  <property fmtid="{D5CDD505-2E9C-101B-9397-08002B2CF9AE}" pid="3" name="PresentationFormat">
    <vt:lpwstr>Произвольный</vt:lpwstr>
  </property>
  <property fmtid="{D5CDD505-2E9C-101B-9397-08002B2CF9AE}" pid="4" name="Slides">
    <vt:i4>8</vt:i4>
  </property>
</Properties>
</file>