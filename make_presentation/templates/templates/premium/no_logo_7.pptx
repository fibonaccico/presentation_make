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B09F042-D794-4A39-91EF-BC6BCE0B2B5C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8428082-3B42-4E40-8AAB-38E9624CB3C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AD7AC59-2189-443A-BCAE-1ADFC450BC7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107F693-7A7B-4390-8678-E77890EEC3F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09AA3E19-E76B-4094-9CBD-8DB1547DECB6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0456176-E325-4B2F-8792-EDD1976F4C1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2BFDB47B-EBA6-4EC3-95B3-098E23965C9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BB32CE35-9086-4A46-A321-7F9CB17EE44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28700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11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Application>LibreOffice/7.3.7.2$Linux_X86_64 LibreOffice_project/30$Build-2</Application>
  <AppVersion>15.0000</AppVersion>
  <Words>62</Words>
  <Paragraphs>56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2026-08-11T12:35:19Z</dcterms:modified>
  <cp:revision>15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Произвольный</vt:lpwstr>
  </property>
  <property fmtid="{D5CDD505-2E9C-101B-9397-08002B2CF9AE}" pid="4" name="Slides">
    <vt:i4>7</vt:i4>
  </property>
</Properties>
</file>