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9DE29FD-5152-48B5-A81B-CB62A37F2EE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D96DDAB1-952A-4D49-A612-B1445752A49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A56C7F1-0CCB-4A5F-82D6-98C7F3E7C17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8F41A24-39A7-4C73-A292-E2C38DA818F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317FD74-697F-4EFB-BAE4-37CD9D39FFC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F146930-BDB0-4CAC-88BE-BC4614BDFF6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17CF14F-29BC-41A0-A0CB-FAAD64A233F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2BA4F0F-76E9-4BB1-B4EC-B07E52239BF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11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2026-08-18T23:01:28Z</dcterms:modified>
  <cp:revision>15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