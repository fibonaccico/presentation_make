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10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6F982A12-5EA8-43B5-B069-0338419D4712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325167AC-7121-4583-A69D-142FE9C24B17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B19B901C-F50C-4095-804B-1783ACCEBAC5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B6B72979-A9EB-4707-B305-192ECCF212AD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63C1C6B-802A-4F9A-96E9-DC262332ED26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0827DB75-7F07-432F-B0E2-D43B9E857B4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948A40E-94E2-4DC4-A870-A1BCFF1422C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4902687-A668-4BAD-B4A7-69AD39A3DF1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0CBAB6A3-366D-4052-9981-870266A6A847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02D701E-4B14-46CD-A36F-08027FF2C676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3093C95D-BB65-4C49-9EA5-1A913C0450C5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CA65B0C5-4891-4F26-95A0-6A15A9C2802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9F17F97-2808-44A7-87A6-79A3F7A01BE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00A94F2-F5A3-4809-BE20-2504D728ADBB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287000" cy="19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Затемнение"/>
          <p:cNvSpPr/>
          <p:nvPr/>
        </p:nvSpPr>
        <p:spPr>
          <a:xfrm>
            <a:off x="0" y="1328040"/>
            <a:ext cx="12188520" cy="55296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Чип_1"/>
          <p:cNvSpPr/>
          <p:nvPr/>
        </p:nvSpPr>
        <p:spPr>
          <a:xfrm>
            <a:off x="47448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UBTITLE 2"/>
          <p:cNvSpPr/>
          <p:nvPr/>
        </p:nvSpPr>
        <p:spPr>
          <a:xfrm>
            <a:off x="63936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63936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1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1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567756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58420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58420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Чип_1"/>
          <p:cNvSpPr/>
          <p:nvPr/>
        </p:nvSpPr>
        <p:spPr>
          <a:xfrm>
            <a:off x="474480" y="4143240"/>
            <a:ext cx="98769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UBTITLE 2"/>
          <p:cNvSpPr/>
          <p:nvPr/>
        </p:nvSpPr>
        <p:spPr>
          <a:xfrm>
            <a:off x="63936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3936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2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Блок_3"/>
          <p:cNvSpPr/>
          <p:nvPr/>
        </p:nvSpPr>
        <p:spPr>
          <a:xfrm>
            <a:off x="822960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Блок_1"/>
          <p:cNvSpPr/>
          <p:nvPr/>
        </p:nvSpPr>
        <p:spPr>
          <a:xfrm>
            <a:off x="64008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26" name="SUBTITLE 1"/>
          <p:cNvSpPr/>
          <p:nvPr/>
        </p:nvSpPr>
        <p:spPr>
          <a:xfrm>
            <a:off x="91440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91440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Блок_2"/>
          <p:cNvSpPr/>
          <p:nvPr/>
        </p:nvSpPr>
        <p:spPr>
          <a:xfrm>
            <a:off x="443484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UBTITLE 2"/>
          <p:cNvSpPr/>
          <p:nvPr/>
        </p:nvSpPr>
        <p:spPr>
          <a:xfrm>
            <a:off x="470916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470916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SUBTITLE 3"/>
          <p:cNvSpPr/>
          <p:nvPr/>
        </p:nvSpPr>
        <p:spPr>
          <a:xfrm>
            <a:off x="850392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850392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3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Карточка_1"/>
          <p:cNvSpPr/>
          <p:nvPr/>
        </p:nvSpPr>
        <p:spPr>
          <a:xfrm>
            <a:off x="64008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PIC 1"/>
          <p:cNvSpPr/>
          <p:nvPr/>
        </p:nvSpPr>
        <p:spPr>
          <a:xfrm>
            <a:off x="82296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UBTITLE 1"/>
          <p:cNvSpPr/>
          <p:nvPr/>
        </p:nvSpPr>
        <p:spPr>
          <a:xfrm>
            <a:off x="82296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82296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9" name="Карточка_2"/>
          <p:cNvSpPr/>
          <p:nvPr/>
        </p:nvSpPr>
        <p:spPr>
          <a:xfrm>
            <a:off x="443484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PIC 2"/>
          <p:cNvSpPr/>
          <p:nvPr/>
        </p:nvSpPr>
        <p:spPr>
          <a:xfrm>
            <a:off x="461772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1" name="SUBTITLE 2"/>
          <p:cNvSpPr/>
          <p:nvPr/>
        </p:nvSpPr>
        <p:spPr>
          <a:xfrm>
            <a:off x="461772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461772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3" name="Карточка_3"/>
          <p:cNvSpPr/>
          <p:nvPr/>
        </p:nvSpPr>
        <p:spPr>
          <a:xfrm>
            <a:off x="822960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PIC 3"/>
          <p:cNvSpPr/>
          <p:nvPr/>
        </p:nvSpPr>
        <p:spPr>
          <a:xfrm>
            <a:off x="841248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SUBTITLE 3"/>
          <p:cNvSpPr/>
          <p:nvPr/>
        </p:nvSpPr>
        <p:spPr>
          <a:xfrm>
            <a:off x="841248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841248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14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4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"/>
          <p:cNvSpPr/>
          <p:nvPr/>
        </p:nvSpPr>
        <p:spPr>
          <a:xfrm>
            <a:off x="6309360" y="0"/>
            <a:ext cx="5879160" cy="685764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1" name="Линия_1"/>
          <p:cNvSpPr/>
          <p:nvPr/>
        </p:nvSpPr>
        <p:spPr>
          <a:xfrm>
            <a:off x="639720" y="3424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SUBTITLE 2"/>
          <p:cNvSpPr/>
          <p:nvPr/>
        </p:nvSpPr>
        <p:spPr>
          <a:xfrm>
            <a:off x="1615320" y="3453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1615320" y="4011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5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5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6" name="TITLE"/>
          <p:cNvSpPr/>
          <p:nvPr/>
        </p:nvSpPr>
        <p:spPr>
          <a:xfrm>
            <a:off x="640080" y="365760"/>
            <a:ext cx="5454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7" name="Иконка_1"/>
          <p:cNvSpPr/>
          <p:nvPr/>
        </p:nvSpPr>
        <p:spPr>
          <a:xfrm>
            <a:off x="640080" y="3676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58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3840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59" name="Линия_1"/>
          <p:cNvSpPr/>
          <p:nvPr/>
        </p:nvSpPr>
        <p:spPr>
          <a:xfrm>
            <a:off x="639720" y="1786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SUBTITLE 2"/>
          <p:cNvSpPr/>
          <p:nvPr/>
        </p:nvSpPr>
        <p:spPr>
          <a:xfrm>
            <a:off x="1615320" y="1815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1615320" y="2373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2" name="Иконка_1"/>
          <p:cNvSpPr/>
          <p:nvPr/>
        </p:nvSpPr>
        <p:spPr>
          <a:xfrm>
            <a:off x="640080" y="2038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3" name="Иконка_1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804600" y="2202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64" name="Линия_1"/>
          <p:cNvSpPr/>
          <p:nvPr/>
        </p:nvSpPr>
        <p:spPr>
          <a:xfrm>
            <a:off x="639720" y="506952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UBTITLE 2"/>
          <p:cNvSpPr/>
          <p:nvPr/>
        </p:nvSpPr>
        <p:spPr>
          <a:xfrm>
            <a:off x="1615320" y="509796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1615320" y="56570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7" name="Иконка_1"/>
          <p:cNvSpPr/>
          <p:nvPr/>
        </p:nvSpPr>
        <p:spPr>
          <a:xfrm>
            <a:off x="640080" y="532116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Иконка_1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04600" y="5486040"/>
            <a:ext cx="310680" cy="31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IC"/>
          <p:cNvSpPr/>
          <p:nvPr/>
        </p:nvSpPr>
        <p:spPr>
          <a:xfrm>
            <a:off x="0" y="0"/>
            <a:ext cx="12188520" cy="374868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0" name="TITLE"/>
          <p:cNvSpPr/>
          <p:nvPr/>
        </p:nvSpPr>
        <p:spPr>
          <a:xfrm>
            <a:off x="644760" y="3982320"/>
            <a:ext cx="10835280" cy="9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71" name="SUBTITLE 1"/>
          <p:cNvSpPr/>
          <p:nvPr/>
        </p:nvSpPr>
        <p:spPr>
          <a:xfrm>
            <a:off x="644760" y="5116320"/>
            <a:ext cx="43246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44760" y="5630760"/>
            <a:ext cx="432468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8a8a8a"/>
                </a:solidFill>
                <a:latin typeface="Arial"/>
                <a:ea typeface="Arial"/>
              </a:rPr>
              <a:t>TEXT</a:t>
            </a:r>
            <a:r>
              <a:rPr b="0" lang="ru-RU" sz="1300" spc="-1" strike="noStrike">
                <a:solidFill>
                  <a:srgbClr val="8a8a8a"/>
                </a:solidFill>
                <a:latin typeface="Arial"/>
                <a:ea typeface="Arial"/>
              </a:rPr>
              <a:t>1</a:t>
            </a:r>
            <a:r>
              <a:rPr b="0" lang="en-US" sz="1300" spc="-1" strike="noStrike">
                <a:solidFill>
                  <a:srgbClr val="8a8a8a"/>
                </a:solidFill>
                <a:latin typeface="Arial"/>
                <a:ea typeface="Arial"/>
              </a:rPr>
              <a:t> 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3" name="SUBTITLE 2"/>
          <p:cNvSpPr/>
          <p:nvPr/>
        </p:nvSpPr>
        <p:spPr>
          <a:xfrm>
            <a:off x="5347800" y="5116320"/>
            <a:ext cx="30340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5347800" y="5697000"/>
            <a:ext cx="3034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5" name="SUBTITLE 2"/>
          <p:cNvSpPr/>
          <p:nvPr/>
        </p:nvSpPr>
        <p:spPr>
          <a:xfrm>
            <a:off x="8768160" y="5050080"/>
            <a:ext cx="30340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8768160" y="5630760"/>
            <a:ext cx="3034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7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79" name="PIC 1"/>
          <p:cNvSpPr/>
          <p:nvPr/>
        </p:nvSpPr>
        <p:spPr>
          <a:xfrm>
            <a:off x="640080" y="1671480"/>
            <a:ext cx="3520080" cy="2605680"/>
          </a:xfrm>
          <a:prstGeom prst="roundRect">
            <a:avLst>
              <a:gd name="adj" fmla="val 2807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0" name="SUBTITLE 1"/>
          <p:cNvSpPr/>
          <p:nvPr/>
        </p:nvSpPr>
        <p:spPr>
          <a:xfrm>
            <a:off x="640080" y="4414680"/>
            <a:ext cx="352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640080" y="4940280"/>
            <a:ext cx="352008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2" name="PIC 2"/>
          <p:cNvSpPr/>
          <p:nvPr/>
        </p:nvSpPr>
        <p:spPr>
          <a:xfrm>
            <a:off x="4434840" y="1671480"/>
            <a:ext cx="3520080" cy="2605680"/>
          </a:xfrm>
          <a:prstGeom prst="roundRect">
            <a:avLst>
              <a:gd name="adj" fmla="val 2807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3" name="SUBTITLE 2"/>
          <p:cNvSpPr/>
          <p:nvPr/>
        </p:nvSpPr>
        <p:spPr>
          <a:xfrm>
            <a:off x="4434840" y="4414680"/>
            <a:ext cx="352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4434840" y="4940280"/>
            <a:ext cx="352008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5" name="PIC 3"/>
          <p:cNvSpPr/>
          <p:nvPr/>
        </p:nvSpPr>
        <p:spPr>
          <a:xfrm>
            <a:off x="8229600" y="1671480"/>
            <a:ext cx="3520080" cy="2605680"/>
          </a:xfrm>
          <a:prstGeom prst="roundRect">
            <a:avLst>
              <a:gd name="adj" fmla="val 2807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6" name="SUBTITLE 3"/>
          <p:cNvSpPr/>
          <p:nvPr/>
        </p:nvSpPr>
        <p:spPr>
          <a:xfrm>
            <a:off x="8229600" y="4414680"/>
            <a:ext cx="352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8229600" y="4940280"/>
            <a:ext cx="352008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8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90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Application>LibreOffice/7.3.7.2$Linux_X86_64 LibreOffice_project/30$Build-2</Application>
  <AppVersion>15.0000</AppVersion>
  <Words>129</Words>
  <Paragraphs>118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2026-08-11T12:31:34Z</dcterms:modified>
  <cp:revision>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Произвольный</vt:lpwstr>
  </property>
  <property fmtid="{D5CDD505-2E9C-101B-9397-08002B2CF9AE}" pid="4" name="Slides">
    <vt:i4>13</vt:i4>
  </property>
</Properties>
</file>