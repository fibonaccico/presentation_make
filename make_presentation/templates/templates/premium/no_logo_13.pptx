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1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B2A88C3-B84B-4A55-8485-59052BE1087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9F13977-45B2-4936-AE56-13CA6C47EA1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5A25165-2217-4F0F-8E41-8E38CFE1DC0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169278D-51EF-4C1E-9717-4C628501512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98201CA-61A4-413D-AAF8-69CEDD3774C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1E4180F-8333-46EB-961E-432864FD097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DC4EF94-C2EA-4D45-AE91-546A46E021C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083E901-22DD-4D8C-954A-8F60A262A37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7812EB3-D15F-4494-B3EE-F80357DDFD1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3C19BD7-0149-4BF1-A84F-C51E6A1E9DD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E3296BF-A73B-47EB-B54A-BB4F31AEA46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309AB26-C95B-4B0C-AE9E-3BFB3C3E599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327C9B6-007A-4786-9CB1-FE95D55664C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88B3048-1E4C-44E6-8308-406BB45B27D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Чип_1"/>
          <p:cNvSpPr/>
          <p:nvPr/>
        </p:nvSpPr>
        <p:spPr>
          <a:xfrm>
            <a:off x="639360" y="5290560"/>
            <a:ext cx="53150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UBTITLE 2"/>
          <p:cNvSpPr/>
          <p:nvPr/>
        </p:nvSpPr>
        <p:spPr>
          <a:xfrm>
            <a:off x="8038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038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Чип_1"/>
          <p:cNvSpPr/>
          <p:nvPr/>
        </p:nvSpPr>
        <p:spPr>
          <a:xfrm>
            <a:off x="6234480" y="5290560"/>
            <a:ext cx="53132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UBTITLE 2"/>
          <p:cNvSpPr/>
          <p:nvPr/>
        </p:nvSpPr>
        <p:spPr>
          <a:xfrm>
            <a:off x="639900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39900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639360" y="4143240"/>
            <a:ext cx="109083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80388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0388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PIC 1"/>
          <p:cNvSpPr/>
          <p:nvPr/>
        </p:nvSpPr>
        <p:spPr>
          <a:xfrm>
            <a:off x="638280" y="1410840"/>
            <a:ext cx="10908360" cy="244764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4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Карточка_1"/>
          <p:cNvSpPr/>
          <p:nvPr/>
        </p:nvSpPr>
        <p:spPr>
          <a:xfrm>
            <a:off x="64008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IC 1"/>
          <p:cNvSpPr/>
          <p:nvPr/>
        </p:nvSpPr>
        <p:spPr>
          <a:xfrm>
            <a:off x="82296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SUBTITLE 1"/>
          <p:cNvSpPr/>
          <p:nvPr/>
        </p:nvSpPr>
        <p:spPr>
          <a:xfrm>
            <a:off x="82296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82296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Карточка_2"/>
          <p:cNvSpPr/>
          <p:nvPr/>
        </p:nvSpPr>
        <p:spPr>
          <a:xfrm>
            <a:off x="443484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IC 2"/>
          <p:cNvSpPr/>
          <p:nvPr/>
        </p:nvSpPr>
        <p:spPr>
          <a:xfrm>
            <a:off x="461772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461772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61772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Карточка_3"/>
          <p:cNvSpPr/>
          <p:nvPr/>
        </p:nvSpPr>
        <p:spPr>
          <a:xfrm>
            <a:off x="822960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PIC 3"/>
          <p:cNvSpPr/>
          <p:nvPr/>
        </p:nvSpPr>
        <p:spPr>
          <a:xfrm>
            <a:off x="841248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SUBTITLE 3"/>
          <p:cNvSpPr/>
          <p:nvPr/>
        </p:nvSpPr>
        <p:spPr>
          <a:xfrm>
            <a:off x="841248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841248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6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7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IC"/>
          <p:cNvSpPr/>
          <p:nvPr/>
        </p:nvSpPr>
        <p:spPr>
          <a:xfrm>
            <a:off x="6309360" y="0"/>
            <a:ext cx="5879160" cy="68576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Линия_1"/>
          <p:cNvSpPr/>
          <p:nvPr/>
        </p:nvSpPr>
        <p:spPr>
          <a:xfrm>
            <a:off x="639720" y="3424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UBTITLE 2"/>
          <p:cNvSpPr/>
          <p:nvPr/>
        </p:nvSpPr>
        <p:spPr>
          <a:xfrm>
            <a:off x="1615320" y="3453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1615320" y="4011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52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53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ITLE"/>
          <p:cNvSpPr/>
          <p:nvPr/>
        </p:nvSpPr>
        <p:spPr>
          <a:xfrm>
            <a:off x="640080" y="365760"/>
            <a:ext cx="5454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Иконка_1"/>
          <p:cNvSpPr/>
          <p:nvPr/>
        </p:nvSpPr>
        <p:spPr>
          <a:xfrm>
            <a:off x="640080" y="3676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6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3840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7" name="Линия_1"/>
          <p:cNvSpPr/>
          <p:nvPr/>
        </p:nvSpPr>
        <p:spPr>
          <a:xfrm>
            <a:off x="639720" y="1786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UBTITLE 2"/>
          <p:cNvSpPr/>
          <p:nvPr/>
        </p:nvSpPr>
        <p:spPr>
          <a:xfrm>
            <a:off x="1615320" y="1815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1615320" y="2373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Иконка_1"/>
          <p:cNvSpPr/>
          <p:nvPr/>
        </p:nvSpPr>
        <p:spPr>
          <a:xfrm>
            <a:off x="640080" y="2038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Иконка_1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804600" y="2202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62" name="Линия_1"/>
          <p:cNvSpPr/>
          <p:nvPr/>
        </p:nvSpPr>
        <p:spPr>
          <a:xfrm>
            <a:off x="639720" y="506952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UBTITLE 2"/>
          <p:cNvSpPr/>
          <p:nvPr/>
        </p:nvSpPr>
        <p:spPr>
          <a:xfrm>
            <a:off x="1615320" y="509796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615320" y="56570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5" name="Иконка_1"/>
          <p:cNvSpPr/>
          <p:nvPr/>
        </p:nvSpPr>
        <p:spPr>
          <a:xfrm>
            <a:off x="640080" y="532116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Иконка_1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04600" y="5486040"/>
            <a:ext cx="310680" cy="31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IC"/>
          <p:cNvSpPr/>
          <p:nvPr/>
        </p:nvSpPr>
        <p:spPr>
          <a:xfrm>
            <a:off x="0" y="0"/>
            <a:ext cx="12188520" cy="374868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TITLE"/>
          <p:cNvSpPr/>
          <p:nvPr/>
        </p:nvSpPr>
        <p:spPr>
          <a:xfrm>
            <a:off x="644760" y="3982320"/>
            <a:ext cx="108352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9" name="SUBTITLE 1"/>
          <p:cNvSpPr/>
          <p:nvPr/>
        </p:nvSpPr>
        <p:spPr>
          <a:xfrm>
            <a:off x="644760" y="5116320"/>
            <a:ext cx="43246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44760" y="5630760"/>
            <a:ext cx="4324680" cy="9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TEXT</a:t>
            </a:r>
            <a:r>
              <a:rPr b="0" lang="ru-RU" sz="1300" spc="-1" strike="noStrike">
                <a:solidFill>
                  <a:srgbClr val="8a8a8a"/>
                </a:solidFill>
                <a:latin typeface="Arial"/>
                <a:ea typeface="Arial"/>
              </a:rPr>
              <a:t>1</a:t>
            </a: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1" name="SUBTITLE 2"/>
          <p:cNvSpPr/>
          <p:nvPr/>
        </p:nvSpPr>
        <p:spPr>
          <a:xfrm>
            <a:off x="5347800" y="511632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347800" y="569700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3" name="SUBTITLE 2"/>
          <p:cNvSpPr/>
          <p:nvPr/>
        </p:nvSpPr>
        <p:spPr>
          <a:xfrm>
            <a:off x="8768160" y="505008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8768160" y="563076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76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7" name="PIC 1"/>
          <p:cNvSpPr/>
          <p:nvPr/>
        </p:nvSpPr>
        <p:spPr>
          <a:xfrm>
            <a:off x="64008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SUBTITLE 1"/>
          <p:cNvSpPr/>
          <p:nvPr/>
        </p:nvSpPr>
        <p:spPr>
          <a:xfrm>
            <a:off x="64008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4008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PIC 2"/>
          <p:cNvSpPr/>
          <p:nvPr/>
        </p:nvSpPr>
        <p:spPr>
          <a:xfrm>
            <a:off x="443484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1" name="SUBTITLE 2"/>
          <p:cNvSpPr/>
          <p:nvPr/>
        </p:nvSpPr>
        <p:spPr>
          <a:xfrm>
            <a:off x="443484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43484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PIC 3"/>
          <p:cNvSpPr/>
          <p:nvPr/>
        </p:nvSpPr>
        <p:spPr>
          <a:xfrm>
            <a:off x="822960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4" name="SUBTITLE 3"/>
          <p:cNvSpPr/>
          <p:nvPr/>
        </p:nvSpPr>
        <p:spPr>
          <a:xfrm>
            <a:off x="822960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822960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6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88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2026-08-18T23:00:18Z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